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147474810" r:id="rId2"/>
    <p:sldId id="2147474901" r:id="rId3"/>
    <p:sldId id="2147474904" r:id="rId4"/>
    <p:sldId id="2147474905" r:id="rId5"/>
    <p:sldId id="2147474907" r:id="rId6"/>
    <p:sldId id="2147474908" r:id="rId7"/>
  </p:sldIdLst>
  <p:sldSz cx="12192000" cy="6858000"/>
  <p:notesSz cx="7102475" cy="9388475"/>
  <p:embeddedFontLst>
    <p:embeddedFont>
      <p:font typeface="Geomanist" panose="02000503000000020004" charset="0"/>
      <p:regular r:id="rId10"/>
      <p:italic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Noto Sans" panose="020B0502040504020204" pitchFamily="34" charset="0"/>
      <p:regular r:id="rId16"/>
      <p:bold r:id="rId17"/>
      <p:italic r:id="rId18"/>
      <p:boldItalic r:id="rId19"/>
    </p:embeddedFont>
    <p:embeddedFont>
      <p:font typeface="Patria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5" roundtripDataSignature="AMtx7miUvo1jKtctN+KrN3JJTdlODYSR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931"/>
    <a:srgbClr val="1F4E79"/>
    <a:srgbClr val="838585"/>
    <a:srgbClr val="F5EDE0"/>
    <a:srgbClr val="E6D194"/>
    <a:srgbClr val="1E5B4F"/>
    <a:srgbClr val="A57F2C"/>
    <a:srgbClr val="9B2247"/>
    <a:srgbClr val="F7F7F7"/>
    <a:srgbClr val="E3E7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85" autoAdjust="0"/>
    <p:restoredTop sz="96247" autoAdjust="0"/>
  </p:normalViewPr>
  <p:slideViewPr>
    <p:cSldViewPr snapToGrid="0">
      <p:cViewPr varScale="1">
        <p:scale>
          <a:sx n="74" d="100"/>
          <a:sy n="74" d="100"/>
        </p:scale>
        <p:origin x="69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388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138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13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13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135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13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9EF79E6-32D4-3188-63C8-482D8A2F8F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383" cy="4713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82D44AE-457B-3D93-DB01-87CCDC194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485" y="1"/>
            <a:ext cx="3078383" cy="4713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BEC88-7963-47C4-9B6C-2EB1094F0FEC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9700E7-59AA-E9D7-A97E-2C457A9D07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7128"/>
            <a:ext cx="3078383" cy="471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0A0803D-7D00-FFBB-8404-E8FF688B77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485" y="8917128"/>
            <a:ext cx="3078383" cy="471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043591-5C2E-4E68-A5C0-D489EA06046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26126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3263"/>
            <a:ext cx="6261100" cy="3521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g3276b439bfa_1_5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75" y="1785"/>
            <a:ext cx="12188827" cy="6856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 preserve="1">
  <p:cSld name="1_Diseño personalizad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g3276b439bfa_1_6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388"/>
            <a:ext cx="12187064" cy="685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6F8D1FB-5B6B-DEA0-A9B1-1EB4907D86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5712" y="5742510"/>
            <a:ext cx="2239181" cy="427221"/>
          </a:xfrm>
          <a:prstGeom prst="rect">
            <a:avLst/>
          </a:prstGeom>
        </p:spPr>
      </p:pic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B4E2D38D-D4D2-D2C5-E3EB-0854DB8C23B7}"/>
              </a:ext>
            </a:extLst>
          </p:cNvPr>
          <p:cNvSpPr/>
          <p:nvPr userDrawn="1"/>
        </p:nvSpPr>
        <p:spPr>
          <a:xfrm>
            <a:off x="2293143" y="5162549"/>
            <a:ext cx="1243034" cy="718769"/>
          </a:xfrm>
          <a:custGeom>
            <a:avLst/>
            <a:gdLst>
              <a:gd name="connsiteX0" fmla="*/ 0 w 1104900"/>
              <a:gd name="connsiteY0" fmla="*/ 323890 h 597565"/>
              <a:gd name="connsiteX1" fmla="*/ 57150 w 1104900"/>
              <a:gd name="connsiteY1" fmla="*/ 342940 h 597565"/>
              <a:gd name="connsiteX2" fmla="*/ 228600 w 1104900"/>
              <a:gd name="connsiteY2" fmla="*/ 409615 h 597565"/>
              <a:gd name="connsiteX3" fmla="*/ 447675 w 1104900"/>
              <a:gd name="connsiteY3" fmla="*/ 447715 h 597565"/>
              <a:gd name="connsiteX4" fmla="*/ 523875 w 1104900"/>
              <a:gd name="connsiteY4" fmla="*/ 466765 h 597565"/>
              <a:gd name="connsiteX5" fmla="*/ 552450 w 1104900"/>
              <a:gd name="connsiteY5" fmla="*/ 476290 h 597565"/>
              <a:gd name="connsiteX6" fmla="*/ 638175 w 1104900"/>
              <a:gd name="connsiteY6" fmla="*/ 485815 h 597565"/>
              <a:gd name="connsiteX7" fmla="*/ 723900 w 1104900"/>
              <a:gd name="connsiteY7" fmla="*/ 523915 h 597565"/>
              <a:gd name="connsiteX8" fmla="*/ 781050 w 1104900"/>
              <a:gd name="connsiteY8" fmla="*/ 542965 h 597565"/>
              <a:gd name="connsiteX9" fmla="*/ 828675 w 1104900"/>
              <a:gd name="connsiteY9" fmla="*/ 562015 h 597565"/>
              <a:gd name="connsiteX10" fmla="*/ 952500 w 1104900"/>
              <a:gd name="connsiteY10" fmla="*/ 581065 h 597565"/>
              <a:gd name="connsiteX11" fmla="*/ 1066800 w 1104900"/>
              <a:gd name="connsiteY11" fmla="*/ 581065 h 597565"/>
              <a:gd name="connsiteX12" fmla="*/ 1095375 w 1104900"/>
              <a:gd name="connsiteY12" fmla="*/ 495340 h 597565"/>
              <a:gd name="connsiteX13" fmla="*/ 1000125 w 1104900"/>
              <a:gd name="connsiteY13" fmla="*/ 285790 h 597565"/>
              <a:gd name="connsiteX14" fmla="*/ 971550 w 1104900"/>
              <a:gd name="connsiteY14" fmla="*/ 257215 h 597565"/>
              <a:gd name="connsiteX15" fmla="*/ 895350 w 1104900"/>
              <a:gd name="connsiteY15" fmla="*/ 161965 h 597565"/>
              <a:gd name="connsiteX16" fmla="*/ 695325 w 1104900"/>
              <a:gd name="connsiteY16" fmla="*/ 85765 h 597565"/>
              <a:gd name="connsiteX17" fmla="*/ 476250 w 1104900"/>
              <a:gd name="connsiteY17" fmla="*/ 38140 h 597565"/>
              <a:gd name="connsiteX18" fmla="*/ 323850 w 1104900"/>
              <a:gd name="connsiteY18" fmla="*/ 40 h 597565"/>
              <a:gd name="connsiteX0" fmla="*/ 0 w 1104900"/>
              <a:gd name="connsiteY0" fmla="*/ 323850 h 597525"/>
              <a:gd name="connsiteX1" fmla="*/ 57150 w 1104900"/>
              <a:gd name="connsiteY1" fmla="*/ 342900 h 597525"/>
              <a:gd name="connsiteX2" fmla="*/ 228600 w 1104900"/>
              <a:gd name="connsiteY2" fmla="*/ 409575 h 597525"/>
              <a:gd name="connsiteX3" fmla="*/ 447675 w 1104900"/>
              <a:gd name="connsiteY3" fmla="*/ 447675 h 597525"/>
              <a:gd name="connsiteX4" fmla="*/ 523875 w 1104900"/>
              <a:gd name="connsiteY4" fmla="*/ 466725 h 597525"/>
              <a:gd name="connsiteX5" fmla="*/ 552450 w 1104900"/>
              <a:gd name="connsiteY5" fmla="*/ 476250 h 597525"/>
              <a:gd name="connsiteX6" fmla="*/ 638175 w 1104900"/>
              <a:gd name="connsiteY6" fmla="*/ 485775 h 597525"/>
              <a:gd name="connsiteX7" fmla="*/ 723900 w 1104900"/>
              <a:gd name="connsiteY7" fmla="*/ 523875 h 597525"/>
              <a:gd name="connsiteX8" fmla="*/ 781050 w 1104900"/>
              <a:gd name="connsiteY8" fmla="*/ 542925 h 597525"/>
              <a:gd name="connsiteX9" fmla="*/ 828675 w 1104900"/>
              <a:gd name="connsiteY9" fmla="*/ 561975 h 597525"/>
              <a:gd name="connsiteX10" fmla="*/ 952500 w 1104900"/>
              <a:gd name="connsiteY10" fmla="*/ 581025 h 597525"/>
              <a:gd name="connsiteX11" fmla="*/ 1066800 w 1104900"/>
              <a:gd name="connsiteY11" fmla="*/ 581025 h 597525"/>
              <a:gd name="connsiteX12" fmla="*/ 1095375 w 1104900"/>
              <a:gd name="connsiteY12" fmla="*/ 495300 h 597525"/>
              <a:gd name="connsiteX13" fmla="*/ 1000125 w 1104900"/>
              <a:gd name="connsiteY13" fmla="*/ 285750 h 597525"/>
              <a:gd name="connsiteX14" fmla="*/ 971550 w 1104900"/>
              <a:gd name="connsiteY14" fmla="*/ 257175 h 597525"/>
              <a:gd name="connsiteX15" fmla="*/ 895350 w 1104900"/>
              <a:gd name="connsiteY15" fmla="*/ 161925 h 597525"/>
              <a:gd name="connsiteX16" fmla="*/ 695325 w 1104900"/>
              <a:gd name="connsiteY16" fmla="*/ 85725 h 597525"/>
              <a:gd name="connsiteX17" fmla="*/ 323850 w 1104900"/>
              <a:gd name="connsiteY17" fmla="*/ 0 h 597525"/>
              <a:gd name="connsiteX0" fmla="*/ 0 w 1104900"/>
              <a:gd name="connsiteY0" fmla="*/ 323850 h 597525"/>
              <a:gd name="connsiteX1" fmla="*/ 57150 w 1104900"/>
              <a:gd name="connsiteY1" fmla="*/ 342900 h 597525"/>
              <a:gd name="connsiteX2" fmla="*/ 228600 w 1104900"/>
              <a:gd name="connsiteY2" fmla="*/ 409575 h 597525"/>
              <a:gd name="connsiteX3" fmla="*/ 447675 w 1104900"/>
              <a:gd name="connsiteY3" fmla="*/ 447675 h 597525"/>
              <a:gd name="connsiteX4" fmla="*/ 523875 w 1104900"/>
              <a:gd name="connsiteY4" fmla="*/ 466725 h 597525"/>
              <a:gd name="connsiteX5" fmla="*/ 552450 w 1104900"/>
              <a:gd name="connsiteY5" fmla="*/ 476250 h 597525"/>
              <a:gd name="connsiteX6" fmla="*/ 638175 w 1104900"/>
              <a:gd name="connsiteY6" fmla="*/ 485775 h 597525"/>
              <a:gd name="connsiteX7" fmla="*/ 723900 w 1104900"/>
              <a:gd name="connsiteY7" fmla="*/ 523875 h 597525"/>
              <a:gd name="connsiteX8" fmla="*/ 781050 w 1104900"/>
              <a:gd name="connsiteY8" fmla="*/ 542925 h 597525"/>
              <a:gd name="connsiteX9" fmla="*/ 828675 w 1104900"/>
              <a:gd name="connsiteY9" fmla="*/ 561975 h 597525"/>
              <a:gd name="connsiteX10" fmla="*/ 952500 w 1104900"/>
              <a:gd name="connsiteY10" fmla="*/ 581025 h 597525"/>
              <a:gd name="connsiteX11" fmla="*/ 1066800 w 1104900"/>
              <a:gd name="connsiteY11" fmla="*/ 581025 h 597525"/>
              <a:gd name="connsiteX12" fmla="*/ 1095375 w 1104900"/>
              <a:gd name="connsiteY12" fmla="*/ 495300 h 597525"/>
              <a:gd name="connsiteX13" fmla="*/ 1000125 w 1104900"/>
              <a:gd name="connsiteY13" fmla="*/ 285750 h 597525"/>
              <a:gd name="connsiteX14" fmla="*/ 971550 w 1104900"/>
              <a:gd name="connsiteY14" fmla="*/ 257175 h 597525"/>
              <a:gd name="connsiteX15" fmla="*/ 695325 w 1104900"/>
              <a:gd name="connsiteY15" fmla="*/ 85725 h 597525"/>
              <a:gd name="connsiteX16" fmla="*/ 323850 w 1104900"/>
              <a:gd name="connsiteY16" fmla="*/ 0 h 597525"/>
              <a:gd name="connsiteX0" fmla="*/ 0 w 1104900"/>
              <a:gd name="connsiteY0" fmla="*/ 345282 h 618957"/>
              <a:gd name="connsiteX1" fmla="*/ 57150 w 1104900"/>
              <a:gd name="connsiteY1" fmla="*/ 364332 h 618957"/>
              <a:gd name="connsiteX2" fmla="*/ 228600 w 1104900"/>
              <a:gd name="connsiteY2" fmla="*/ 431007 h 618957"/>
              <a:gd name="connsiteX3" fmla="*/ 447675 w 1104900"/>
              <a:gd name="connsiteY3" fmla="*/ 469107 h 618957"/>
              <a:gd name="connsiteX4" fmla="*/ 523875 w 1104900"/>
              <a:gd name="connsiteY4" fmla="*/ 488157 h 618957"/>
              <a:gd name="connsiteX5" fmla="*/ 552450 w 1104900"/>
              <a:gd name="connsiteY5" fmla="*/ 497682 h 618957"/>
              <a:gd name="connsiteX6" fmla="*/ 638175 w 1104900"/>
              <a:gd name="connsiteY6" fmla="*/ 507207 h 618957"/>
              <a:gd name="connsiteX7" fmla="*/ 723900 w 1104900"/>
              <a:gd name="connsiteY7" fmla="*/ 545307 h 618957"/>
              <a:gd name="connsiteX8" fmla="*/ 781050 w 1104900"/>
              <a:gd name="connsiteY8" fmla="*/ 564357 h 618957"/>
              <a:gd name="connsiteX9" fmla="*/ 828675 w 1104900"/>
              <a:gd name="connsiteY9" fmla="*/ 583407 h 618957"/>
              <a:gd name="connsiteX10" fmla="*/ 952500 w 1104900"/>
              <a:gd name="connsiteY10" fmla="*/ 602457 h 618957"/>
              <a:gd name="connsiteX11" fmla="*/ 1066800 w 1104900"/>
              <a:gd name="connsiteY11" fmla="*/ 602457 h 618957"/>
              <a:gd name="connsiteX12" fmla="*/ 1095375 w 1104900"/>
              <a:gd name="connsiteY12" fmla="*/ 516732 h 618957"/>
              <a:gd name="connsiteX13" fmla="*/ 1000125 w 1104900"/>
              <a:gd name="connsiteY13" fmla="*/ 307182 h 618957"/>
              <a:gd name="connsiteX14" fmla="*/ 971550 w 1104900"/>
              <a:gd name="connsiteY14" fmla="*/ 278607 h 618957"/>
              <a:gd name="connsiteX15" fmla="*/ 695325 w 1104900"/>
              <a:gd name="connsiteY15" fmla="*/ 107157 h 618957"/>
              <a:gd name="connsiteX16" fmla="*/ 323850 w 1104900"/>
              <a:gd name="connsiteY16" fmla="*/ 0 h 618957"/>
              <a:gd name="connsiteX0" fmla="*/ 0 w 1104900"/>
              <a:gd name="connsiteY0" fmla="*/ 345282 h 618957"/>
              <a:gd name="connsiteX1" fmla="*/ 228600 w 1104900"/>
              <a:gd name="connsiteY1" fmla="*/ 431007 h 618957"/>
              <a:gd name="connsiteX2" fmla="*/ 447675 w 1104900"/>
              <a:gd name="connsiteY2" fmla="*/ 469107 h 618957"/>
              <a:gd name="connsiteX3" fmla="*/ 523875 w 1104900"/>
              <a:gd name="connsiteY3" fmla="*/ 488157 h 618957"/>
              <a:gd name="connsiteX4" fmla="*/ 552450 w 1104900"/>
              <a:gd name="connsiteY4" fmla="*/ 497682 h 618957"/>
              <a:gd name="connsiteX5" fmla="*/ 638175 w 1104900"/>
              <a:gd name="connsiteY5" fmla="*/ 507207 h 618957"/>
              <a:gd name="connsiteX6" fmla="*/ 723900 w 1104900"/>
              <a:gd name="connsiteY6" fmla="*/ 545307 h 618957"/>
              <a:gd name="connsiteX7" fmla="*/ 781050 w 1104900"/>
              <a:gd name="connsiteY7" fmla="*/ 564357 h 618957"/>
              <a:gd name="connsiteX8" fmla="*/ 828675 w 1104900"/>
              <a:gd name="connsiteY8" fmla="*/ 583407 h 618957"/>
              <a:gd name="connsiteX9" fmla="*/ 952500 w 1104900"/>
              <a:gd name="connsiteY9" fmla="*/ 602457 h 618957"/>
              <a:gd name="connsiteX10" fmla="*/ 1066800 w 1104900"/>
              <a:gd name="connsiteY10" fmla="*/ 602457 h 618957"/>
              <a:gd name="connsiteX11" fmla="*/ 1095375 w 1104900"/>
              <a:gd name="connsiteY11" fmla="*/ 516732 h 618957"/>
              <a:gd name="connsiteX12" fmla="*/ 1000125 w 1104900"/>
              <a:gd name="connsiteY12" fmla="*/ 307182 h 618957"/>
              <a:gd name="connsiteX13" fmla="*/ 971550 w 1104900"/>
              <a:gd name="connsiteY13" fmla="*/ 278607 h 618957"/>
              <a:gd name="connsiteX14" fmla="*/ 695325 w 1104900"/>
              <a:gd name="connsiteY14" fmla="*/ 107157 h 618957"/>
              <a:gd name="connsiteX15" fmla="*/ 323850 w 1104900"/>
              <a:gd name="connsiteY15" fmla="*/ 0 h 618957"/>
              <a:gd name="connsiteX0" fmla="*/ 0 w 1104900"/>
              <a:gd name="connsiteY0" fmla="*/ 345282 h 618957"/>
              <a:gd name="connsiteX1" fmla="*/ 228600 w 1104900"/>
              <a:gd name="connsiteY1" fmla="*/ 431007 h 618957"/>
              <a:gd name="connsiteX2" fmla="*/ 523875 w 1104900"/>
              <a:gd name="connsiteY2" fmla="*/ 488157 h 618957"/>
              <a:gd name="connsiteX3" fmla="*/ 552450 w 1104900"/>
              <a:gd name="connsiteY3" fmla="*/ 497682 h 618957"/>
              <a:gd name="connsiteX4" fmla="*/ 638175 w 1104900"/>
              <a:gd name="connsiteY4" fmla="*/ 507207 h 618957"/>
              <a:gd name="connsiteX5" fmla="*/ 723900 w 1104900"/>
              <a:gd name="connsiteY5" fmla="*/ 545307 h 618957"/>
              <a:gd name="connsiteX6" fmla="*/ 781050 w 1104900"/>
              <a:gd name="connsiteY6" fmla="*/ 564357 h 618957"/>
              <a:gd name="connsiteX7" fmla="*/ 828675 w 1104900"/>
              <a:gd name="connsiteY7" fmla="*/ 583407 h 618957"/>
              <a:gd name="connsiteX8" fmla="*/ 952500 w 1104900"/>
              <a:gd name="connsiteY8" fmla="*/ 602457 h 618957"/>
              <a:gd name="connsiteX9" fmla="*/ 1066800 w 1104900"/>
              <a:gd name="connsiteY9" fmla="*/ 602457 h 618957"/>
              <a:gd name="connsiteX10" fmla="*/ 1095375 w 1104900"/>
              <a:gd name="connsiteY10" fmla="*/ 516732 h 618957"/>
              <a:gd name="connsiteX11" fmla="*/ 1000125 w 1104900"/>
              <a:gd name="connsiteY11" fmla="*/ 307182 h 618957"/>
              <a:gd name="connsiteX12" fmla="*/ 971550 w 1104900"/>
              <a:gd name="connsiteY12" fmla="*/ 278607 h 618957"/>
              <a:gd name="connsiteX13" fmla="*/ 695325 w 1104900"/>
              <a:gd name="connsiteY13" fmla="*/ 107157 h 618957"/>
              <a:gd name="connsiteX14" fmla="*/ 323850 w 1104900"/>
              <a:gd name="connsiteY14" fmla="*/ 0 h 618957"/>
              <a:gd name="connsiteX0" fmla="*/ 0 w 1104900"/>
              <a:gd name="connsiteY0" fmla="*/ 345282 h 618957"/>
              <a:gd name="connsiteX1" fmla="*/ 228600 w 1104900"/>
              <a:gd name="connsiteY1" fmla="*/ 431007 h 618957"/>
              <a:gd name="connsiteX2" fmla="*/ 523875 w 1104900"/>
              <a:gd name="connsiteY2" fmla="*/ 488157 h 618957"/>
              <a:gd name="connsiteX3" fmla="*/ 552450 w 1104900"/>
              <a:gd name="connsiteY3" fmla="*/ 497682 h 618957"/>
              <a:gd name="connsiteX4" fmla="*/ 723900 w 1104900"/>
              <a:gd name="connsiteY4" fmla="*/ 545307 h 618957"/>
              <a:gd name="connsiteX5" fmla="*/ 781050 w 1104900"/>
              <a:gd name="connsiteY5" fmla="*/ 564357 h 618957"/>
              <a:gd name="connsiteX6" fmla="*/ 828675 w 1104900"/>
              <a:gd name="connsiteY6" fmla="*/ 583407 h 618957"/>
              <a:gd name="connsiteX7" fmla="*/ 952500 w 1104900"/>
              <a:gd name="connsiteY7" fmla="*/ 602457 h 618957"/>
              <a:gd name="connsiteX8" fmla="*/ 1066800 w 1104900"/>
              <a:gd name="connsiteY8" fmla="*/ 602457 h 618957"/>
              <a:gd name="connsiteX9" fmla="*/ 1095375 w 1104900"/>
              <a:gd name="connsiteY9" fmla="*/ 516732 h 618957"/>
              <a:gd name="connsiteX10" fmla="*/ 1000125 w 1104900"/>
              <a:gd name="connsiteY10" fmla="*/ 307182 h 618957"/>
              <a:gd name="connsiteX11" fmla="*/ 971550 w 1104900"/>
              <a:gd name="connsiteY11" fmla="*/ 278607 h 618957"/>
              <a:gd name="connsiteX12" fmla="*/ 695325 w 1104900"/>
              <a:gd name="connsiteY12" fmla="*/ 107157 h 618957"/>
              <a:gd name="connsiteX13" fmla="*/ 323850 w 1104900"/>
              <a:gd name="connsiteY13" fmla="*/ 0 h 618957"/>
              <a:gd name="connsiteX0" fmla="*/ 0 w 1104900"/>
              <a:gd name="connsiteY0" fmla="*/ 345282 h 618957"/>
              <a:gd name="connsiteX1" fmla="*/ 228600 w 1104900"/>
              <a:gd name="connsiteY1" fmla="*/ 431007 h 618957"/>
              <a:gd name="connsiteX2" fmla="*/ 552450 w 1104900"/>
              <a:gd name="connsiteY2" fmla="*/ 497682 h 618957"/>
              <a:gd name="connsiteX3" fmla="*/ 723900 w 1104900"/>
              <a:gd name="connsiteY3" fmla="*/ 545307 h 618957"/>
              <a:gd name="connsiteX4" fmla="*/ 781050 w 1104900"/>
              <a:gd name="connsiteY4" fmla="*/ 564357 h 618957"/>
              <a:gd name="connsiteX5" fmla="*/ 828675 w 1104900"/>
              <a:gd name="connsiteY5" fmla="*/ 583407 h 618957"/>
              <a:gd name="connsiteX6" fmla="*/ 952500 w 1104900"/>
              <a:gd name="connsiteY6" fmla="*/ 602457 h 618957"/>
              <a:gd name="connsiteX7" fmla="*/ 1066800 w 1104900"/>
              <a:gd name="connsiteY7" fmla="*/ 602457 h 618957"/>
              <a:gd name="connsiteX8" fmla="*/ 1095375 w 1104900"/>
              <a:gd name="connsiteY8" fmla="*/ 516732 h 618957"/>
              <a:gd name="connsiteX9" fmla="*/ 1000125 w 1104900"/>
              <a:gd name="connsiteY9" fmla="*/ 307182 h 618957"/>
              <a:gd name="connsiteX10" fmla="*/ 971550 w 1104900"/>
              <a:gd name="connsiteY10" fmla="*/ 278607 h 618957"/>
              <a:gd name="connsiteX11" fmla="*/ 695325 w 1104900"/>
              <a:gd name="connsiteY11" fmla="*/ 107157 h 618957"/>
              <a:gd name="connsiteX12" fmla="*/ 323850 w 1104900"/>
              <a:gd name="connsiteY12" fmla="*/ 0 h 618957"/>
              <a:gd name="connsiteX0" fmla="*/ 0 w 1104900"/>
              <a:gd name="connsiteY0" fmla="*/ 345282 h 618957"/>
              <a:gd name="connsiteX1" fmla="*/ 228600 w 1104900"/>
              <a:gd name="connsiteY1" fmla="*/ 431007 h 618957"/>
              <a:gd name="connsiteX2" fmla="*/ 552450 w 1104900"/>
              <a:gd name="connsiteY2" fmla="*/ 497682 h 618957"/>
              <a:gd name="connsiteX3" fmla="*/ 781050 w 1104900"/>
              <a:gd name="connsiteY3" fmla="*/ 564357 h 618957"/>
              <a:gd name="connsiteX4" fmla="*/ 828675 w 1104900"/>
              <a:gd name="connsiteY4" fmla="*/ 583407 h 618957"/>
              <a:gd name="connsiteX5" fmla="*/ 952500 w 1104900"/>
              <a:gd name="connsiteY5" fmla="*/ 602457 h 618957"/>
              <a:gd name="connsiteX6" fmla="*/ 1066800 w 1104900"/>
              <a:gd name="connsiteY6" fmla="*/ 602457 h 618957"/>
              <a:gd name="connsiteX7" fmla="*/ 1095375 w 1104900"/>
              <a:gd name="connsiteY7" fmla="*/ 516732 h 618957"/>
              <a:gd name="connsiteX8" fmla="*/ 1000125 w 1104900"/>
              <a:gd name="connsiteY8" fmla="*/ 307182 h 618957"/>
              <a:gd name="connsiteX9" fmla="*/ 971550 w 1104900"/>
              <a:gd name="connsiteY9" fmla="*/ 278607 h 618957"/>
              <a:gd name="connsiteX10" fmla="*/ 695325 w 1104900"/>
              <a:gd name="connsiteY10" fmla="*/ 107157 h 618957"/>
              <a:gd name="connsiteX11" fmla="*/ 323850 w 1104900"/>
              <a:gd name="connsiteY11" fmla="*/ 0 h 618957"/>
              <a:gd name="connsiteX0" fmla="*/ 0 w 1104900"/>
              <a:gd name="connsiteY0" fmla="*/ 345282 h 618957"/>
              <a:gd name="connsiteX1" fmla="*/ 228600 w 1104900"/>
              <a:gd name="connsiteY1" fmla="*/ 431007 h 618957"/>
              <a:gd name="connsiteX2" fmla="*/ 552450 w 1104900"/>
              <a:gd name="connsiteY2" fmla="*/ 497682 h 618957"/>
              <a:gd name="connsiteX3" fmla="*/ 781050 w 1104900"/>
              <a:gd name="connsiteY3" fmla="*/ 564357 h 618957"/>
              <a:gd name="connsiteX4" fmla="*/ 828675 w 1104900"/>
              <a:gd name="connsiteY4" fmla="*/ 583407 h 618957"/>
              <a:gd name="connsiteX5" fmla="*/ 952500 w 1104900"/>
              <a:gd name="connsiteY5" fmla="*/ 602457 h 618957"/>
              <a:gd name="connsiteX6" fmla="*/ 1066800 w 1104900"/>
              <a:gd name="connsiteY6" fmla="*/ 602457 h 618957"/>
              <a:gd name="connsiteX7" fmla="*/ 1095375 w 1104900"/>
              <a:gd name="connsiteY7" fmla="*/ 516732 h 618957"/>
              <a:gd name="connsiteX8" fmla="*/ 1000125 w 1104900"/>
              <a:gd name="connsiteY8" fmla="*/ 307182 h 618957"/>
              <a:gd name="connsiteX9" fmla="*/ 971550 w 1104900"/>
              <a:gd name="connsiteY9" fmla="*/ 278607 h 618957"/>
              <a:gd name="connsiteX10" fmla="*/ 695325 w 1104900"/>
              <a:gd name="connsiteY10" fmla="*/ 130970 h 618957"/>
              <a:gd name="connsiteX11" fmla="*/ 323850 w 1104900"/>
              <a:gd name="connsiteY11" fmla="*/ 0 h 618957"/>
              <a:gd name="connsiteX0" fmla="*/ 0 w 1104900"/>
              <a:gd name="connsiteY0" fmla="*/ 376238 h 649913"/>
              <a:gd name="connsiteX1" fmla="*/ 228600 w 1104900"/>
              <a:gd name="connsiteY1" fmla="*/ 461963 h 649913"/>
              <a:gd name="connsiteX2" fmla="*/ 552450 w 1104900"/>
              <a:gd name="connsiteY2" fmla="*/ 528638 h 649913"/>
              <a:gd name="connsiteX3" fmla="*/ 781050 w 1104900"/>
              <a:gd name="connsiteY3" fmla="*/ 595313 h 649913"/>
              <a:gd name="connsiteX4" fmla="*/ 828675 w 1104900"/>
              <a:gd name="connsiteY4" fmla="*/ 614363 h 649913"/>
              <a:gd name="connsiteX5" fmla="*/ 952500 w 1104900"/>
              <a:gd name="connsiteY5" fmla="*/ 633413 h 649913"/>
              <a:gd name="connsiteX6" fmla="*/ 1066800 w 1104900"/>
              <a:gd name="connsiteY6" fmla="*/ 633413 h 649913"/>
              <a:gd name="connsiteX7" fmla="*/ 1095375 w 1104900"/>
              <a:gd name="connsiteY7" fmla="*/ 547688 h 649913"/>
              <a:gd name="connsiteX8" fmla="*/ 1000125 w 1104900"/>
              <a:gd name="connsiteY8" fmla="*/ 338138 h 649913"/>
              <a:gd name="connsiteX9" fmla="*/ 971550 w 1104900"/>
              <a:gd name="connsiteY9" fmla="*/ 309563 h 649913"/>
              <a:gd name="connsiteX10" fmla="*/ 695325 w 1104900"/>
              <a:gd name="connsiteY10" fmla="*/ 161926 h 649913"/>
              <a:gd name="connsiteX11" fmla="*/ 297657 w 1104900"/>
              <a:gd name="connsiteY11" fmla="*/ 0 h 649913"/>
              <a:gd name="connsiteX0" fmla="*/ 0 w 1100868"/>
              <a:gd name="connsiteY0" fmla="*/ 376238 h 649913"/>
              <a:gd name="connsiteX1" fmla="*/ 228600 w 1100868"/>
              <a:gd name="connsiteY1" fmla="*/ 461963 h 649913"/>
              <a:gd name="connsiteX2" fmla="*/ 552450 w 1100868"/>
              <a:gd name="connsiteY2" fmla="*/ 528638 h 649913"/>
              <a:gd name="connsiteX3" fmla="*/ 781050 w 1100868"/>
              <a:gd name="connsiteY3" fmla="*/ 595313 h 649913"/>
              <a:gd name="connsiteX4" fmla="*/ 828675 w 1100868"/>
              <a:gd name="connsiteY4" fmla="*/ 614363 h 649913"/>
              <a:gd name="connsiteX5" fmla="*/ 952500 w 1100868"/>
              <a:gd name="connsiteY5" fmla="*/ 633413 h 649913"/>
              <a:gd name="connsiteX6" fmla="*/ 1066800 w 1100868"/>
              <a:gd name="connsiteY6" fmla="*/ 633413 h 649913"/>
              <a:gd name="connsiteX7" fmla="*/ 1095375 w 1100868"/>
              <a:gd name="connsiteY7" fmla="*/ 547688 h 649913"/>
              <a:gd name="connsiteX8" fmla="*/ 971550 w 1100868"/>
              <a:gd name="connsiteY8" fmla="*/ 309563 h 649913"/>
              <a:gd name="connsiteX9" fmla="*/ 695325 w 1100868"/>
              <a:gd name="connsiteY9" fmla="*/ 161926 h 649913"/>
              <a:gd name="connsiteX10" fmla="*/ 297657 w 1100868"/>
              <a:gd name="connsiteY10" fmla="*/ 0 h 649913"/>
              <a:gd name="connsiteX0" fmla="*/ 0 w 1100868"/>
              <a:gd name="connsiteY0" fmla="*/ 376238 h 649913"/>
              <a:gd name="connsiteX1" fmla="*/ 228600 w 1100868"/>
              <a:gd name="connsiteY1" fmla="*/ 461963 h 649913"/>
              <a:gd name="connsiteX2" fmla="*/ 552450 w 1100868"/>
              <a:gd name="connsiteY2" fmla="*/ 528638 h 649913"/>
              <a:gd name="connsiteX3" fmla="*/ 781050 w 1100868"/>
              <a:gd name="connsiteY3" fmla="*/ 595313 h 649913"/>
              <a:gd name="connsiteX4" fmla="*/ 828675 w 1100868"/>
              <a:gd name="connsiteY4" fmla="*/ 614363 h 649913"/>
              <a:gd name="connsiteX5" fmla="*/ 952500 w 1100868"/>
              <a:gd name="connsiteY5" fmla="*/ 633413 h 649913"/>
              <a:gd name="connsiteX6" fmla="*/ 1066800 w 1100868"/>
              <a:gd name="connsiteY6" fmla="*/ 633413 h 649913"/>
              <a:gd name="connsiteX7" fmla="*/ 1095375 w 1100868"/>
              <a:gd name="connsiteY7" fmla="*/ 547688 h 649913"/>
              <a:gd name="connsiteX8" fmla="*/ 971550 w 1100868"/>
              <a:gd name="connsiteY8" fmla="*/ 321469 h 649913"/>
              <a:gd name="connsiteX9" fmla="*/ 695325 w 1100868"/>
              <a:gd name="connsiteY9" fmla="*/ 161926 h 649913"/>
              <a:gd name="connsiteX10" fmla="*/ 297657 w 1100868"/>
              <a:gd name="connsiteY10" fmla="*/ 0 h 649913"/>
              <a:gd name="connsiteX0" fmla="*/ 0 w 1100868"/>
              <a:gd name="connsiteY0" fmla="*/ 376238 h 649913"/>
              <a:gd name="connsiteX1" fmla="*/ 228600 w 1100868"/>
              <a:gd name="connsiteY1" fmla="*/ 461963 h 649913"/>
              <a:gd name="connsiteX2" fmla="*/ 552450 w 1100868"/>
              <a:gd name="connsiteY2" fmla="*/ 528638 h 649913"/>
              <a:gd name="connsiteX3" fmla="*/ 781050 w 1100868"/>
              <a:gd name="connsiteY3" fmla="*/ 595313 h 649913"/>
              <a:gd name="connsiteX4" fmla="*/ 828675 w 1100868"/>
              <a:gd name="connsiteY4" fmla="*/ 614363 h 649913"/>
              <a:gd name="connsiteX5" fmla="*/ 952500 w 1100868"/>
              <a:gd name="connsiteY5" fmla="*/ 633413 h 649913"/>
              <a:gd name="connsiteX6" fmla="*/ 1066800 w 1100868"/>
              <a:gd name="connsiteY6" fmla="*/ 633413 h 649913"/>
              <a:gd name="connsiteX7" fmla="*/ 1095375 w 1100868"/>
              <a:gd name="connsiteY7" fmla="*/ 547688 h 649913"/>
              <a:gd name="connsiteX8" fmla="*/ 971550 w 1100868"/>
              <a:gd name="connsiteY8" fmla="*/ 321469 h 649913"/>
              <a:gd name="connsiteX9" fmla="*/ 695325 w 1100868"/>
              <a:gd name="connsiteY9" fmla="*/ 161926 h 649913"/>
              <a:gd name="connsiteX10" fmla="*/ 297657 w 1100868"/>
              <a:gd name="connsiteY10" fmla="*/ 0 h 649913"/>
              <a:gd name="connsiteX0" fmla="*/ 0 w 1100868"/>
              <a:gd name="connsiteY0" fmla="*/ 376238 h 649913"/>
              <a:gd name="connsiteX1" fmla="*/ 228600 w 1100868"/>
              <a:gd name="connsiteY1" fmla="*/ 461963 h 649913"/>
              <a:gd name="connsiteX2" fmla="*/ 552450 w 1100868"/>
              <a:gd name="connsiteY2" fmla="*/ 528638 h 649913"/>
              <a:gd name="connsiteX3" fmla="*/ 828675 w 1100868"/>
              <a:gd name="connsiteY3" fmla="*/ 614363 h 649913"/>
              <a:gd name="connsiteX4" fmla="*/ 952500 w 1100868"/>
              <a:gd name="connsiteY4" fmla="*/ 633413 h 649913"/>
              <a:gd name="connsiteX5" fmla="*/ 1066800 w 1100868"/>
              <a:gd name="connsiteY5" fmla="*/ 633413 h 649913"/>
              <a:gd name="connsiteX6" fmla="*/ 1095375 w 1100868"/>
              <a:gd name="connsiteY6" fmla="*/ 547688 h 649913"/>
              <a:gd name="connsiteX7" fmla="*/ 971550 w 1100868"/>
              <a:gd name="connsiteY7" fmla="*/ 321469 h 649913"/>
              <a:gd name="connsiteX8" fmla="*/ 695325 w 1100868"/>
              <a:gd name="connsiteY8" fmla="*/ 161926 h 649913"/>
              <a:gd name="connsiteX9" fmla="*/ 297657 w 1100868"/>
              <a:gd name="connsiteY9" fmla="*/ 0 h 649913"/>
              <a:gd name="connsiteX0" fmla="*/ 0 w 1105030"/>
              <a:gd name="connsiteY0" fmla="*/ 376238 h 637586"/>
              <a:gd name="connsiteX1" fmla="*/ 228600 w 1105030"/>
              <a:gd name="connsiteY1" fmla="*/ 461963 h 637586"/>
              <a:gd name="connsiteX2" fmla="*/ 552450 w 1105030"/>
              <a:gd name="connsiteY2" fmla="*/ 528638 h 637586"/>
              <a:gd name="connsiteX3" fmla="*/ 828675 w 1105030"/>
              <a:gd name="connsiteY3" fmla="*/ 614363 h 637586"/>
              <a:gd name="connsiteX4" fmla="*/ 1066800 w 1105030"/>
              <a:gd name="connsiteY4" fmla="*/ 633413 h 637586"/>
              <a:gd name="connsiteX5" fmla="*/ 1095375 w 1105030"/>
              <a:gd name="connsiteY5" fmla="*/ 547688 h 637586"/>
              <a:gd name="connsiteX6" fmla="*/ 971550 w 1105030"/>
              <a:gd name="connsiteY6" fmla="*/ 321469 h 637586"/>
              <a:gd name="connsiteX7" fmla="*/ 695325 w 1105030"/>
              <a:gd name="connsiteY7" fmla="*/ 161926 h 637586"/>
              <a:gd name="connsiteX8" fmla="*/ 297657 w 1105030"/>
              <a:gd name="connsiteY8" fmla="*/ 0 h 637586"/>
              <a:gd name="connsiteX0" fmla="*/ 0 w 1105030"/>
              <a:gd name="connsiteY0" fmla="*/ 376238 h 637586"/>
              <a:gd name="connsiteX1" fmla="*/ 228600 w 1105030"/>
              <a:gd name="connsiteY1" fmla="*/ 461963 h 637586"/>
              <a:gd name="connsiteX2" fmla="*/ 552450 w 1105030"/>
              <a:gd name="connsiteY2" fmla="*/ 528638 h 637586"/>
              <a:gd name="connsiteX3" fmla="*/ 828675 w 1105030"/>
              <a:gd name="connsiteY3" fmla="*/ 614363 h 637586"/>
              <a:gd name="connsiteX4" fmla="*/ 1066800 w 1105030"/>
              <a:gd name="connsiteY4" fmla="*/ 633413 h 637586"/>
              <a:gd name="connsiteX5" fmla="*/ 1095375 w 1105030"/>
              <a:gd name="connsiteY5" fmla="*/ 547688 h 637586"/>
              <a:gd name="connsiteX6" fmla="*/ 971550 w 1105030"/>
              <a:gd name="connsiteY6" fmla="*/ 321469 h 637586"/>
              <a:gd name="connsiteX7" fmla="*/ 687062 w 1105030"/>
              <a:gd name="connsiteY7" fmla="*/ 197730 h 637586"/>
              <a:gd name="connsiteX8" fmla="*/ 297657 w 1105030"/>
              <a:gd name="connsiteY8" fmla="*/ 0 h 637586"/>
              <a:gd name="connsiteX0" fmla="*/ 0 w 1105030"/>
              <a:gd name="connsiteY0" fmla="*/ 269082 h 530430"/>
              <a:gd name="connsiteX1" fmla="*/ 228600 w 1105030"/>
              <a:gd name="connsiteY1" fmla="*/ 354807 h 530430"/>
              <a:gd name="connsiteX2" fmla="*/ 552450 w 1105030"/>
              <a:gd name="connsiteY2" fmla="*/ 421482 h 530430"/>
              <a:gd name="connsiteX3" fmla="*/ 828675 w 1105030"/>
              <a:gd name="connsiteY3" fmla="*/ 507207 h 530430"/>
              <a:gd name="connsiteX4" fmla="*/ 1066800 w 1105030"/>
              <a:gd name="connsiteY4" fmla="*/ 526257 h 530430"/>
              <a:gd name="connsiteX5" fmla="*/ 1095375 w 1105030"/>
              <a:gd name="connsiteY5" fmla="*/ 440532 h 530430"/>
              <a:gd name="connsiteX6" fmla="*/ 971550 w 1105030"/>
              <a:gd name="connsiteY6" fmla="*/ 214313 h 530430"/>
              <a:gd name="connsiteX7" fmla="*/ 687062 w 1105030"/>
              <a:gd name="connsiteY7" fmla="*/ 90574 h 530430"/>
              <a:gd name="connsiteX8" fmla="*/ 76201 w 1105030"/>
              <a:gd name="connsiteY8" fmla="*/ 0 h 530430"/>
              <a:gd name="connsiteX0" fmla="*/ 0 w 1105030"/>
              <a:gd name="connsiteY0" fmla="*/ 390525 h 651873"/>
              <a:gd name="connsiteX1" fmla="*/ 228600 w 1105030"/>
              <a:gd name="connsiteY1" fmla="*/ 476250 h 651873"/>
              <a:gd name="connsiteX2" fmla="*/ 552450 w 1105030"/>
              <a:gd name="connsiteY2" fmla="*/ 542925 h 651873"/>
              <a:gd name="connsiteX3" fmla="*/ 828675 w 1105030"/>
              <a:gd name="connsiteY3" fmla="*/ 628650 h 651873"/>
              <a:gd name="connsiteX4" fmla="*/ 1066800 w 1105030"/>
              <a:gd name="connsiteY4" fmla="*/ 647700 h 651873"/>
              <a:gd name="connsiteX5" fmla="*/ 1095375 w 1105030"/>
              <a:gd name="connsiteY5" fmla="*/ 561975 h 651873"/>
              <a:gd name="connsiteX6" fmla="*/ 971550 w 1105030"/>
              <a:gd name="connsiteY6" fmla="*/ 335756 h 651873"/>
              <a:gd name="connsiteX7" fmla="*/ 687062 w 1105030"/>
              <a:gd name="connsiteY7" fmla="*/ 212017 h 651873"/>
              <a:gd name="connsiteX8" fmla="*/ 233364 w 1105030"/>
              <a:gd name="connsiteY8" fmla="*/ 0 h 651873"/>
              <a:gd name="connsiteX0" fmla="*/ 0 w 1105030"/>
              <a:gd name="connsiteY0" fmla="*/ 390525 h 651873"/>
              <a:gd name="connsiteX1" fmla="*/ 228600 w 1105030"/>
              <a:gd name="connsiteY1" fmla="*/ 476250 h 651873"/>
              <a:gd name="connsiteX2" fmla="*/ 552450 w 1105030"/>
              <a:gd name="connsiteY2" fmla="*/ 542925 h 651873"/>
              <a:gd name="connsiteX3" fmla="*/ 828675 w 1105030"/>
              <a:gd name="connsiteY3" fmla="*/ 628650 h 651873"/>
              <a:gd name="connsiteX4" fmla="*/ 1066800 w 1105030"/>
              <a:gd name="connsiteY4" fmla="*/ 647700 h 651873"/>
              <a:gd name="connsiteX5" fmla="*/ 1095375 w 1105030"/>
              <a:gd name="connsiteY5" fmla="*/ 561975 h 651873"/>
              <a:gd name="connsiteX6" fmla="*/ 971550 w 1105030"/>
              <a:gd name="connsiteY6" fmla="*/ 335756 h 651873"/>
              <a:gd name="connsiteX7" fmla="*/ 687062 w 1105030"/>
              <a:gd name="connsiteY7" fmla="*/ 212017 h 651873"/>
              <a:gd name="connsiteX8" fmla="*/ 233364 w 1105030"/>
              <a:gd name="connsiteY8" fmla="*/ 0 h 651873"/>
              <a:gd name="connsiteX0" fmla="*/ 0 w 1105030"/>
              <a:gd name="connsiteY0" fmla="*/ 390525 h 651873"/>
              <a:gd name="connsiteX1" fmla="*/ 228600 w 1105030"/>
              <a:gd name="connsiteY1" fmla="*/ 476250 h 651873"/>
              <a:gd name="connsiteX2" fmla="*/ 552450 w 1105030"/>
              <a:gd name="connsiteY2" fmla="*/ 542925 h 651873"/>
              <a:gd name="connsiteX3" fmla="*/ 828675 w 1105030"/>
              <a:gd name="connsiteY3" fmla="*/ 628650 h 651873"/>
              <a:gd name="connsiteX4" fmla="*/ 1066800 w 1105030"/>
              <a:gd name="connsiteY4" fmla="*/ 647700 h 651873"/>
              <a:gd name="connsiteX5" fmla="*/ 1095375 w 1105030"/>
              <a:gd name="connsiteY5" fmla="*/ 561975 h 651873"/>
              <a:gd name="connsiteX6" fmla="*/ 971550 w 1105030"/>
              <a:gd name="connsiteY6" fmla="*/ 335756 h 651873"/>
              <a:gd name="connsiteX7" fmla="*/ 682300 w 1105030"/>
              <a:gd name="connsiteY7" fmla="*/ 226304 h 651873"/>
              <a:gd name="connsiteX8" fmla="*/ 233364 w 1105030"/>
              <a:gd name="connsiteY8" fmla="*/ 0 h 651873"/>
              <a:gd name="connsiteX0" fmla="*/ 0 w 1105204"/>
              <a:gd name="connsiteY0" fmla="*/ 390525 h 651873"/>
              <a:gd name="connsiteX1" fmla="*/ 228600 w 1105204"/>
              <a:gd name="connsiteY1" fmla="*/ 476250 h 651873"/>
              <a:gd name="connsiteX2" fmla="*/ 552450 w 1105204"/>
              <a:gd name="connsiteY2" fmla="*/ 542925 h 651873"/>
              <a:gd name="connsiteX3" fmla="*/ 828675 w 1105204"/>
              <a:gd name="connsiteY3" fmla="*/ 628650 h 651873"/>
              <a:gd name="connsiteX4" fmla="*/ 1066800 w 1105204"/>
              <a:gd name="connsiteY4" fmla="*/ 647700 h 651873"/>
              <a:gd name="connsiteX5" fmla="*/ 1095375 w 1105204"/>
              <a:gd name="connsiteY5" fmla="*/ 561975 h 651873"/>
              <a:gd name="connsiteX6" fmla="*/ 969169 w 1105204"/>
              <a:gd name="connsiteY6" fmla="*/ 390525 h 651873"/>
              <a:gd name="connsiteX7" fmla="*/ 682300 w 1105204"/>
              <a:gd name="connsiteY7" fmla="*/ 226304 h 651873"/>
              <a:gd name="connsiteX8" fmla="*/ 233364 w 1105204"/>
              <a:gd name="connsiteY8" fmla="*/ 0 h 651873"/>
              <a:gd name="connsiteX0" fmla="*/ 0 w 1105204"/>
              <a:gd name="connsiteY0" fmla="*/ 390525 h 651873"/>
              <a:gd name="connsiteX1" fmla="*/ 228600 w 1105204"/>
              <a:gd name="connsiteY1" fmla="*/ 476250 h 651873"/>
              <a:gd name="connsiteX2" fmla="*/ 552450 w 1105204"/>
              <a:gd name="connsiteY2" fmla="*/ 542925 h 651873"/>
              <a:gd name="connsiteX3" fmla="*/ 828675 w 1105204"/>
              <a:gd name="connsiteY3" fmla="*/ 628650 h 651873"/>
              <a:gd name="connsiteX4" fmla="*/ 1066800 w 1105204"/>
              <a:gd name="connsiteY4" fmla="*/ 647700 h 651873"/>
              <a:gd name="connsiteX5" fmla="*/ 1095375 w 1105204"/>
              <a:gd name="connsiteY5" fmla="*/ 561975 h 651873"/>
              <a:gd name="connsiteX6" fmla="*/ 969169 w 1105204"/>
              <a:gd name="connsiteY6" fmla="*/ 390525 h 651873"/>
              <a:gd name="connsiteX7" fmla="*/ 682300 w 1105204"/>
              <a:gd name="connsiteY7" fmla="*/ 226304 h 651873"/>
              <a:gd name="connsiteX8" fmla="*/ 233364 w 1105204"/>
              <a:gd name="connsiteY8" fmla="*/ 0 h 651873"/>
              <a:gd name="connsiteX0" fmla="*/ 0 w 1133779"/>
              <a:gd name="connsiteY0" fmla="*/ 335756 h 651873"/>
              <a:gd name="connsiteX1" fmla="*/ 257175 w 1133779"/>
              <a:gd name="connsiteY1" fmla="*/ 476250 h 651873"/>
              <a:gd name="connsiteX2" fmla="*/ 581025 w 1133779"/>
              <a:gd name="connsiteY2" fmla="*/ 542925 h 651873"/>
              <a:gd name="connsiteX3" fmla="*/ 857250 w 1133779"/>
              <a:gd name="connsiteY3" fmla="*/ 628650 h 651873"/>
              <a:gd name="connsiteX4" fmla="*/ 1095375 w 1133779"/>
              <a:gd name="connsiteY4" fmla="*/ 647700 h 651873"/>
              <a:gd name="connsiteX5" fmla="*/ 1123950 w 1133779"/>
              <a:gd name="connsiteY5" fmla="*/ 561975 h 651873"/>
              <a:gd name="connsiteX6" fmla="*/ 997744 w 1133779"/>
              <a:gd name="connsiteY6" fmla="*/ 390525 h 651873"/>
              <a:gd name="connsiteX7" fmla="*/ 710875 w 1133779"/>
              <a:gd name="connsiteY7" fmla="*/ 226304 h 651873"/>
              <a:gd name="connsiteX8" fmla="*/ 261939 w 1133779"/>
              <a:gd name="connsiteY8" fmla="*/ 0 h 651873"/>
              <a:gd name="connsiteX0" fmla="*/ 0 w 1133779"/>
              <a:gd name="connsiteY0" fmla="*/ 335756 h 651873"/>
              <a:gd name="connsiteX1" fmla="*/ 388144 w 1133779"/>
              <a:gd name="connsiteY1" fmla="*/ 514350 h 651873"/>
              <a:gd name="connsiteX2" fmla="*/ 581025 w 1133779"/>
              <a:gd name="connsiteY2" fmla="*/ 542925 h 651873"/>
              <a:gd name="connsiteX3" fmla="*/ 857250 w 1133779"/>
              <a:gd name="connsiteY3" fmla="*/ 628650 h 651873"/>
              <a:gd name="connsiteX4" fmla="*/ 1095375 w 1133779"/>
              <a:gd name="connsiteY4" fmla="*/ 647700 h 651873"/>
              <a:gd name="connsiteX5" fmla="*/ 1123950 w 1133779"/>
              <a:gd name="connsiteY5" fmla="*/ 561975 h 651873"/>
              <a:gd name="connsiteX6" fmla="*/ 997744 w 1133779"/>
              <a:gd name="connsiteY6" fmla="*/ 390525 h 651873"/>
              <a:gd name="connsiteX7" fmla="*/ 710875 w 1133779"/>
              <a:gd name="connsiteY7" fmla="*/ 226304 h 651873"/>
              <a:gd name="connsiteX8" fmla="*/ 261939 w 1133779"/>
              <a:gd name="connsiteY8" fmla="*/ 0 h 651873"/>
              <a:gd name="connsiteX0" fmla="*/ 0 w 1133779"/>
              <a:gd name="connsiteY0" fmla="*/ 335756 h 651106"/>
              <a:gd name="connsiteX1" fmla="*/ 388144 w 1133779"/>
              <a:gd name="connsiteY1" fmla="*/ 514350 h 651106"/>
              <a:gd name="connsiteX2" fmla="*/ 747713 w 1133779"/>
              <a:gd name="connsiteY2" fmla="*/ 578644 h 651106"/>
              <a:gd name="connsiteX3" fmla="*/ 857250 w 1133779"/>
              <a:gd name="connsiteY3" fmla="*/ 628650 h 651106"/>
              <a:gd name="connsiteX4" fmla="*/ 1095375 w 1133779"/>
              <a:gd name="connsiteY4" fmla="*/ 647700 h 651106"/>
              <a:gd name="connsiteX5" fmla="*/ 1123950 w 1133779"/>
              <a:gd name="connsiteY5" fmla="*/ 561975 h 651106"/>
              <a:gd name="connsiteX6" fmla="*/ 997744 w 1133779"/>
              <a:gd name="connsiteY6" fmla="*/ 390525 h 651106"/>
              <a:gd name="connsiteX7" fmla="*/ 710875 w 1133779"/>
              <a:gd name="connsiteY7" fmla="*/ 226304 h 651106"/>
              <a:gd name="connsiteX8" fmla="*/ 261939 w 1133779"/>
              <a:gd name="connsiteY8" fmla="*/ 0 h 651106"/>
              <a:gd name="connsiteX0" fmla="*/ 0 w 1133779"/>
              <a:gd name="connsiteY0" fmla="*/ 335756 h 651106"/>
              <a:gd name="connsiteX1" fmla="*/ 421482 w 1133779"/>
              <a:gd name="connsiteY1" fmla="*/ 464344 h 651106"/>
              <a:gd name="connsiteX2" fmla="*/ 747713 w 1133779"/>
              <a:gd name="connsiteY2" fmla="*/ 578644 h 651106"/>
              <a:gd name="connsiteX3" fmla="*/ 857250 w 1133779"/>
              <a:gd name="connsiteY3" fmla="*/ 628650 h 651106"/>
              <a:gd name="connsiteX4" fmla="*/ 1095375 w 1133779"/>
              <a:gd name="connsiteY4" fmla="*/ 647700 h 651106"/>
              <a:gd name="connsiteX5" fmla="*/ 1123950 w 1133779"/>
              <a:gd name="connsiteY5" fmla="*/ 561975 h 651106"/>
              <a:gd name="connsiteX6" fmla="*/ 997744 w 1133779"/>
              <a:gd name="connsiteY6" fmla="*/ 390525 h 651106"/>
              <a:gd name="connsiteX7" fmla="*/ 710875 w 1133779"/>
              <a:gd name="connsiteY7" fmla="*/ 226304 h 651106"/>
              <a:gd name="connsiteX8" fmla="*/ 261939 w 1133779"/>
              <a:gd name="connsiteY8" fmla="*/ 0 h 651106"/>
              <a:gd name="connsiteX0" fmla="*/ 0 w 1133779"/>
              <a:gd name="connsiteY0" fmla="*/ 335756 h 651106"/>
              <a:gd name="connsiteX1" fmla="*/ 423864 w 1133779"/>
              <a:gd name="connsiteY1" fmla="*/ 516732 h 651106"/>
              <a:gd name="connsiteX2" fmla="*/ 747713 w 1133779"/>
              <a:gd name="connsiteY2" fmla="*/ 578644 h 651106"/>
              <a:gd name="connsiteX3" fmla="*/ 857250 w 1133779"/>
              <a:gd name="connsiteY3" fmla="*/ 628650 h 651106"/>
              <a:gd name="connsiteX4" fmla="*/ 1095375 w 1133779"/>
              <a:gd name="connsiteY4" fmla="*/ 647700 h 651106"/>
              <a:gd name="connsiteX5" fmla="*/ 1123950 w 1133779"/>
              <a:gd name="connsiteY5" fmla="*/ 561975 h 651106"/>
              <a:gd name="connsiteX6" fmla="*/ 997744 w 1133779"/>
              <a:gd name="connsiteY6" fmla="*/ 390525 h 651106"/>
              <a:gd name="connsiteX7" fmla="*/ 710875 w 1133779"/>
              <a:gd name="connsiteY7" fmla="*/ 226304 h 651106"/>
              <a:gd name="connsiteX8" fmla="*/ 261939 w 1133779"/>
              <a:gd name="connsiteY8" fmla="*/ 0 h 651106"/>
              <a:gd name="connsiteX0" fmla="*/ 0 w 1150448"/>
              <a:gd name="connsiteY0" fmla="*/ 350043 h 651106"/>
              <a:gd name="connsiteX1" fmla="*/ 440533 w 1150448"/>
              <a:gd name="connsiteY1" fmla="*/ 516732 h 651106"/>
              <a:gd name="connsiteX2" fmla="*/ 764382 w 1150448"/>
              <a:gd name="connsiteY2" fmla="*/ 578644 h 651106"/>
              <a:gd name="connsiteX3" fmla="*/ 873919 w 1150448"/>
              <a:gd name="connsiteY3" fmla="*/ 628650 h 651106"/>
              <a:gd name="connsiteX4" fmla="*/ 1112044 w 1150448"/>
              <a:gd name="connsiteY4" fmla="*/ 647700 h 651106"/>
              <a:gd name="connsiteX5" fmla="*/ 1140619 w 1150448"/>
              <a:gd name="connsiteY5" fmla="*/ 561975 h 651106"/>
              <a:gd name="connsiteX6" fmla="*/ 1014413 w 1150448"/>
              <a:gd name="connsiteY6" fmla="*/ 390525 h 651106"/>
              <a:gd name="connsiteX7" fmla="*/ 727544 w 1150448"/>
              <a:gd name="connsiteY7" fmla="*/ 226304 h 651106"/>
              <a:gd name="connsiteX8" fmla="*/ 278608 w 1150448"/>
              <a:gd name="connsiteY8" fmla="*/ 0 h 651106"/>
              <a:gd name="connsiteX0" fmla="*/ 0 w 1145685"/>
              <a:gd name="connsiteY0" fmla="*/ 342900 h 651106"/>
              <a:gd name="connsiteX1" fmla="*/ 435770 w 1145685"/>
              <a:gd name="connsiteY1" fmla="*/ 516732 h 651106"/>
              <a:gd name="connsiteX2" fmla="*/ 759619 w 1145685"/>
              <a:gd name="connsiteY2" fmla="*/ 578644 h 651106"/>
              <a:gd name="connsiteX3" fmla="*/ 869156 w 1145685"/>
              <a:gd name="connsiteY3" fmla="*/ 628650 h 651106"/>
              <a:gd name="connsiteX4" fmla="*/ 1107281 w 1145685"/>
              <a:gd name="connsiteY4" fmla="*/ 647700 h 651106"/>
              <a:gd name="connsiteX5" fmla="*/ 1135856 w 1145685"/>
              <a:gd name="connsiteY5" fmla="*/ 561975 h 651106"/>
              <a:gd name="connsiteX6" fmla="*/ 1009650 w 1145685"/>
              <a:gd name="connsiteY6" fmla="*/ 390525 h 651106"/>
              <a:gd name="connsiteX7" fmla="*/ 722781 w 1145685"/>
              <a:gd name="connsiteY7" fmla="*/ 226304 h 651106"/>
              <a:gd name="connsiteX8" fmla="*/ 273845 w 1145685"/>
              <a:gd name="connsiteY8" fmla="*/ 0 h 651106"/>
              <a:gd name="connsiteX0" fmla="*/ 0 w 1244283"/>
              <a:gd name="connsiteY0" fmla="*/ 342900 h 682734"/>
              <a:gd name="connsiteX1" fmla="*/ 435770 w 1244283"/>
              <a:gd name="connsiteY1" fmla="*/ 516732 h 682734"/>
              <a:gd name="connsiteX2" fmla="*/ 759619 w 1244283"/>
              <a:gd name="connsiteY2" fmla="*/ 578644 h 682734"/>
              <a:gd name="connsiteX3" fmla="*/ 869156 w 1244283"/>
              <a:gd name="connsiteY3" fmla="*/ 628650 h 682734"/>
              <a:gd name="connsiteX4" fmla="*/ 1233487 w 1244283"/>
              <a:gd name="connsiteY4" fmla="*/ 681037 h 682734"/>
              <a:gd name="connsiteX5" fmla="*/ 1135856 w 1244283"/>
              <a:gd name="connsiteY5" fmla="*/ 561975 h 682734"/>
              <a:gd name="connsiteX6" fmla="*/ 1009650 w 1244283"/>
              <a:gd name="connsiteY6" fmla="*/ 390525 h 682734"/>
              <a:gd name="connsiteX7" fmla="*/ 722781 w 1244283"/>
              <a:gd name="connsiteY7" fmla="*/ 226304 h 682734"/>
              <a:gd name="connsiteX8" fmla="*/ 273845 w 1244283"/>
              <a:gd name="connsiteY8" fmla="*/ 0 h 682734"/>
              <a:gd name="connsiteX0" fmla="*/ 0 w 1236802"/>
              <a:gd name="connsiteY0" fmla="*/ 342900 h 684733"/>
              <a:gd name="connsiteX1" fmla="*/ 435770 w 1236802"/>
              <a:gd name="connsiteY1" fmla="*/ 516732 h 684733"/>
              <a:gd name="connsiteX2" fmla="*/ 759619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435770 w 1236802"/>
              <a:gd name="connsiteY1" fmla="*/ 516732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435770 w 1236802"/>
              <a:gd name="connsiteY1" fmla="*/ 509589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445295 w 1236802"/>
              <a:gd name="connsiteY1" fmla="*/ 497682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450058 w 1236802"/>
              <a:gd name="connsiteY1" fmla="*/ 469107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495302 w 1236802"/>
              <a:gd name="connsiteY1" fmla="*/ 335757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471489 w 1236802"/>
              <a:gd name="connsiteY1" fmla="*/ 285751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564358 w 1236802"/>
              <a:gd name="connsiteY1" fmla="*/ 416720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502446 w 1236802"/>
              <a:gd name="connsiteY1" fmla="*/ 533401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7949"/>
              <a:gd name="connsiteX1" fmla="*/ 502446 w 1236802"/>
              <a:gd name="connsiteY1" fmla="*/ 533401 h 687949"/>
              <a:gd name="connsiteX2" fmla="*/ 711994 w 1236802"/>
              <a:gd name="connsiteY2" fmla="*/ 433388 h 687949"/>
              <a:gd name="connsiteX3" fmla="*/ 1012031 w 1236802"/>
              <a:gd name="connsiteY3" fmla="*/ 647700 h 687949"/>
              <a:gd name="connsiteX4" fmla="*/ 1233487 w 1236802"/>
              <a:gd name="connsiteY4" fmla="*/ 681037 h 687949"/>
              <a:gd name="connsiteX5" fmla="*/ 1135856 w 1236802"/>
              <a:gd name="connsiteY5" fmla="*/ 561975 h 687949"/>
              <a:gd name="connsiteX6" fmla="*/ 1009650 w 1236802"/>
              <a:gd name="connsiteY6" fmla="*/ 390525 h 687949"/>
              <a:gd name="connsiteX7" fmla="*/ 722781 w 1236802"/>
              <a:gd name="connsiteY7" fmla="*/ 226304 h 687949"/>
              <a:gd name="connsiteX8" fmla="*/ 273845 w 1236802"/>
              <a:gd name="connsiteY8" fmla="*/ 0 h 687949"/>
              <a:gd name="connsiteX0" fmla="*/ 0 w 1236802"/>
              <a:gd name="connsiteY0" fmla="*/ 342900 h 684521"/>
              <a:gd name="connsiteX1" fmla="*/ 502446 w 1236802"/>
              <a:gd name="connsiteY1" fmla="*/ 533401 h 684521"/>
              <a:gd name="connsiteX2" fmla="*/ 762000 w 1236802"/>
              <a:gd name="connsiteY2" fmla="*/ 595313 h 684521"/>
              <a:gd name="connsiteX3" fmla="*/ 1012031 w 1236802"/>
              <a:gd name="connsiteY3" fmla="*/ 647700 h 684521"/>
              <a:gd name="connsiteX4" fmla="*/ 1233487 w 1236802"/>
              <a:gd name="connsiteY4" fmla="*/ 681037 h 684521"/>
              <a:gd name="connsiteX5" fmla="*/ 1135856 w 1236802"/>
              <a:gd name="connsiteY5" fmla="*/ 561975 h 684521"/>
              <a:gd name="connsiteX6" fmla="*/ 1009650 w 1236802"/>
              <a:gd name="connsiteY6" fmla="*/ 390525 h 684521"/>
              <a:gd name="connsiteX7" fmla="*/ 722781 w 1236802"/>
              <a:gd name="connsiteY7" fmla="*/ 226304 h 684521"/>
              <a:gd name="connsiteX8" fmla="*/ 273845 w 1236802"/>
              <a:gd name="connsiteY8" fmla="*/ 0 h 684521"/>
              <a:gd name="connsiteX0" fmla="*/ 0 w 1240954"/>
              <a:gd name="connsiteY0" fmla="*/ 342900 h 712575"/>
              <a:gd name="connsiteX1" fmla="*/ 502446 w 1240954"/>
              <a:gd name="connsiteY1" fmla="*/ 533401 h 712575"/>
              <a:gd name="connsiteX2" fmla="*/ 762000 w 1240954"/>
              <a:gd name="connsiteY2" fmla="*/ 595313 h 712575"/>
              <a:gd name="connsiteX3" fmla="*/ 1181099 w 1240954"/>
              <a:gd name="connsiteY3" fmla="*/ 707231 h 712575"/>
              <a:gd name="connsiteX4" fmla="*/ 1233487 w 1240954"/>
              <a:gd name="connsiteY4" fmla="*/ 681037 h 712575"/>
              <a:gd name="connsiteX5" fmla="*/ 1135856 w 1240954"/>
              <a:gd name="connsiteY5" fmla="*/ 561975 h 712575"/>
              <a:gd name="connsiteX6" fmla="*/ 1009650 w 1240954"/>
              <a:gd name="connsiteY6" fmla="*/ 390525 h 712575"/>
              <a:gd name="connsiteX7" fmla="*/ 722781 w 1240954"/>
              <a:gd name="connsiteY7" fmla="*/ 226304 h 712575"/>
              <a:gd name="connsiteX8" fmla="*/ 273845 w 1240954"/>
              <a:gd name="connsiteY8" fmla="*/ 0 h 712575"/>
              <a:gd name="connsiteX0" fmla="*/ 0 w 1243034"/>
              <a:gd name="connsiteY0" fmla="*/ 342900 h 718769"/>
              <a:gd name="connsiteX1" fmla="*/ 502446 w 1243034"/>
              <a:gd name="connsiteY1" fmla="*/ 533401 h 718769"/>
              <a:gd name="connsiteX2" fmla="*/ 762000 w 1243034"/>
              <a:gd name="connsiteY2" fmla="*/ 595313 h 718769"/>
              <a:gd name="connsiteX3" fmla="*/ 1181099 w 1243034"/>
              <a:gd name="connsiteY3" fmla="*/ 707231 h 718769"/>
              <a:gd name="connsiteX4" fmla="*/ 1233487 w 1243034"/>
              <a:gd name="connsiteY4" fmla="*/ 681037 h 718769"/>
              <a:gd name="connsiteX5" fmla="*/ 1135856 w 1243034"/>
              <a:gd name="connsiteY5" fmla="*/ 561975 h 718769"/>
              <a:gd name="connsiteX6" fmla="*/ 1009650 w 1243034"/>
              <a:gd name="connsiteY6" fmla="*/ 390525 h 718769"/>
              <a:gd name="connsiteX7" fmla="*/ 722781 w 1243034"/>
              <a:gd name="connsiteY7" fmla="*/ 226304 h 718769"/>
              <a:gd name="connsiteX8" fmla="*/ 273845 w 1243034"/>
              <a:gd name="connsiteY8" fmla="*/ 0 h 718769"/>
              <a:gd name="connsiteX0" fmla="*/ 0 w 1243034"/>
              <a:gd name="connsiteY0" fmla="*/ 342900 h 718769"/>
              <a:gd name="connsiteX1" fmla="*/ 488159 w 1243034"/>
              <a:gd name="connsiteY1" fmla="*/ 521494 h 718769"/>
              <a:gd name="connsiteX2" fmla="*/ 762000 w 1243034"/>
              <a:gd name="connsiteY2" fmla="*/ 595313 h 718769"/>
              <a:gd name="connsiteX3" fmla="*/ 1181099 w 1243034"/>
              <a:gd name="connsiteY3" fmla="*/ 707231 h 718769"/>
              <a:gd name="connsiteX4" fmla="*/ 1233487 w 1243034"/>
              <a:gd name="connsiteY4" fmla="*/ 681037 h 718769"/>
              <a:gd name="connsiteX5" fmla="*/ 1135856 w 1243034"/>
              <a:gd name="connsiteY5" fmla="*/ 561975 h 718769"/>
              <a:gd name="connsiteX6" fmla="*/ 1009650 w 1243034"/>
              <a:gd name="connsiteY6" fmla="*/ 390525 h 718769"/>
              <a:gd name="connsiteX7" fmla="*/ 722781 w 1243034"/>
              <a:gd name="connsiteY7" fmla="*/ 226304 h 718769"/>
              <a:gd name="connsiteX8" fmla="*/ 273845 w 1243034"/>
              <a:gd name="connsiteY8" fmla="*/ 0 h 718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3034" h="718769">
                <a:moveTo>
                  <a:pt x="0" y="342900"/>
                </a:moveTo>
                <a:cubicBezTo>
                  <a:pt x="47625" y="360760"/>
                  <a:pt x="361159" y="479425"/>
                  <a:pt x="488159" y="521494"/>
                </a:cubicBezTo>
                <a:cubicBezTo>
                  <a:pt x="615159" y="563563"/>
                  <a:pt x="646510" y="564357"/>
                  <a:pt x="762000" y="595313"/>
                </a:cubicBezTo>
                <a:cubicBezTo>
                  <a:pt x="877490" y="626269"/>
                  <a:pt x="1105328" y="681975"/>
                  <a:pt x="1181099" y="707231"/>
                </a:cubicBezTo>
                <a:cubicBezTo>
                  <a:pt x="1266824" y="735805"/>
                  <a:pt x="1241028" y="705246"/>
                  <a:pt x="1233487" y="681037"/>
                </a:cubicBezTo>
                <a:cubicBezTo>
                  <a:pt x="1225947" y="656828"/>
                  <a:pt x="1173162" y="610394"/>
                  <a:pt x="1135856" y="561975"/>
                </a:cubicBezTo>
                <a:cubicBezTo>
                  <a:pt x="1098550" y="513556"/>
                  <a:pt x="1109452" y="465520"/>
                  <a:pt x="1009650" y="390525"/>
                </a:cubicBezTo>
                <a:cubicBezTo>
                  <a:pt x="938730" y="337233"/>
                  <a:pt x="845415" y="291392"/>
                  <a:pt x="722781" y="226304"/>
                </a:cubicBezTo>
                <a:cubicBezTo>
                  <a:pt x="600147" y="161217"/>
                  <a:pt x="675086" y="205978"/>
                  <a:pt x="273845" y="0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C23EA54F-726D-160E-F0CF-5DD145A72CDF}"/>
              </a:ext>
            </a:extLst>
          </p:cNvPr>
          <p:cNvSpPr/>
          <p:nvPr userDrawn="1"/>
        </p:nvSpPr>
        <p:spPr>
          <a:xfrm>
            <a:off x="1647771" y="6174723"/>
            <a:ext cx="2334694" cy="532284"/>
          </a:xfrm>
          <a:custGeom>
            <a:avLst/>
            <a:gdLst>
              <a:gd name="connsiteX0" fmla="*/ 0 w 1104900"/>
              <a:gd name="connsiteY0" fmla="*/ 323890 h 597565"/>
              <a:gd name="connsiteX1" fmla="*/ 57150 w 1104900"/>
              <a:gd name="connsiteY1" fmla="*/ 342940 h 597565"/>
              <a:gd name="connsiteX2" fmla="*/ 228600 w 1104900"/>
              <a:gd name="connsiteY2" fmla="*/ 409615 h 597565"/>
              <a:gd name="connsiteX3" fmla="*/ 447675 w 1104900"/>
              <a:gd name="connsiteY3" fmla="*/ 447715 h 597565"/>
              <a:gd name="connsiteX4" fmla="*/ 523875 w 1104900"/>
              <a:gd name="connsiteY4" fmla="*/ 466765 h 597565"/>
              <a:gd name="connsiteX5" fmla="*/ 552450 w 1104900"/>
              <a:gd name="connsiteY5" fmla="*/ 476290 h 597565"/>
              <a:gd name="connsiteX6" fmla="*/ 638175 w 1104900"/>
              <a:gd name="connsiteY6" fmla="*/ 485815 h 597565"/>
              <a:gd name="connsiteX7" fmla="*/ 723900 w 1104900"/>
              <a:gd name="connsiteY7" fmla="*/ 523915 h 597565"/>
              <a:gd name="connsiteX8" fmla="*/ 781050 w 1104900"/>
              <a:gd name="connsiteY8" fmla="*/ 542965 h 597565"/>
              <a:gd name="connsiteX9" fmla="*/ 828675 w 1104900"/>
              <a:gd name="connsiteY9" fmla="*/ 562015 h 597565"/>
              <a:gd name="connsiteX10" fmla="*/ 952500 w 1104900"/>
              <a:gd name="connsiteY10" fmla="*/ 581065 h 597565"/>
              <a:gd name="connsiteX11" fmla="*/ 1066800 w 1104900"/>
              <a:gd name="connsiteY11" fmla="*/ 581065 h 597565"/>
              <a:gd name="connsiteX12" fmla="*/ 1095375 w 1104900"/>
              <a:gd name="connsiteY12" fmla="*/ 495340 h 597565"/>
              <a:gd name="connsiteX13" fmla="*/ 1000125 w 1104900"/>
              <a:gd name="connsiteY13" fmla="*/ 285790 h 597565"/>
              <a:gd name="connsiteX14" fmla="*/ 971550 w 1104900"/>
              <a:gd name="connsiteY14" fmla="*/ 257215 h 597565"/>
              <a:gd name="connsiteX15" fmla="*/ 895350 w 1104900"/>
              <a:gd name="connsiteY15" fmla="*/ 161965 h 597565"/>
              <a:gd name="connsiteX16" fmla="*/ 695325 w 1104900"/>
              <a:gd name="connsiteY16" fmla="*/ 85765 h 597565"/>
              <a:gd name="connsiteX17" fmla="*/ 476250 w 1104900"/>
              <a:gd name="connsiteY17" fmla="*/ 38140 h 597565"/>
              <a:gd name="connsiteX18" fmla="*/ 323850 w 1104900"/>
              <a:gd name="connsiteY18" fmla="*/ 40 h 597565"/>
              <a:gd name="connsiteX0" fmla="*/ 0 w 1104900"/>
              <a:gd name="connsiteY0" fmla="*/ 323850 h 597525"/>
              <a:gd name="connsiteX1" fmla="*/ 57150 w 1104900"/>
              <a:gd name="connsiteY1" fmla="*/ 342900 h 597525"/>
              <a:gd name="connsiteX2" fmla="*/ 228600 w 1104900"/>
              <a:gd name="connsiteY2" fmla="*/ 409575 h 597525"/>
              <a:gd name="connsiteX3" fmla="*/ 447675 w 1104900"/>
              <a:gd name="connsiteY3" fmla="*/ 447675 h 597525"/>
              <a:gd name="connsiteX4" fmla="*/ 523875 w 1104900"/>
              <a:gd name="connsiteY4" fmla="*/ 466725 h 597525"/>
              <a:gd name="connsiteX5" fmla="*/ 552450 w 1104900"/>
              <a:gd name="connsiteY5" fmla="*/ 476250 h 597525"/>
              <a:gd name="connsiteX6" fmla="*/ 638175 w 1104900"/>
              <a:gd name="connsiteY6" fmla="*/ 485775 h 597525"/>
              <a:gd name="connsiteX7" fmla="*/ 723900 w 1104900"/>
              <a:gd name="connsiteY7" fmla="*/ 523875 h 597525"/>
              <a:gd name="connsiteX8" fmla="*/ 781050 w 1104900"/>
              <a:gd name="connsiteY8" fmla="*/ 542925 h 597525"/>
              <a:gd name="connsiteX9" fmla="*/ 828675 w 1104900"/>
              <a:gd name="connsiteY9" fmla="*/ 561975 h 597525"/>
              <a:gd name="connsiteX10" fmla="*/ 952500 w 1104900"/>
              <a:gd name="connsiteY10" fmla="*/ 581025 h 597525"/>
              <a:gd name="connsiteX11" fmla="*/ 1066800 w 1104900"/>
              <a:gd name="connsiteY11" fmla="*/ 581025 h 597525"/>
              <a:gd name="connsiteX12" fmla="*/ 1095375 w 1104900"/>
              <a:gd name="connsiteY12" fmla="*/ 495300 h 597525"/>
              <a:gd name="connsiteX13" fmla="*/ 1000125 w 1104900"/>
              <a:gd name="connsiteY13" fmla="*/ 285750 h 597525"/>
              <a:gd name="connsiteX14" fmla="*/ 971550 w 1104900"/>
              <a:gd name="connsiteY14" fmla="*/ 257175 h 597525"/>
              <a:gd name="connsiteX15" fmla="*/ 895350 w 1104900"/>
              <a:gd name="connsiteY15" fmla="*/ 161925 h 597525"/>
              <a:gd name="connsiteX16" fmla="*/ 695325 w 1104900"/>
              <a:gd name="connsiteY16" fmla="*/ 85725 h 597525"/>
              <a:gd name="connsiteX17" fmla="*/ 323850 w 1104900"/>
              <a:gd name="connsiteY17" fmla="*/ 0 h 597525"/>
              <a:gd name="connsiteX0" fmla="*/ 0 w 1104900"/>
              <a:gd name="connsiteY0" fmla="*/ 323850 h 597525"/>
              <a:gd name="connsiteX1" fmla="*/ 57150 w 1104900"/>
              <a:gd name="connsiteY1" fmla="*/ 342900 h 597525"/>
              <a:gd name="connsiteX2" fmla="*/ 228600 w 1104900"/>
              <a:gd name="connsiteY2" fmla="*/ 409575 h 597525"/>
              <a:gd name="connsiteX3" fmla="*/ 447675 w 1104900"/>
              <a:gd name="connsiteY3" fmla="*/ 447675 h 597525"/>
              <a:gd name="connsiteX4" fmla="*/ 523875 w 1104900"/>
              <a:gd name="connsiteY4" fmla="*/ 466725 h 597525"/>
              <a:gd name="connsiteX5" fmla="*/ 552450 w 1104900"/>
              <a:gd name="connsiteY5" fmla="*/ 476250 h 597525"/>
              <a:gd name="connsiteX6" fmla="*/ 638175 w 1104900"/>
              <a:gd name="connsiteY6" fmla="*/ 485775 h 597525"/>
              <a:gd name="connsiteX7" fmla="*/ 723900 w 1104900"/>
              <a:gd name="connsiteY7" fmla="*/ 523875 h 597525"/>
              <a:gd name="connsiteX8" fmla="*/ 781050 w 1104900"/>
              <a:gd name="connsiteY8" fmla="*/ 542925 h 597525"/>
              <a:gd name="connsiteX9" fmla="*/ 828675 w 1104900"/>
              <a:gd name="connsiteY9" fmla="*/ 561975 h 597525"/>
              <a:gd name="connsiteX10" fmla="*/ 952500 w 1104900"/>
              <a:gd name="connsiteY10" fmla="*/ 581025 h 597525"/>
              <a:gd name="connsiteX11" fmla="*/ 1066800 w 1104900"/>
              <a:gd name="connsiteY11" fmla="*/ 581025 h 597525"/>
              <a:gd name="connsiteX12" fmla="*/ 1095375 w 1104900"/>
              <a:gd name="connsiteY12" fmla="*/ 495300 h 597525"/>
              <a:gd name="connsiteX13" fmla="*/ 1000125 w 1104900"/>
              <a:gd name="connsiteY13" fmla="*/ 285750 h 597525"/>
              <a:gd name="connsiteX14" fmla="*/ 971550 w 1104900"/>
              <a:gd name="connsiteY14" fmla="*/ 257175 h 597525"/>
              <a:gd name="connsiteX15" fmla="*/ 695325 w 1104900"/>
              <a:gd name="connsiteY15" fmla="*/ 85725 h 597525"/>
              <a:gd name="connsiteX16" fmla="*/ 323850 w 1104900"/>
              <a:gd name="connsiteY16" fmla="*/ 0 h 597525"/>
              <a:gd name="connsiteX0" fmla="*/ 0 w 1104900"/>
              <a:gd name="connsiteY0" fmla="*/ 345282 h 618957"/>
              <a:gd name="connsiteX1" fmla="*/ 57150 w 1104900"/>
              <a:gd name="connsiteY1" fmla="*/ 364332 h 618957"/>
              <a:gd name="connsiteX2" fmla="*/ 228600 w 1104900"/>
              <a:gd name="connsiteY2" fmla="*/ 431007 h 618957"/>
              <a:gd name="connsiteX3" fmla="*/ 447675 w 1104900"/>
              <a:gd name="connsiteY3" fmla="*/ 469107 h 618957"/>
              <a:gd name="connsiteX4" fmla="*/ 523875 w 1104900"/>
              <a:gd name="connsiteY4" fmla="*/ 488157 h 618957"/>
              <a:gd name="connsiteX5" fmla="*/ 552450 w 1104900"/>
              <a:gd name="connsiteY5" fmla="*/ 497682 h 618957"/>
              <a:gd name="connsiteX6" fmla="*/ 638175 w 1104900"/>
              <a:gd name="connsiteY6" fmla="*/ 507207 h 618957"/>
              <a:gd name="connsiteX7" fmla="*/ 723900 w 1104900"/>
              <a:gd name="connsiteY7" fmla="*/ 545307 h 618957"/>
              <a:gd name="connsiteX8" fmla="*/ 781050 w 1104900"/>
              <a:gd name="connsiteY8" fmla="*/ 564357 h 618957"/>
              <a:gd name="connsiteX9" fmla="*/ 828675 w 1104900"/>
              <a:gd name="connsiteY9" fmla="*/ 583407 h 618957"/>
              <a:gd name="connsiteX10" fmla="*/ 952500 w 1104900"/>
              <a:gd name="connsiteY10" fmla="*/ 602457 h 618957"/>
              <a:gd name="connsiteX11" fmla="*/ 1066800 w 1104900"/>
              <a:gd name="connsiteY11" fmla="*/ 602457 h 618957"/>
              <a:gd name="connsiteX12" fmla="*/ 1095375 w 1104900"/>
              <a:gd name="connsiteY12" fmla="*/ 516732 h 618957"/>
              <a:gd name="connsiteX13" fmla="*/ 1000125 w 1104900"/>
              <a:gd name="connsiteY13" fmla="*/ 307182 h 618957"/>
              <a:gd name="connsiteX14" fmla="*/ 971550 w 1104900"/>
              <a:gd name="connsiteY14" fmla="*/ 278607 h 618957"/>
              <a:gd name="connsiteX15" fmla="*/ 695325 w 1104900"/>
              <a:gd name="connsiteY15" fmla="*/ 107157 h 618957"/>
              <a:gd name="connsiteX16" fmla="*/ 323850 w 1104900"/>
              <a:gd name="connsiteY16" fmla="*/ 0 h 618957"/>
              <a:gd name="connsiteX0" fmla="*/ 0 w 1104900"/>
              <a:gd name="connsiteY0" fmla="*/ 345282 h 618957"/>
              <a:gd name="connsiteX1" fmla="*/ 228600 w 1104900"/>
              <a:gd name="connsiteY1" fmla="*/ 431007 h 618957"/>
              <a:gd name="connsiteX2" fmla="*/ 447675 w 1104900"/>
              <a:gd name="connsiteY2" fmla="*/ 469107 h 618957"/>
              <a:gd name="connsiteX3" fmla="*/ 523875 w 1104900"/>
              <a:gd name="connsiteY3" fmla="*/ 488157 h 618957"/>
              <a:gd name="connsiteX4" fmla="*/ 552450 w 1104900"/>
              <a:gd name="connsiteY4" fmla="*/ 497682 h 618957"/>
              <a:gd name="connsiteX5" fmla="*/ 638175 w 1104900"/>
              <a:gd name="connsiteY5" fmla="*/ 507207 h 618957"/>
              <a:gd name="connsiteX6" fmla="*/ 723900 w 1104900"/>
              <a:gd name="connsiteY6" fmla="*/ 545307 h 618957"/>
              <a:gd name="connsiteX7" fmla="*/ 781050 w 1104900"/>
              <a:gd name="connsiteY7" fmla="*/ 564357 h 618957"/>
              <a:gd name="connsiteX8" fmla="*/ 828675 w 1104900"/>
              <a:gd name="connsiteY8" fmla="*/ 583407 h 618957"/>
              <a:gd name="connsiteX9" fmla="*/ 952500 w 1104900"/>
              <a:gd name="connsiteY9" fmla="*/ 602457 h 618957"/>
              <a:gd name="connsiteX10" fmla="*/ 1066800 w 1104900"/>
              <a:gd name="connsiteY10" fmla="*/ 602457 h 618957"/>
              <a:gd name="connsiteX11" fmla="*/ 1095375 w 1104900"/>
              <a:gd name="connsiteY11" fmla="*/ 516732 h 618957"/>
              <a:gd name="connsiteX12" fmla="*/ 1000125 w 1104900"/>
              <a:gd name="connsiteY12" fmla="*/ 307182 h 618957"/>
              <a:gd name="connsiteX13" fmla="*/ 971550 w 1104900"/>
              <a:gd name="connsiteY13" fmla="*/ 278607 h 618957"/>
              <a:gd name="connsiteX14" fmla="*/ 695325 w 1104900"/>
              <a:gd name="connsiteY14" fmla="*/ 107157 h 618957"/>
              <a:gd name="connsiteX15" fmla="*/ 323850 w 1104900"/>
              <a:gd name="connsiteY15" fmla="*/ 0 h 618957"/>
              <a:gd name="connsiteX0" fmla="*/ 0 w 1104900"/>
              <a:gd name="connsiteY0" fmla="*/ 345282 h 618957"/>
              <a:gd name="connsiteX1" fmla="*/ 228600 w 1104900"/>
              <a:gd name="connsiteY1" fmla="*/ 431007 h 618957"/>
              <a:gd name="connsiteX2" fmla="*/ 523875 w 1104900"/>
              <a:gd name="connsiteY2" fmla="*/ 488157 h 618957"/>
              <a:gd name="connsiteX3" fmla="*/ 552450 w 1104900"/>
              <a:gd name="connsiteY3" fmla="*/ 497682 h 618957"/>
              <a:gd name="connsiteX4" fmla="*/ 638175 w 1104900"/>
              <a:gd name="connsiteY4" fmla="*/ 507207 h 618957"/>
              <a:gd name="connsiteX5" fmla="*/ 723900 w 1104900"/>
              <a:gd name="connsiteY5" fmla="*/ 545307 h 618957"/>
              <a:gd name="connsiteX6" fmla="*/ 781050 w 1104900"/>
              <a:gd name="connsiteY6" fmla="*/ 564357 h 618957"/>
              <a:gd name="connsiteX7" fmla="*/ 828675 w 1104900"/>
              <a:gd name="connsiteY7" fmla="*/ 583407 h 618957"/>
              <a:gd name="connsiteX8" fmla="*/ 952500 w 1104900"/>
              <a:gd name="connsiteY8" fmla="*/ 602457 h 618957"/>
              <a:gd name="connsiteX9" fmla="*/ 1066800 w 1104900"/>
              <a:gd name="connsiteY9" fmla="*/ 602457 h 618957"/>
              <a:gd name="connsiteX10" fmla="*/ 1095375 w 1104900"/>
              <a:gd name="connsiteY10" fmla="*/ 516732 h 618957"/>
              <a:gd name="connsiteX11" fmla="*/ 1000125 w 1104900"/>
              <a:gd name="connsiteY11" fmla="*/ 307182 h 618957"/>
              <a:gd name="connsiteX12" fmla="*/ 971550 w 1104900"/>
              <a:gd name="connsiteY12" fmla="*/ 278607 h 618957"/>
              <a:gd name="connsiteX13" fmla="*/ 695325 w 1104900"/>
              <a:gd name="connsiteY13" fmla="*/ 107157 h 618957"/>
              <a:gd name="connsiteX14" fmla="*/ 323850 w 1104900"/>
              <a:gd name="connsiteY14" fmla="*/ 0 h 618957"/>
              <a:gd name="connsiteX0" fmla="*/ 0 w 1104900"/>
              <a:gd name="connsiteY0" fmla="*/ 345282 h 618957"/>
              <a:gd name="connsiteX1" fmla="*/ 228600 w 1104900"/>
              <a:gd name="connsiteY1" fmla="*/ 431007 h 618957"/>
              <a:gd name="connsiteX2" fmla="*/ 523875 w 1104900"/>
              <a:gd name="connsiteY2" fmla="*/ 488157 h 618957"/>
              <a:gd name="connsiteX3" fmla="*/ 552450 w 1104900"/>
              <a:gd name="connsiteY3" fmla="*/ 497682 h 618957"/>
              <a:gd name="connsiteX4" fmla="*/ 723900 w 1104900"/>
              <a:gd name="connsiteY4" fmla="*/ 545307 h 618957"/>
              <a:gd name="connsiteX5" fmla="*/ 781050 w 1104900"/>
              <a:gd name="connsiteY5" fmla="*/ 564357 h 618957"/>
              <a:gd name="connsiteX6" fmla="*/ 828675 w 1104900"/>
              <a:gd name="connsiteY6" fmla="*/ 583407 h 618957"/>
              <a:gd name="connsiteX7" fmla="*/ 952500 w 1104900"/>
              <a:gd name="connsiteY7" fmla="*/ 602457 h 618957"/>
              <a:gd name="connsiteX8" fmla="*/ 1066800 w 1104900"/>
              <a:gd name="connsiteY8" fmla="*/ 602457 h 618957"/>
              <a:gd name="connsiteX9" fmla="*/ 1095375 w 1104900"/>
              <a:gd name="connsiteY9" fmla="*/ 516732 h 618957"/>
              <a:gd name="connsiteX10" fmla="*/ 1000125 w 1104900"/>
              <a:gd name="connsiteY10" fmla="*/ 307182 h 618957"/>
              <a:gd name="connsiteX11" fmla="*/ 971550 w 1104900"/>
              <a:gd name="connsiteY11" fmla="*/ 278607 h 618957"/>
              <a:gd name="connsiteX12" fmla="*/ 695325 w 1104900"/>
              <a:gd name="connsiteY12" fmla="*/ 107157 h 618957"/>
              <a:gd name="connsiteX13" fmla="*/ 323850 w 1104900"/>
              <a:gd name="connsiteY13" fmla="*/ 0 h 618957"/>
              <a:gd name="connsiteX0" fmla="*/ 0 w 1104900"/>
              <a:gd name="connsiteY0" fmla="*/ 345282 h 618957"/>
              <a:gd name="connsiteX1" fmla="*/ 228600 w 1104900"/>
              <a:gd name="connsiteY1" fmla="*/ 431007 h 618957"/>
              <a:gd name="connsiteX2" fmla="*/ 552450 w 1104900"/>
              <a:gd name="connsiteY2" fmla="*/ 497682 h 618957"/>
              <a:gd name="connsiteX3" fmla="*/ 723900 w 1104900"/>
              <a:gd name="connsiteY3" fmla="*/ 545307 h 618957"/>
              <a:gd name="connsiteX4" fmla="*/ 781050 w 1104900"/>
              <a:gd name="connsiteY4" fmla="*/ 564357 h 618957"/>
              <a:gd name="connsiteX5" fmla="*/ 828675 w 1104900"/>
              <a:gd name="connsiteY5" fmla="*/ 583407 h 618957"/>
              <a:gd name="connsiteX6" fmla="*/ 952500 w 1104900"/>
              <a:gd name="connsiteY6" fmla="*/ 602457 h 618957"/>
              <a:gd name="connsiteX7" fmla="*/ 1066800 w 1104900"/>
              <a:gd name="connsiteY7" fmla="*/ 602457 h 618957"/>
              <a:gd name="connsiteX8" fmla="*/ 1095375 w 1104900"/>
              <a:gd name="connsiteY8" fmla="*/ 516732 h 618957"/>
              <a:gd name="connsiteX9" fmla="*/ 1000125 w 1104900"/>
              <a:gd name="connsiteY9" fmla="*/ 307182 h 618957"/>
              <a:gd name="connsiteX10" fmla="*/ 971550 w 1104900"/>
              <a:gd name="connsiteY10" fmla="*/ 278607 h 618957"/>
              <a:gd name="connsiteX11" fmla="*/ 695325 w 1104900"/>
              <a:gd name="connsiteY11" fmla="*/ 107157 h 618957"/>
              <a:gd name="connsiteX12" fmla="*/ 323850 w 1104900"/>
              <a:gd name="connsiteY12" fmla="*/ 0 h 618957"/>
              <a:gd name="connsiteX0" fmla="*/ 0 w 1104900"/>
              <a:gd name="connsiteY0" fmla="*/ 345282 h 618957"/>
              <a:gd name="connsiteX1" fmla="*/ 228600 w 1104900"/>
              <a:gd name="connsiteY1" fmla="*/ 431007 h 618957"/>
              <a:gd name="connsiteX2" fmla="*/ 552450 w 1104900"/>
              <a:gd name="connsiteY2" fmla="*/ 497682 h 618957"/>
              <a:gd name="connsiteX3" fmla="*/ 781050 w 1104900"/>
              <a:gd name="connsiteY3" fmla="*/ 564357 h 618957"/>
              <a:gd name="connsiteX4" fmla="*/ 828675 w 1104900"/>
              <a:gd name="connsiteY4" fmla="*/ 583407 h 618957"/>
              <a:gd name="connsiteX5" fmla="*/ 952500 w 1104900"/>
              <a:gd name="connsiteY5" fmla="*/ 602457 h 618957"/>
              <a:gd name="connsiteX6" fmla="*/ 1066800 w 1104900"/>
              <a:gd name="connsiteY6" fmla="*/ 602457 h 618957"/>
              <a:gd name="connsiteX7" fmla="*/ 1095375 w 1104900"/>
              <a:gd name="connsiteY7" fmla="*/ 516732 h 618957"/>
              <a:gd name="connsiteX8" fmla="*/ 1000125 w 1104900"/>
              <a:gd name="connsiteY8" fmla="*/ 307182 h 618957"/>
              <a:gd name="connsiteX9" fmla="*/ 971550 w 1104900"/>
              <a:gd name="connsiteY9" fmla="*/ 278607 h 618957"/>
              <a:gd name="connsiteX10" fmla="*/ 695325 w 1104900"/>
              <a:gd name="connsiteY10" fmla="*/ 107157 h 618957"/>
              <a:gd name="connsiteX11" fmla="*/ 323850 w 1104900"/>
              <a:gd name="connsiteY11" fmla="*/ 0 h 618957"/>
              <a:gd name="connsiteX0" fmla="*/ 0 w 1104900"/>
              <a:gd name="connsiteY0" fmla="*/ 345282 h 618957"/>
              <a:gd name="connsiteX1" fmla="*/ 228600 w 1104900"/>
              <a:gd name="connsiteY1" fmla="*/ 431007 h 618957"/>
              <a:gd name="connsiteX2" fmla="*/ 552450 w 1104900"/>
              <a:gd name="connsiteY2" fmla="*/ 497682 h 618957"/>
              <a:gd name="connsiteX3" fmla="*/ 781050 w 1104900"/>
              <a:gd name="connsiteY3" fmla="*/ 564357 h 618957"/>
              <a:gd name="connsiteX4" fmla="*/ 828675 w 1104900"/>
              <a:gd name="connsiteY4" fmla="*/ 583407 h 618957"/>
              <a:gd name="connsiteX5" fmla="*/ 952500 w 1104900"/>
              <a:gd name="connsiteY5" fmla="*/ 602457 h 618957"/>
              <a:gd name="connsiteX6" fmla="*/ 1066800 w 1104900"/>
              <a:gd name="connsiteY6" fmla="*/ 602457 h 618957"/>
              <a:gd name="connsiteX7" fmla="*/ 1095375 w 1104900"/>
              <a:gd name="connsiteY7" fmla="*/ 516732 h 618957"/>
              <a:gd name="connsiteX8" fmla="*/ 1000125 w 1104900"/>
              <a:gd name="connsiteY8" fmla="*/ 307182 h 618957"/>
              <a:gd name="connsiteX9" fmla="*/ 971550 w 1104900"/>
              <a:gd name="connsiteY9" fmla="*/ 278607 h 618957"/>
              <a:gd name="connsiteX10" fmla="*/ 695325 w 1104900"/>
              <a:gd name="connsiteY10" fmla="*/ 130970 h 618957"/>
              <a:gd name="connsiteX11" fmla="*/ 323850 w 1104900"/>
              <a:gd name="connsiteY11" fmla="*/ 0 h 618957"/>
              <a:gd name="connsiteX0" fmla="*/ 0 w 1104900"/>
              <a:gd name="connsiteY0" fmla="*/ 376238 h 649913"/>
              <a:gd name="connsiteX1" fmla="*/ 228600 w 1104900"/>
              <a:gd name="connsiteY1" fmla="*/ 461963 h 649913"/>
              <a:gd name="connsiteX2" fmla="*/ 552450 w 1104900"/>
              <a:gd name="connsiteY2" fmla="*/ 528638 h 649913"/>
              <a:gd name="connsiteX3" fmla="*/ 781050 w 1104900"/>
              <a:gd name="connsiteY3" fmla="*/ 595313 h 649913"/>
              <a:gd name="connsiteX4" fmla="*/ 828675 w 1104900"/>
              <a:gd name="connsiteY4" fmla="*/ 614363 h 649913"/>
              <a:gd name="connsiteX5" fmla="*/ 952500 w 1104900"/>
              <a:gd name="connsiteY5" fmla="*/ 633413 h 649913"/>
              <a:gd name="connsiteX6" fmla="*/ 1066800 w 1104900"/>
              <a:gd name="connsiteY6" fmla="*/ 633413 h 649913"/>
              <a:gd name="connsiteX7" fmla="*/ 1095375 w 1104900"/>
              <a:gd name="connsiteY7" fmla="*/ 547688 h 649913"/>
              <a:gd name="connsiteX8" fmla="*/ 1000125 w 1104900"/>
              <a:gd name="connsiteY8" fmla="*/ 338138 h 649913"/>
              <a:gd name="connsiteX9" fmla="*/ 971550 w 1104900"/>
              <a:gd name="connsiteY9" fmla="*/ 309563 h 649913"/>
              <a:gd name="connsiteX10" fmla="*/ 695325 w 1104900"/>
              <a:gd name="connsiteY10" fmla="*/ 161926 h 649913"/>
              <a:gd name="connsiteX11" fmla="*/ 297657 w 1104900"/>
              <a:gd name="connsiteY11" fmla="*/ 0 h 649913"/>
              <a:gd name="connsiteX0" fmla="*/ 0 w 1100868"/>
              <a:gd name="connsiteY0" fmla="*/ 376238 h 649913"/>
              <a:gd name="connsiteX1" fmla="*/ 228600 w 1100868"/>
              <a:gd name="connsiteY1" fmla="*/ 461963 h 649913"/>
              <a:gd name="connsiteX2" fmla="*/ 552450 w 1100868"/>
              <a:gd name="connsiteY2" fmla="*/ 528638 h 649913"/>
              <a:gd name="connsiteX3" fmla="*/ 781050 w 1100868"/>
              <a:gd name="connsiteY3" fmla="*/ 595313 h 649913"/>
              <a:gd name="connsiteX4" fmla="*/ 828675 w 1100868"/>
              <a:gd name="connsiteY4" fmla="*/ 614363 h 649913"/>
              <a:gd name="connsiteX5" fmla="*/ 952500 w 1100868"/>
              <a:gd name="connsiteY5" fmla="*/ 633413 h 649913"/>
              <a:gd name="connsiteX6" fmla="*/ 1066800 w 1100868"/>
              <a:gd name="connsiteY6" fmla="*/ 633413 h 649913"/>
              <a:gd name="connsiteX7" fmla="*/ 1095375 w 1100868"/>
              <a:gd name="connsiteY7" fmla="*/ 547688 h 649913"/>
              <a:gd name="connsiteX8" fmla="*/ 971550 w 1100868"/>
              <a:gd name="connsiteY8" fmla="*/ 309563 h 649913"/>
              <a:gd name="connsiteX9" fmla="*/ 695325 w 1100868"/>
              <a:gd name="connsiteY9" fmla="*/ 161926 h 649913"/>
              <a:gd name="connsiteX10" fmla="*/ 297657 w 1100868"/>
              <a:gd name="connsiteY10" fmla="*/ 0 h 649913"/>
              <a:gd name="connsiteX0" fmla="*/ 0 w 1100868"/>
              <a:gd name="connsiteY0" fmla="*/ 376238 h 649913"/>
              <a:gd name="connsiteX1" fmla="*/ 228600 w 1100868"/>
              <a:gd name="connsiteY1" fmla="*/ 461963 h 649913"/>
              <a:gd name="connsiteX2" fmla="*/ 552450 w 1100868"/>
              <a:gd name="connsiteY2" fmla="*/ 528638 h 649913"/>
              <a:gd name="connsiteX3" fmla="*/ 781050 w 1100868"/>
              <a:gd name="connsiteY3" fmla="*/ 595313 h 649913"/>
              <a:gd name="connsiteX4" fmla="*/ 828675 w 1100868"/>
              <a:gd name="connsiteY4" fmla="*/ 614363 h 649913"/>
              <a:gd name="connsiteX5" fmla="*/ 952500 w 1100868"/>
              <a:gd name="connsiteY5" fmla="*/ 633413 h 649913"/>
              <a:gd name="connsiteX6" fmla="*/ 1066800 w 1100868"/>
              <a:gd name="connsiteY6" fmla="*/ 633413 h 649913"/>
              <a:gd name="connsiteX7" fmla="*/ 1095375 w 1100868"/>
              <a:gd name="connsiteY7" fmla="*/ 547688 h 649913"/>
              <a:gd name="connsiteX8" fmla="*/ 971550 w 1100868"/>
              <a:gd name="connsiteY8" fmla="*/ 321469 h 649913"/>
              <a:gd name="connsiteX9" fmla="*/ 695325 w 1100868"/>
              <a:gd name="connsiteY9" fmla="*/ 161926 h 649913"/>
              <a:gd name="connsiteX10" fmla="*/ 297657 w 1100868"/>
              <a:gd name="connsiteY10" fmla="*/ 0 h 649913"/>
              <a:gd name="connsiteX0" fmla="*/ 0 w 1100868"/>
              <a:gd name="connsiteY0" fmla="*/ 376238 h 649913"/>
              <a:gd name="connsiteX1" fmla="*/ 228600 w 1100868"/>
              <a:gd name="connsiteY1" fmla="*/ 461963 h 649913"/>
              <a:gd name="connsiteX2" fmla="*/ 552450 w 1100868"/>
              <a:gd name="connsiteY2" fmla="*/ 528638 h 649913"/>
              <a:gd name="connsiteX3" fmla="*/ 781050 w 1100868"/>
              <a:gd name="connsiteY3" fmla="*/ 595313 h 649913"/>
              <a:gd name="connsiteX4" fmla="*/ 828675 w 1100868"/>
              <a:gd name="connsiteY4" fmla="*/ 614363 h 649913"/>
              <a:gd name="connsiteX5" fmla="*/ 952500 w 1100868"/>
              <a:gd name="connsiteY5" fmla="*/ 633413 h 649913"/>
              <a:gd name="connsiteX6" fmla="*/ 1066800 w 1100868"/>
              <a:gd name="connsiteY6" fmla="*/ 633413 h 649913"/>
              <a:gd name="connsiteX7" fmla="*/ 1095375 w 1100868"/>
              <a:gd name="connsiteY7" fmla="*/ 547688 h 649913"/>
              <a:gd name="connsiteX8" fmla="*/ 971550 w 1100868"/>
              <a:gd name="connsiteY8" fmla="*/ 321469 h 649913"/>
              <a:gd name="connsiteX9" fmla="*/ 695325 w 1100868"/>
              <a:gd name="connsiteY9" fmla="*/ 161926 h 649913"/>
              <a:gd name="connsiteX10" fmla="*/ 297657 w 1100868"/>
              <a:gd name="connsiteY10" fmla="*/ 0 h 649913"/>
              <a:gd name="connsiteX0" fmla="*/ 0 w 1100868"/>
              <a:gd name="connsiteY0" fmla="*/ 376238 h 649913"/>
              <a:gd name="connsiteX1" fmla="*/ 228600 w 1100868"/>
              <a:gd name="connsiteY1" fmla="*/ 461963 h 649913"/>
              <a:gd name="connsiteX2" fmla="*/ 552450 w 1100868"/>
              <a:gd name="connsiteY2" fmla="*/ 528638 h 649913"/>
              <a:gd name="connsiteX3" fmla="*/ 828675 w 1100868"/>
              <a:gd name="connsiteY3" fmla="*/ 614363 h 649913"/>
              <a:gd name="connsiteX4" fmla="*/ 952500 w 1100868"/>
              <a:gd name="connsiteY4" fmla="*/ 633413 h 649913"/>
              <a:gd name="connsiteX5" fmla="*/ 1066800 w 1100868"/>
              <a:gd name="connsiteY5" fmla="*/ 633413 h 649913"/>
              <a:gd name="connsiteX6" fmla="*/ 1095375 w 1100868"/>
              <a:gd name="connsiteY6" fmla="*/ 547688 h 649913"/>
              <a:gd name="connsiteX7" fmla="*/ 971550 w 1100868"/>
              <a:gd name="connsiteY7" fmla="*/ 321469 h 649913"/>
              <a:gd name="connsiteX8" fmla="*/ 695325 w 1100868"/>
              <a:gd name="connsiteY8" fmla="*/ 161926 h 649913"/>
              <a:gd name="connsiteX9" fmla="*/ 297657 w 1100868"/>
              <a:gd name="connsiteY9" fmla="*/ 0 h 649913"/>
              <a:gd name="connsiteX0" fmla="*/ 0 w 1105030"/>
              <a:gd name="connsiteY0" fmla="*/ 376238 h 637586"/>
              <a:gd name="connsiteX1" fmla="*/ 228600 w 1105030"/>
              <a:gd name="connsiteY1" fmla="*/ 461963 h 637586"/>
              <a:gd name="connsiteX2" fmla="*/ 552450 w 1105030"/>
              <a:gd name="connsiteY2" fmla="*/ 528638 h 637586"/>
              <a:gd name="connsiteX3" fmla="*/ 828675 w 1105030"/>
              <a:gd name="connsiteY3" fmla="*/ 614363 h 637586"/>
              <a:gd name="connsiteX4" fmla="*/ 1066800 w 1105030"/>
              <a:gd name="connsiteY4" fmla="*/ 633413 h 637586"/>
              <a:gd name="connsiteX5" fmla="*/ 1095375 w 1105030"/>
              <a:gd name="connsiteY5" fmla="*/ 547688 h 637586"/>
              <a:gd name="connsiteX6" fmla="*/ 971550 w 1105030"/>
              <a:gd name="connsiteY6" fmla="*/ 321469 h 637586"/>
              <a:gd name="connsiteX7" fmla="*/ 695325 w 1105030"/>
              <a:gd name="connsiteY7" fmla="*/ 161926 h 637586"/>
              <a:gd name="connsiteX8" fmla="*/ 297657 w 1105030"/>
              <a:gd name="connsiteY8" fmla="*/ 0 h 637586"/>
              <a:gd name="connsiteX0" fmla="*/ 0 w 1105030"/>
              <a:gd name="connsiteY0" fmla="*/ 376238 h 637586"/>
              <a:gd name="connsiteX1" fmla="*/ 228600 w 1105030"/>
              <a:gd name="connsiteY1" fmla="*/ 461963 h 637586"/>
              <a:gd name="connsiteX2" fmla="*/ 552450 w 1105030"/>
              <a:gd name="connsiteY2" fmla="*/ 528638 h 637586"/>
              <a:gd name="connsiteX3" fmla="*/ 828675 w 1105030"/>
              <a:gd name="connsiteY3" fmla="*/ 614363 h 637586"/>
              <a:gd name="connsiteX4" fmla="*/ 1066800 w 1105030"/>
              <a:gd name="connsiteY4" fmla="*/ 633413 h 637586"/>
              <a:gd name="connsiteX5" fmla="*/ 1095375 w 1105030"/>
              <a:gd name="connsiteY5" fmla="*/ 547688 h 637586"/>
              <a:gd name="connsiteX6" fmla="*/ 971550 w 1105030"/>
              <a:gd name="connsiteY6" fmla="*/ 321469 h 637586"/>
              <a:gd name="connsiteX7" fmla="*/ 687062 w 1105030"/>
              <a:gd name="connsiteY7" fmla="*/ 197730 h 637586"/>
              <a:gd name="connsiteX8" fmla="*/ 297657 w 1105030"/>
              <a:gd name="connsiteY8" fmla="*/ 0 h 637586"/>
              <a:gd name="connsiteX0" fmla="*/ 0 w 1105030"/>
              <a:gd name="connsiteY0" fmla="*/ 269082 h 530430"/>
              <a:gd name="connsiteX1" fmla="*/ 228600 w 1105030"/>
              <a:gd name="connsiteY1" fmla="*/ 354807 h 530430"/>
              <a:gd name="connsiteX2" fmla="*/ 552450 w 1105030"/>
              <a:gd name="connsiteY2" fmla="*/ 421482 h 530430"/>
              <a:gd name="connsiteX3" fmla="*/ 828675 w 1105030"/>
              <a:gd name="connsiteY3" fmla="*/ 507207 h 530430"/>
              <a:gd name="connsiteX4" fmla="*/ 1066800 w 1105030"/>
              <a:gd name="connsiteY4" fmla="*/ 526257 h 530430"/>
              <a:gd name="connsiteX5" fmla="*/ 1095375 w 1105030"/>
              <a:gd name="connsiteY5" fmla="*/ 440532 h 530430"/>
              <a:gd name="connsiteX6" fmla="*/ 971550 w 1105030"/>
              <a:gd name="connsiteY6" fmla="*/ 214313 h 530430"/>
              <a:gd name="connsiteX7" fmla="*/ 687062 w 1105030"/>
              <a:gd name="connsiteY7" fmla="*/ 90574 h 530430"/>
              <a:gd name="connsiteX8" fmla="*/ 76201 w 1105030"/>
              <a:gd name="connsiteY8" fmla="*/ 0 h 530430"/>
              <a:gd name="connsiteX0" fmla="*/ 0 w 1105030"/>
              <a:gd name="connsiteY0" fmla="*/ 390525 h 651873"/>
              <a:gd name="connsiteX1" fmla="*/ 228600 w 1105030"/>
              <a:gd name="connsiteY1" fmla="*/ 476250 h 651873"/>
              <a:gd name="connsiteX2" fmla="*/ 552450 w 1105030"/>
              <a:gd name="connsiteY2" fmla="*/ 542925 h 651873"/>
              <a:gd name="connsiteX3" fmla="*/ 828675 w 1105030"/>
              <a:gd name="connsiteY3" fmla="*/ 628650 h 651873"/>
              <a:gd name="connsiteX4" fmla="*/ 1066800 w 1105030"/>
              <a:gd name="connsiteY4" fmla="*/ 647700 h 651873"/>
              <a:gd name="connsiteX5" fmla="*/ 1095375 w 1105030"/>
              <a:gd name="connsiteY5" fmla="*/ 561975 h 651873"/>
              <a:gd name="connsiteX6" fmla="*/ 971550 w 1105030"/>
              <a:gd name="connsiteY6" fmla="*/ 335756 h 651873"/>
              <a:gd name="connsiteX7" fmla="*/ 687062 w 1105030"/>
              <a:gd name="connsiteY7" fmla="*/ 212017 h 651873"/>
              <a:gd name="connsiteX8" fmla="*/ 233364 w 1105030"/>
              <a:gd name="connsiteY8" fmla="*/ 0 h 651873"/>
              <a:gd name="connsiteX0" fmla="*/ 0 w 1105030"/>
              <a:gd name="connsiteY0" fmla="*/ 390525 h 651873"/>
              <a:gd name="connsiteX1" fmla="*/ 228600 w 1105030"/>
              <a:gd name="connsiteY1" fmla="*/ 476250 h 651873"/>
              <a:gd name="connsiteX2" fmla="*/ 552450 w 1105030"/>
              <a:gd name="connsiteY2" fmla="*/ 542925 h 651873"/>
              <a:gd name="connsiteX3" fmla="*/ 828675 w 1105030"/>
              <a:gd name="connsiteY3" fmla="*/ 628650 h 651873"/>
              <a:gd name="connsiteX4" fmla="*/ 1066800 w 1105030"/>
              <a:gd name="connsiteY4" fmla="*/ 647700 h 651873"/>
              <a:gd name="connsiteX5" fmla="*/ 1095375 w 1105030"/>
              <a:gd name="connsiteY5" fmla="*/ 561975 h 651873"/>
              <a:gd name="connsiteX6" fmla="*/ 971550 w 1105030"/>
              <a:gd name="connsiteY6" fmla="*/ 335756 h 651873"/>
              <a:gd name="connsiteX7" fmla="*/ 687062 w 1105030"/>
              <a:gd name="connsiteY7" fmla="*/ 212017 h 651873"/>
              <a:gd name="connsiteX8" fmla="*/ 233364 w 1105030"/>
              <a:gd name="connsiteY8" fmla="*/ 0 h 651873"/>
              <a:gd name="connsiteX0" fmla="*/ 0 w 1105030"/>
              <a:gd name="connsiteY0" fmla="*/ 390525 h 651873"/>
              <a:gd name="connsiteX1" fmla="*/ 228600 w 1105030"/>
              <a:gd name="connsiteY1" fmla="*/ 476250 h 651873"/>
              <a:gd name="connsiteX2" fmla="*/ 552450 w 1105030"/>
              <a:gd name="connsiteY2" fmla="*/ 542925 h 651873"/>
              <a:gd name="connsiteX3" fmla="*/ 828675 w 1105030"/>
              <a:gd name="connsiteY3" fmla="*/ 628650 h 651873"/>
              <a:gd name="connsiteX4" fmla="*/ 1066800 w 1105030"/>
              <a:gd name="connsiteY4" fmla="*/ 647700 h 651873"/>
              <a:gd name="connsiteX5" fmla="*/ 1095375 w 1105030"/>
              <a:gd name="connsiteY5" fmla="*/ 561975 h 651873"/>
              <a:gd name="connsiteX6" fmla="*/ 971550 w 1105030"/>
              <a:gd name="connsiteY6" fmla="*/ 335756 h 651873"/>
              <a:gd name="connsiteX7" fmla="*/ 682300 w 1105030"/>
              <a:gd name="connsiteY7" fmla="*/ 226304 h 651873"/>
              <a:gd name="connsiteX8" fmla="*/ 233364 w 1105030"/>
              <a:gd name="connsiteY8" fmla="*/ 0 h 651873"/>
              <a:gd name="connsiteX0" fmla="*/ 0 w 1105204"/>
              <a:gd name="connsiteY0" fmla="*/ 390525 h 651873"/>
              <a:gd name="connsiteX1" fmla="*/ 228600 w 1105204"/>
              <a:gd name="connsiteY1" fmla="*/ 476250 h 651873"/>
              <a:gd name="connsiteX2" fmla="*/ 552450 w 1105204"/>
              <a:gd name="connsiteY2" fmla="*/ 542925 h 651873"/>
              <a:gd name="connsiteX3" fmla="*/ 828675 w 1105204"/>
              <a:gd name="connsiteY3" fmla="*/ 628650 h 651873"/>
              <a:gd name="connsiteX4" fmla="*/ 1066800 w 1105204"/>
              <a:gd name="connsiteY4" fmla="*/ 647700 h 651873"/>
              <a:gd name="connsiteX5" fmla="*/ 1095375 w 1105204"/>
              <a:gd name="connsiteY5" fmla="*/ 561975 h 651873"/>
              <a:gd name="connsiteX6" fmla="*/ 969169 w 1105204"/>
              <a:gd name="connsiteY6" fmla="*/ 390525 h 651873"/>
              <a:gd name="connsiteX7" fmla="*/ 682300 w 1105204"/>
              <a:gd name="connsiteY7" fmla="*/ 226304 h 651873"/>
              <a:gd name="connsiteX8" fmla="*/ 233364 w 1105204"/>
              <a:gd name="connsiteY8" fmla="*/ 0 h 651873"/>
              <a:gd name="connsiteX0" fmla="*/ 0 w 1105204"/>
              <a:gd name="connsiteY0" fmla="*/ 390525 h 651873"/>
              <a:gd name="connsiteX1" fmla="*/ 228600 w 1105204"/>
              <a:gd name="connsiteY1" fmla="*/ 476250 h 651873"/>
              <a:gd name="connsiteX2" fmla="*/ 552450 w 1105204"/>
              <a:gd name="connsiteY2" fmla="*/ 542925 h 651873"/>
              <a:gd name="connsiteX3" fmla="*/ 828675 w 1105204"/>
              <a:gd name="connsiteY3" fmla="*/ 628650 h 651873"/>
              <a:gd name="connsiteX4" fmla="*/ 1066800 w 1105204"/>
              <a:gd name="connsiteY4" fmla="*/ 647700 h 651873"/>
              <a:gd name="connsiteX5" fmla="*/ 1095375 w 1105204"/>
              <a:gd name="connsiteY5" fmla="*/ 561975 h 651873"/>
              <a:gd name="connsiteX6" fmla="*/ 969169 w 1105204"/>
              <a:gd name="connsiteY6" fmla="*/ 390525 h 651873"/>
              <a:gd name="connsiteX7" fmla="*/ 682300 w 1105204"/>
              <a:gd name="connsiteY7" fmla="*/ 226304 h 651873"/>
              <a:gd name="connsiteX8" fmla="*/ 233364 w 1105204"/>
              <a:gd name="connsiteY8" fmla="*/ 0 h 651873"/>
              <a:gd name="connsiteX0" fmla="*/ 0 w 1133779"/>
              <a:gd name="connsiteY0" fmla="*/ 335756 h 651873"/>
              <a:gd name="connsiteX1" fmla="*/ 257175 w 1133779"/>
              <a:gd name="connsiteY1" fmla="*/ 476250 h 651873"/>
              <a:gd name="connsiteX2" fmla="*/ 581025 w 1133779"/>
              <a:gd name="connsiteY2" fmla="*/ 542925 h 651873"/>
              <a:gd name="connsiteX3" fmla="*/ 857250 w 1133779"/>
              <a:gd name="connsiteY3" fmla="*/ 628650 h 651873"/>
              <a:gd name="connsiteX4" fmla="*/ 1095375 w 1133779"/>
              <a:gd name="connsiteY4" fmla="*/ 647700 h 651873"/>
              <a:gd name="connsiteX5" fmla="*/ 1123950 w 1133779"/>
              <a:gd name="connsiteY5" fmla="*/ 561975 h 651873"/>
              <a:gd name="connsiteX6" fmla="*/ 997744 w 1133779"/>
              <a:gd name="connsiteY6" fmla="*/ 390525 h 651873"/>
              <a:gd name="connsiteX7" fmla="*/ 710875 w 1133779"/>
              <a:gd name="connsiteY7" fmla="*/ 226304 h 651873"/>
              <a:gd name="connsiteX8" fmla="*/ 261939 w 1133779"/>
              <a:gd name="connsiteY8" fmla="*/ 0 h 651873"/>
              <a:gd name="connsiteX0" fmla="*/ 0 w 1133779"/>
              <a:gd name="connsiteY0" fmla="*/ 335756 h 651873"/>
              <a:gd name="connsiteX1" fmla="*/ 388144 w 1133779"/>
              <a:gd name="connsiteY1" fmla="*/ 514350 h 651873"/>
              <a:gd name="connsiteX2" fmla="*/ 581025 w 1133779"/>
              <a:gd name="connsiteY2" fmla="*/ 542925 h 651873"/>
              <a:gd name="connsiteX3" fmla="*/ 857250 w 1133779"/>
              <a:gd name="connsiteY3" fmla="*/ 628650 h 651873"/>
              <a:gd name="connsiteX4" fmla="*/ 1095375 w 1133779"/>
              <a:gd name="connsiteY4" fmla="*/ 647700 h 651873"/>
              <a:gd name="connsiteX5" fmla="*/ 1123950 w 1133779"/>
              <a:gd name="connsiteY5" fmla="*/ 561975 h 651873"/>
              <a:gd name="connsiteX6" fmla="*/ 997744 w 1133779"/>
              <a:gd name="connsiteY6" fmla="*/ 390525 h 651873"/>
              <a:gd name="connsiteX7" fmla="*/ 710875 w 1133779"/>
              <a:gd name="connsiteY7" fmla="*/ 226304 h 651873"/>
              <a:gd name="connsiteX8" fmla="*/ 261939 w 1133779"/>
              <a:gd name="connsiteY8" fmla="*/ 0 h 651873"/>
              <a:gd name="connsiteX0" fmla="*/ 0 w 1133779"/>
              <a:gd name="connsiteY0" fmla="*/ 335756 h 651106"/>
              <a:gd name="connsiteX1" fmla="*/ 388144 w 1133779"/>
              <a:gd name="connsiteY1" fmla="*/ 514350 h 651106"/>
              <a:gd name="connsiteX2" fmla="*/ 747713 w 1133779"/>
              <a:gd name="connsiteY2" fmla="*/ 578644 h 651106"/>
              <a:gd name="connsiteX3" fmla="*/ 857250 w 1133779"/>
              <a:gd name="connsiteY3" fmla="*/ 628650 h 651106"/>
              <a:gd name="connsiteX4" fmla="*/ 1095375 w 1133779"/>
              <a:gd name="connsiteY4" fmla="*/ 647700 h 651106"/>
              <a:gd name="connsiteX5" fmla="*/ 1123950 w 1133779"/>
              <a:gd name="connsiteY5" fmla="*/ 561975 h 651106"/>
              <a:gd name="connsiteX6" fmla="*/ 997744 w 1133779"/>
              <a:gd name="connsiteY6" fmla="*/ 390525 h 651106"/>
              <a:gd name="connsiteX7" fmla="*/ 710875 w 1133779"/>
              <a:gd name="connsiteY7" fmla="*/ 226304 h 651106"/>
              <a:gd name="connsiteX8" fmla="*/ 261939 w 1133779"/>
              <a:gd name="connsiteY8" fmla="*/ 0 h 651106"/>
              <a:gd name="connsiteX0" fmla="*/ 0 w 1133779"/>
              <a:gd name="connsiteY0" fmla="*/ 335756 h 651106"/>
              <a:gd name="connsiteX1" fmla="*/ 421482 w 1133779"/>
              <a:gd name="connsiteY1" fmla="*/ 464344 h 651106"/>
              <a:gd name="connsiteX2" fmla="*/ 747713 w 1133779"/>
              <a:gd name="connsiteY2" fmla="*/ 578644 h 651106"/>
              <a:gd name="connsiteX3" fmla="*/ 857250 w 1133779"/>
              <a:gd name="connsiteY3" fmla="*/ 628650 h 651106"/>
              <a:gd name="connsiteX4" fmla="*/ 1095375 w 1133779"/>
              <a:gd name="connsiteY4" fmla="*/ 647700 h 651106"/>
              <a:gd name="connsiteX5" fmla="*/ 1123950 w 1133779"/>
              <a:gd name="connsiteY5" fmla="*/ 561975 h 651106"/>
              <a:gd name="connsiteX6" fmla="*/ 997744 w 1133779"/>
              <a:gd name="connsiteY6" fmla="*/ 390525 h 651106"/>
              <a:gd name="connsiteX7" fmla="*/ 710875 w 1133779"/>
              <a:gd name="connsiteY7" fmla="*/ 226304 h 651106"/>
              <a:gd name="connsiteX8" fmla="*/ 261939 w 1133779"/>
              <a:gd name="connsiteY8" fmla="*/ 0 h 651106"/>
              <a:gd name="connsiteX0" fmla="*/ 0 w 1133779"/>
              <a:gd name="connsiteY0" fmla="*/ 335756 h 651106"/>
              <a:gd name="connsiteX1" fmla="*/ 423864 w 1133779"/>
              <a:gd name="connsiteY1" fmla="*/ 516732 h 651106"/>
              <a:gd name="connsiteX2" fmla="*/ 747713 w 1133779"/>
              <a:gd name="connsiteY2" fmla="*/ 578644 h 651106"/>
              <a:gd name="connsiteX3" fmla="*/ 857250 w 1133779"/>
              <a:gd name="connsiteY3" fmla="*/ 628650 h 651106"/>
              <a:gd name="connsiteX4" fmla="*/ 1095375 w 1133779"/>
              <a:gd name="connsiteY4" fmla="*/ 647700 h 651106"/>
              <a:gd name="connsiteX5" fmla="*/ 1123950 w 1133779"/>
              <a:gd name="connsiteY5" fmla="*/ 561975 h 651106"/>
              <a:gd name="connsiteX6" fmla="*/ 997744 w 1133779"/>
              <a:gd name="connsiteY6" fmla="*/ 390525 h 651106"/>
              <a:gd name="connsiteX7" fmla="*/ 710875 w 1133779"/>
              <a:gd name="connsiteY7" fmla="*/ 226304 h 651106"/>
              <a:gd name="connsiteX8" fmla="*/ 261939 w 1133779"/>
              <a:gd name="connsiteY8" fmla="*/ 0 h 651106"/>
              <a:gd name="connsiteX0" fmla="*/ 0 w 1150448"/>
              <a:gd name="connsiteY0" fmla="*/ 350043 h 651106"/>
              <a:gd name="connsiteX1" fmla="*/ 440533 w 1150448"/>
              <a:gd name="connsiteY1" fmla="*/ 516732 h 651106"/>
              <a:gd name="connsiteX2" fmla="*/ 764382 w 1150448"/>
              <a:gd name="connsiteY2" fmla="*/ 578644 h 651106"/>
              <a:gd name="connsiteX3" fmla="*/ 873919 w 1150448"/>
              <a:gd name="connsiteY3" fmla="*/ 628650 h 651106"/>
              <a:gd name="connsiteX4" fmla="*/ 1112044 w 1150448"/>
              <a:gd name="connsiteY4" fmla="*/ 647700 h 651106"/>
              <a:gd name="connsiteX5" fmla="*/ 1140619 w 1150448"/>
              <a:gd name="connsiteY5" fmla="*/ 561975 h 651106"/>
              <a:gd name="connsiteX6" fmla="*/ 1014413 w 1150448"/>
              <a:gd name="connsiteY6" fmla="*/ 390525 h 651106"/>
              <a:gd name="connsiteX7" fmla="*/ 727544 w 1150448"/>
              <a:gd name="connsiteY7" fmla="*/ 226304 h 651106"/>
              <a:gd name="connsiteX8" fmla="*/ 278608 w 1150448"/>
              <a:gd name="connsiteY8" fmla="*/ 0 h 651106"/>
              <a:gd name="connsiteX0" fmla="*/ 0 w 1145685"/>
              <a:gd name="connsiteY0" fmla="*/ 342900 h 651106"/>
              <a:gd name="connsiteX1" fmla="*/ 435770 w 1145685"/>
              <a:gd name="connsiteY1" fmla="*/ 516732 h 651106"/>
              <a:gd name="connsiteX2" fmla="*/ 759619 w 1145685"/>
              <a:gd name="connsiteY2" fmla="*/ 578644 h 651106"/>
              <a:gd name="connsiteX3" fmla="*/ 869156 w 1145685"/>
              <a:gd name="connsiteY3" fmla="*/ 628650 h 651106"/>
              <a:gd name="connsiteX4" fmla="*/ 1107281 w 1145685"/>
              <a:gd name="connsiteY4" fmla="*/ 647700 h 651106"/>
              <a:gd name="connsiteX5" fmla="*/ 1135856 w 1145685"/>
              <a:gd name="connsiteY5" fmla="*/ 561975 h 651106"/>
              <a:gd name="connsiteX6" fmla="*/ 1009650 w 1145685"/>
              <a:gd name="connsiteY6" fmla="*/ 390525 h 651106"/>
              <a:gd name="connsiteX7" fmla="*/ 722781 w 1145685"/>
              <a:gd name="connsiteY7" fmla="*/ 226304 h 651106"/>
              <a:gd name="connsiteX8" fmla="*/ 273845 w 1145685"/>
              <a:gd name="connsiteY8" fmla="*/ 0 h 651106"/>
              <a:gd name="connsiteX0" fmla="*/ 0 w 1244283"/>
              <a:gd name="connsiteY0" fmla="*/ 342900 h 682734"/>
              <a:gd name="connsiteX1" fmla="*/ 435770 w 1244283"/>
              <a:gd name="connsiteY1" fmla="*/ 516732 h 682734"/>
              <a:gd name="connsiteX2" fmla="*/ 759619 w 1244283"/>
              <a:gd name="connsiteY2" fmla="*/ 578644 h 682734"/>
              <a:gd name="connsiteX3" fmla="*/ 869156 w 1244283"/>
              <a:gd name="connsiteY3" fmla="*/ 628650 h 682734"/>
              <a:gd name="connsiteX4" fmla="*/ 1233487 w 1244283"/>
              <a:gd name="connsiteY4" fmla="*/ 681037 h 682734"/>
              <a:gd name="connsiteX5" fmla="*/ 1135856 w 1244283"/>
              <a:gd name="connsiteY5" fmla="*/ 561975 h 682734"/>
              <a:gd name="connsiteX6" fmla="*/ 1009650 w 1244283"/>
              <a:gd name="connsiteY6" fmla="*/ 390525 h 682734"/>
              <a:gd name="connsiteX7" fmla="*/ 722781 w 1244283"/>
              <a:gd name="connsiteY7" fmla="*/ 226304 h 682734"/>
              <a:gd name="connsiteX8" fmla="*/ 273845 w 1244283"/>
              <a:gd name="connsiteY8" fmla="*/ 0 h 682734"/>
              <a:gd name="connsiteX0" fmla="*/ 0 w 1236802"/>
              <a:gd name="connsiteY0" fmla="*/ 342900 h 684733"/>
              <a:gd name="connsiteX1" fmla="*/ 435770 w 1236802"/>
              <a:gd name="connsiteY1" fmla="*/ 516732 h 684733"/>
              <a:gd name="connsiteX2" fmla="*/ 759619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435770 w 1236802"/>
              <a:gd name="connsiteY1" fmla="*/ 516732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435770 w 1236802"/>
              <a:gd name="connsiteY1" fmla="*/ 509589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445295 w 1236802"/>
              <a:gd name="connsiteY1" fmla="*/ 497682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450058 w 1236802"/>
              <a:gd name="connsiteY1" fmla="*/ 469107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495302 w 1236802"/>
              <a:gd name="connsiteY1" fmla="*/ 335757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471489 w 1236802"/>
              <a:gd name="connsiteY1" fmla="*/ 285751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564358 w 1236802"/>
              <a:gd name="connsiteY1" fmla="*/ 416720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4733"/>
              <a:gd name="connsiteX1" fmla="*/ 502446 w 1236802"/>
              <a:gd name="connsiteY1" fmla="*/ 533401 h 684733"/>
              <a:gd name="connsiteX2" fmla="*/ 776288 w 1236802"/>
              <a:gd name="connsiteY2" fmla="*/ 578644 h 684733"/>
              <a:gd name="connsiteX3" fmla="*/ 1012031 w 1236802"/>
              <a:gd name="connsiteY3" fmla="*/ 647700 h 684733"/>
              <a:gd name="connsiteX4" fmla="*/ 1233487 w 1236802"/>
              <a:gd name="connsiteY4" fmla="*/ 681037 h 684733"/>
              <a:gd name="connsiteX5" fmla="*/ 1135856 w 1236802"/>
              <a:gd name="connsiteY5" fmla="*/ 561975 h 684733"/>
              <a:gd name="connsiteX6" fmla="*/ 1009650 w 1236802"/>
              <a:gd name="connsiteY6" fmla="*/ 390525 h 684733"/>
              <a:gd name="connsiteX7" fmla="*/ 722781 w 1236802"/>
              <a:gd name="connsiteY7" fmla="*/ 226304 h 684733"/>
              <a:gd name="connsiteX8" fmla="*/ 273845 w 1236802"/>
              <a:gd name="connsiteY8" fmla="*/ 0 h 684733"/>
              <a:gd name="connsiteX0" fmla="*/ 0 w 1236802"/>
              <a:gd name="connsiteY0" fmla="*/ 342900 h 687949"/>
              <a:gd name="connsiteX1" fmla="*/ 502446 w 1236802"/>
              <a:gd name="connsiteY1" fmla="*/ 533401 h 687949"/>
              <a:gd name="connsiteX2" fmla="*/ 711994 w 1236802"/>
              <a:gd name="connsiteY2" fmla="*/ 433388 h 687949"/>
              <a:gd name="connsiteX3" fmla="*/ 1012031 w 1236802"/>
              <a:gd name="connsiteY3" fmla="*/ 647700 h 687949"/>
              <a:gd name="connsiteX4" fmla="*/ 1233487 w 1236802"/>
              <a:gd name="connsiteY4" fmla="*/ 681037 h 687949"/>
              <a:gd name="connsiteX5" fmla="*/ 1135856 w 1236802"/>
              <a:gd name="connsiteY5" fmla="*/ 561975 h 687949"/>
              <a:gd name="connsiteX6" fmla="*/ 1009650 w 1236802"/>
              <a:gd name="connsiteY6" fmla="*/ 390525 h 687949"/>
              <a:gd name="connsiteX7" fmla="*/ 722781 w 1236802"/>
              <a:gd name="connsiteY7" fmla="*/ 226304 h 687949"/>
              <a:gd name="connsiteX8" fmla="*/ 273845 w 1236802"/>
              <a:gd name="connsiteY8" fmla="*/ 0 h 687949"/>
              <a:gd name="connsiteX0" fmla="*/ 0 w 1236802"/>
              <a:gd name="connsiteY0" fmla="*/ 342900 h 684521"/>
              <a:gd name="connsiteX1" fmla="*/ 502446 w 1236802"/>
              <a:gd name="connsiteY1" fmla="*/ 533401 h 684521"/>
              <a:gd name="connsiteX2" fmla="*/ 762000 w 1236802"/>
              <a:gd name="connsiteY2" fmla="*/ 595313 h 684521"/>
              <a:gd name="connsiteX3" fmla="*/ 1012031 w 1236802"/>
              <a:gd name="connsiteY3" fmla="*/ 647700 h 684521"/>
              <a:gd name="connsiteX4" fmla="*/ 1233487 w 1236802"/>
              <a:gd name="connsiteY4" fmla="*/ 681037 h 684521"/>
              <a:gd name="connsiteX5" fmla="*/ 1135856 w 1236802"/>
              <a:gd name="connsiteY5" fmla="*/ 561975 h 684521"/>
              <a:gd name="connsiteX6" fmla="*/ 1009650 w 1236802"/>
              <a:gd name="connsiteY6" fmla="*/ 390525 h 684521"/>
              <a:gd name="connsiteX7" fmla="*/ 722781 w 1236802"/>
              <a:gd name="connsiteY7" fmla="*/ 226304 h 684521"/>
              <a:gd name="connsiteX8" fmla="*/ 273845 w 1236802"/>
              <a:gd name="connsiteY8" fmla="*/ 0 h 684521"/>
              <a:gd name="connsiteX0" fmla="*/ 0 w 1240954"/>
              <a:gd name="connsiteY0" fmla="*/ 342900 h 712575"/>
              <a:gd name="connsiteX1" fmla="*/ 502446 w 1240954"/>
              <a:gd name="connsiteY1" fmla="*/ 533401 h 712575"/>
              <a:gd name="connsiteX2" fmla="*/ 762000 w 1240954"/>
              <a:gd name="connsiteY2" fmla="*/ 595313 h 712575"/>
              <a:gd name="connsiteX3" fmla="*/ 1181099 w 1240954"/>
              <a:gd name="connsiteY3" fmla="*/ 707231 h 712575"/>
              <a:gd name="connsiteX4" fmla="*/ 1233487 w 1240954"/>
              <a:gd name="connsiteY4" fmla="*/ 681037 h 712575"/>
              <a:gd name="connsiteX5" fmla="*/ 1135856 w 1240954"/>
              <a:gd name="connsiteY5" fmla="*/ 561975 h 712575"/>
              <a:gd name="connsiteX6" fmla="*/ 1009650 w 1240954"/>
              <a:gd name="connsiteY6" fmla="*/ 390525 h 712575"/>
              <a:gd name="connsiteX7" fmla="*/ 722781 w 1240954"/>
              <a:gd name="connsiteY7" fmla="*/ 226304 h 712575"/>
              <a:gd name="connsiteX8" fmla="*/ 273845 w 1240954"/>
              <a:gd name="connsiteY8" fmla="*/ 0 h 712575"/>
              <a:gd name="connsiteX0" fmla="*/ 0 w 1243034"/>
              <a:gd name="connsiteY0" fmla="*/ 342900 h 718769"/>
              <a:gd name="connsiteX1" fmla="*/ 502446 w 1243034"/>
              <a:gd name="connsiteY1" fmla="*/ 533401 h 718769"/>
              <a:gd name="connsiteX2" fmla="*/ 762000 w 1243034"/>
              <a:gd name="connsiteY2" fmla="*/ 595313 h 718769"/>
              <a:gd name="connsiteX3" fmla="*/ 1181099 w 1243034"/>
              <a:gd name="connsiteY3" fmla="*/ 707231 h 718769"/>
              <a:gd name="connsiteX4" fmla="*/ 1233487 w 1243034"/>
              <a:gd name="connsiteY4" fmla="*/ 681037 h 718769"/>
              <a:gd name="connsiteX5" fmla="*/ 1135856 w 1243034"/>
              <a:gd name="connsiteY5" fmla="*/ 561975 h 718769"/>
              <a:gd name="connsiteX6" fmla="*/ 1009650 w 1243034"/>
              <a:gd name="connsiteY6" fmla="*/ 390525 h 718769"/>
              <a:gd name="connsiteX7" fmla="*/ 722781 w 1243034"/>
              <a:gd name="connsiteY7" fmla="*/ 226304 h 718769"/>
              <a:gd name="connsiteX8" fmla="*/ 273845 w 1243034"/>
              <a:gd name="connsiteY8" fmla="*/ 0 h 718769"/>
              <a:gd name="connsiteX0" fmla="*/ 0 w 1243034"/>
              <a:gd name="connsiteY0" fmla="*/ 342900 h 718769"/>
              <a:gd name="connsiteX1" fmla="*/ 488159 w 1243034"/>
              <a:gd name="connsiteY1" fmla="*/ 521494 h 718769"/>
              <a:gd name="connsiteX2" fmla="*/ 762000 w 1243034"/>
              <a:gd name="connsiteY2" fmla="*/ 595313 h 718769"/>
              <a:gd name="connsiteX3" fmla="*/ 1181099 w 1243034"/>
              <a:gd name="connsiteY3" fmla="*/ 707231 h 718769"/>
              <a:gd name="connsiteX4" fmla="*/ 1233487 w 1243034"/>
              <a:gd name="connsiteY4" fmla="*/ 681037 h 718769"/>
              <a:gd name="connsiteX5" fmla="*/ 1135856 w 1243034"/>
              <a:gd name="connsiteY5" fmla="*/ 561975 h 718769"/>
              <a:gd name="connsiteX6" fmla="*/ 1009650 w 1243034"/>
              <a:gd name="connsiteY6" fmla="*/ 390525 h 718769"/>
              <a:gd name="connsiteX7" fmla="*/ 722781 w 1243034"/>
              <a:gd name="connsiteY7" fmla="*/ 226304 h 718769"/>
              <a:gd name="connsiteX8" fmla="*/ 273845 w 1243034"/>
              <a:gd name="connsiteY8" fmla="*/ 0 h 718769"/>
              <a:gd name="connsiteX0" fmla="*/ 0 w 1247797"/>
              <a:gd name="connsiteY0" fmla="*/ 754856 h 755865"/>
              <a:gd name="connsiteX1" fmla="*/ 492922 w 1247797"/>
              <a:gd name="connsiteY1" fmla="*/ 521494 h 755865"/>
              <a:gd name="connsiteX2" fmla="*/ 766763 w 1247797"/>
              <a:gd name="connsiteY2" fmla="*/ 595313 h 755865"/>
              <a:gd name="connsiteX3" fmla="*/ 1185862 w 1247797"/>
              <a:gd name="connsiteY3" fmla="*/ 707231 h 755865"/>
              <a:gd name="connsiteX4" fmla="*/ 1238250 w 1247797"/>
              <a:gd name="connsiteY4" fmla="*/ 681037 h 755865"/>
              <a:gd name="connsiteX5" fmla="*/ 1140619 w 1247797"/>
              <a:gd name="connsiteY5" fmla="*/ 561975 h 755865"/>
              <a:gd name="connsiteX6" fmla="*/ 1014413 w 1247797"/>
              <a:gd name="connsiteY6" fmla="*/ 390525 h 755865"/>
              <a:gd name="connsiteX7" fmla="*/ 727544 w 1247797"/>
              <a:gd name="connsiteY7" fmla="*/ 226304 h 755865"/>
              <a:gd name="connsiteX8" fmla="*/ 278608 w 1247797"/>
              <a:gd name="connsiteY8" fmla="*/ 0 h 755865"/>
              <a:gd name="connsiteX0" fmla="*/ 0 w 1247797"/>
              <a:gd name="connsiteY0" fmla="*/ 754856 h 757321"/>
              <a:gd name="connsiteX1" fmla="*/ 250034 w 1247797"/>
              <a:gd name="connsiteY1" fmla="*/ 661988 h 757321"/>
              <a:gd name="connsiteX2" fmla="*/ 766763 w 1247797"/>
              <a:gd name="connsiteY2" fmla="*/ 595313 h 757321"/>
              <a:gd name="connsiteX3" fmla="*/ 1185862 w 1247797"/>
              <a:gd name="connsiteY3" fmla="*/ 707231 h 757321"/>
              <a:gd name="connsiteX4" fmla="*/ 1238250 w 1247797"/>
              <a:gd name="connsiteY4" fmla="*/ 681037 h 757321"/>
              <a:gd name="connsiteX5" fmla="*/ 1140619 w 1247797"/>
              <a:gd name="connsiteY5" fmla="*/ 561975 h 757321"/>
              <a:gd name="connsiteX6" fmla="*/ 1014413 w 1247797"/>
              <a:gd name="connsiteY6" fmla="*/ 390525 h 757321"/>
              <a:gd name="connsiteX7" fmla="*/ 727544 w 1247797"/>
              <a:gd name="connsiteY7" fmla="*/ 226304 h 757321"/>
              <a:gd name="connsiteX8" fmla="*/ 278608 w 1247797"/>
              <a:gd name="connsiteY8" fmla="*/ 0 h 757321"/>
              <a:gd name="connsiteX0" fmla="*/ 0 w 1245717"/>
              <a:gd name="connsiteY0" fmla="*/ 754856 h 757219"/>
              <a:gd name="connsiteX1" fmla="*/ 250034 w 1245717"/>
              <a:gd name="connsiteY1" fmla="*/ 661988 h 757219"/>
              <a:gd name="connsiteX2" fmla="*/ 766763 w 1245717"/>
              <a:gd name="connsiteY2" fmla="*/ 621507 h 757219"/>
              <a:gd name="connsiteX3" fmla="*/ 1185862 w 1245717"/>
              <a:gd name="connsiteY3" fmla="*/ 707231 h 757219"/>
              <a:gd name="connsiteX4" fmla="*/ 1238250 w 1245717"/>
              <a:gd name="connsiteY4" fmla="*/ 681037 h 757219"/>
              <a:gd name="connsiteX5" fmla="*/ 1140619 w 1245717"/>
              <a:gd name="connsiteY5" fmla="*/ 561975 h 757219"/>
              <a:gd name="connsiteX6" fmla="*/ 1014413 w 1245717"/>
              <a:gd name="connsiteY6" fmla="*/ 390525 h 757219"/>
              <a:gd name="connsiteX7" fmla="*/ 727544 w 1245717"/>
              <a:gd name="connsiteY7" fmla="*/ 226304 h 757219"/>
              <a:gd name="connsiteX8" fmla="*/ 278608 w 1245717"/>
              <a:gd name="connsiteY8" fmla="*/ 0 h 757219"/>
              <a:gd name="connsiteX0" fmla="*/ 0 w 1245717"/>
              <a:gd name="connsiteY0" fmla="*/ 754856 h 757219"/>
              <a:gd name="connsiteX1" fmla="*/ 250034 w 1245717"/>
              <a:gd name="connsiteY1" fmla="*/ 661988 h 757219"/>
              <a:gd name="connsiteX2" fmla="*/ 766763 w 1245717"/>
              <a:gd name="connsiteY2" fmla="*/ 621507 h 757219"/>
              <a:gd name="connsiteX3" fmla="*/ 1185862 w 1245717"/>
              <a:gd name="connsiteY3" fmla="*/ 707231 h 757219"/>
              <a:gd name="connsiteX4" fmla="*/ 1238250 w 1245717"/>
              <a:gd name="connsiteY4" fmla="*/ 681037 h 757219"/>
              <a:gd name="connsiteX5" fmla="*/ 1140619 w 1245717"/>
              <a:gd name="connsiteY5" fmla="*/ 561975 h 757219"/>
              <a:gd name="connsiteX6" fmla="*/ 1014413 w 1245717"/>
              <a:gd name="connsiteY6" fmla="*/ 390525 h 757219"/>
              <a:gd name="connsiteX7" fmla="*/ 727544 w 1245717"/>
              <a:gd name="connsiteY7" fmla="*/ 226304 h 757219"/>
              <a:gd name="connsiteX8" fmla="*/ 278608 w 1245717"/>
              <a:gd name="connsiteY8" fmla="*/ 0 h 757219"/>
              <a:gd name="connsiteX0" fmla="*/ 0 w 1301225"/>
              <a:gd name="connsiteY0" fmla="*/ 754856 h 757219"/>
              <a:gd name="connsiteX1" fmla="*/ 250034 w 1301225"/>
              <a:gd name="connsiteY1" fmla="*/ 661988 h 757219"/>
              <a:gd name="connsiteX2" fmla="*/ 766763 w 1301225"/>
              <a:gd name="connsiteY2" fmla="*/ 621507 h 757219"/>
              <a:gd name="connsiteX3" fmla="*/ 1269206 w 1301225"/>
              <a:gd name="connsiteY3" fmla="*/ 711993 h 757219"/>
              <a:gd name="connsiteX4" fmla="*/ 1238250 w 1301225"/>
              <a:gd name="connsiteY4" fmla="*/ 681037 h 757219"/>
              <a:gd name="connsiteX5" fmla="*/ 1140619 w 1301225"/>
              <a:gd name="connsiteY5" fmla="*/ 561975 h 757219"/>
              <a:gd name="connsiteX6" fmla="*/ 1014413 w 1301225"/>
              <a:gd name="connsiteY6" fmla="*/ 390525 h 757219"/>
              <a:gd name="connsiteX7" fmla="*/ 727544 w 1301225"/>
              <a:gd name="connsiteY7" fmla="*/ 226304 h 757219"/>
              <a:gd name="connsiteX8" fmla="*/ 278608 w 1301225"/>
              <a:gd name="connsiteY8" fmla="*/ 0 h 757219"/>
              <a:gd name="connsiteX0" fmla="*/ 0 w 1298852"/>
              <a:gd name="connsiteY0" fmla="*/ 754856 h 757219"/>
              <a:gd name="connsiteX1" fmla="*/ 250034 w 1298852"/>
              <a:gd name="connsiteY1" fmla="*/ 661988 h 757219"/>
              <a:gd name="connsiteX2" fmla="*/ 766763 w 1298852"/>
              <a:gd name="connsiteY2" fmla="*/ 621507 h 757219"/>
              <a:gd name="connsiteX3" fmla="*/ 1269206 w 1298852"/>
              <a:gd name="connsiteY3" fmla="*/ 711993 h 757219"/>
              <a:gd name="connsiteX4" fmla="*/ 1238250 w 1298852"/>
              <a:gd name="connsiteY4" fmla="*/ 681037 h 757219"/>
              <a:gd name="connsiteX5" fmla="*/ 1221581 w 1298852"/>
              <a:gd name="connsiteY5" fmla="*/ 490537 h 757219"/>
              <a:gd name="connsiteX6" fmla="*/ 1014413 w 1298852"/>
              <a:gd name="connsiteY6" fmla="*/ 390525 h 757219"/>
              <a:gd name="connsiteX7" fmla="*/ 727544 w 1298852"/>
              <a:gd name="connsiteY7" fmla="*/ 226304 h 757219"/>
              <a:gd name="connsiteX8" fmla="*/ 278608 w 1298852"/>
              <a:gd name="connsiteY8" fmla="*/ 0 h 757219"/>
              <a:gd name="connsiteX0" fmla="*/ 0 w 1298852"/>
              <a:gd name="connsiteY0" fmla="*/ 754856 h 757219"/>
              <a:gd name="connsiteX1" fmla="*/ 250034 w 1298852"/>
              <a:gd name="connsiteY1" fmla="*/ 661988 h 757219"/>
              <a:gd name="connsiteX2" fmla="*/ 766763 w 1298852"/>
              <a:gd name="connsiteY2" fmla="*/ 621507 h 757219"/>
              <a:gd name="connsiteX3" fmla="*/ 1269206 w 1298852"/>
              <a:gd name="connsiteY3" fmla="*/ 711993 h 757219"/>
              <a:gd name="connsiteX4" fmla="*/ 1238250 w 1298852"/>
              <a:gd name="connsiteY4" fmla="*/ 681037 h 757219"/>
              <a:gd name="connsiteX5" fmla="*/ 1221581 w 1298852"/>
              <a:gd name="connsiteY5" fmla="*/ 490537 h 757219"/>
              <a:gd name="connsiteX6" fmla="*/ 1014413 w 1298852"/>
              <a:gd name="connsiteY6" fmla="*/ 390525 h 757219"/>
              <a:gd name="connsiteX7" fmla="*/ 627532 w 1298852"/>
              <a:gd name="connsiteY7" fmla="*/ 197729 h 757219"/>
              <a:gd name="connsiteX8" fmla="*/ 278608 w 1298852"/>
              <a:gd name="connsiteY8" fmla="*/ 0 h 757219"/>
              <a:gd name="connsiteX0" fmla="*/ 133348 w 1432200"/>
              <a:gd name="connsiteY0" fmla="*/ 557336 h 559699"/>
              <a:gd name="connsiteX1" fmla="*/ 383382 w 1432200"/>
              <a:gd name="connsiteY1" fmla="*/ 464468 h 559699"/>
              <a:gd name="connsiteX2" fmla="*/ 900111 w 1432200"/>
              <a:gd name="connsiteY2" fmla="*/ 423987 h 559699"/>
              <a:gd name="connsiteX3" fmla="*/ 1402554 w 1432200"/>
              <a:gd name="connsiteY3" fmla="*/ 514473 h 559699"/>
              <a:gd name="connsiteX4" fmla="*/ 1371598 w 1432200"/>
              <a:gd name="connsiteY4" fmla="*/ 483517 h 559699"/>
              <a:gd name="connsiteX5" fmla="*/ 1354929 w 1432200"/>
              <a:gd name="connsiteY5" fmla="*/ 293017 h 559699"/>
              <a:gd name="connsiteX6" fmla="*/ 1147761 w 1432200"/>
              <a:gd name="connsiteY6" fmla="*/ 193005 h 559699"/>
              <a:gd name="connsiteX7" fmla="*/ 760880 w 1432200"/>
              <a:gd name="connsiteY7" fmla="*/ 209 h 559699"/>
              <a:gd name="connsiteX8" fmla="*/ 0 w 1432200"/>
              <a:gd name="connsiteY8" fmla="*/ 133474 h 559699"/>
              <a:gd name="connsiteX0" fmla="*/ 133348 w 1432200"/>
              <a:gd name="connsiteY0" fmla="*/ 558851 h 561214"/>
              <a:gd name="connsiteX1" fmla="*/ 383382 w 1432200"/>
              <a:gd name="connsiteY1" fmla="*/ 465983 h 561214"/>
              <a:gd name="connsiteX2" fmla="*/ 900111 w 1432200"/>
              <a:gd name="connsiteY2" fmla="*/ 425502 h 561214"/>
              <a:gd name="connsiteX3" fmla="*/ 1402554 w 1432200"/>
              <a:gd name="connsiteY3" fmla="*/ 515988 h 561214"/>
              <a:gd name="connsiteX4" fmla="*/ 1371598 w 1432200"/>
              <a:gd name="connsiteY4" fmla="*/ 485032 h 561214"/>
              <a:gd name="connsiteX5" fmla="*/ 1354929 w 1432200"/>
              <a:gd name="connsiteY5" fmla="*/ 294532 h 561214"/>
              <a:gd name="connsiteX6" fmla="*/ 1147761 w 1432200"/>
              <a:gd name="connsiteY6" fmla="*/ 194520 h 561214"/>
              <a:gd name="connsiteX7" fmla="*/ 760880 w 1432200"/>
              <a:gd name="connsiteY7" fmla="*/ 1724 h 561214"/>
              <a:gd name="connsiteX8" fmla="*/ 521548 w 1432200"/>
              <a:gd name="connsiteY8" fmla="*/ 101652 h 561214"/>
              <a:gd name="connsiteX9" fmla="*/ 0 w 1432200"/>
              <a:gd name="connsiteY9" fmla="*/ 134989 h 561214"/>
              <a:gd name="connsiteX0" fmla="*/ 133348 w 1432200"/>
              <a:gd name="connsiteY0" fmla="*/ 572506 h 574869"/>
              <a:gd name="connsiteX1" fmla="*/ 383382 w 1432200"/>
              <a:gd name="connsiteY1" fmla="*/ 479638 h 574869"/>
              <a:gd name="connsiteX2" fmla="*/ 900111 w 1432200"/>
              <a:gd name="connsiteY2" fmla="*/ 439157 h 574869"/>
              <a:gd name="connsiteX3" fmla="*/ 1402554 w 1432200"/>
              <a:gd name="connsiteY3" fmla="*/ 529643 h 574869"/>
              <a:gd name="connsiteX4" fmla="*/ 1371598 w 1432200"/>
              <a:gd name="connsiteY4" fmla="*/ 498687 h 574869"/>
              <a:gd name="connsiteX5" fmla="*/ 1354929 w 1432200"/>
              <a:gd name="connsiteY5" fmla="*/ 308187 h 574869"/>
              <a:gd name="connsiteX6" fmla="*/ 1147761 w 1432200"/>
              <a:gd name="connsiteY6" fmla="*/ 208175 h 574869"/>
              <a:gd name="connsiteX7" fmla="*/ 760880 w 1432200"/>
              <a:gd name="connsiteY7" fmla="*/ 15379 h 574869"/>
              <a:gd name="connsiteX8" fmla="*/ 381054 w 1432200"/>
              <a:gd name="connsiteY8" fmla="*/ 27201 h 574869"/>
              <a:gd name="connsiteX9" fmla="*/ 0 w 1432200"/>
              <a:gd name="connsiteY9" fmla="*/ 148644 h 574869"/>
              <a:gd name="connsiteX0" fmla="*/ 133348 w 1432200"/>
              <a:gd name="connsiteY0" fmla="*/ 577716 h 580079"/>
              <a:gd name="connsiteX1" fmla="*/ 383382 w 1432200"/>
              <a:gd name="connsiteY1" fmla="*/ 484848 h 580079"/>
              <a:gd name="connsiteX2" fmla="*/ 900111 w 1432200"/>
              <a:gd name="connsiteY2" fmla="*/ 444367 h 580079"/>
              <a:gd name="connsiteX3" fmla="*/ 1402554 w 1432200"/>
              <a:gd name="connsiteY3" fmla="*/ 534853 h 580079"/>
              <a:gd name="connsiteX4" fmla="*/ 1371598 w 1432200"/>
              <a:gd name="connsiteY4" fmla="*/ 503897 h 580079"/>
              <a:gd name="connsiteX5" fmla="*/ 1354929 w 1432200"/>
              <a:gd name="connsiteY5" fmla="*/ 313397 h 580079"/>
              <a:gd name="connsiteX6" fmla="*/ 1147761 w 1432200"/>
              <a:gd name="connsiteY6" fmla="*/ 213385 h 580079"/>
              <a:gd name="connsiteX7" fmla="*/ 763261 w 1432200"/>
              <a:gd name="connsiteY7" fmla="*/ 13445 h 580079"/>
              <a:gd name="connsiteX8" fmla="*/ 381054 w 1432200"/>
              <a:gd name="connsiteY8" fmla="*/ 32411 h 580079"/>
              <a:gd name="connsiteX9" fmla="*/ 0 w 1432200"/>
              <a:gd name="connsiteY9" fmla="*/ 153854 h 580079"/>
              <a:gd name="connsiteX0" fmla="*/ 133348 w 1432200"/>
              <a:gd name="connsiteY0" fmla="*/ 570877 h 573240"/>
              <a:gd name="connsiteX1" fmla="*/ 383382 w 1432200"/>
              <a:gd name="connsiteY1" fmla="*/ 478009 h 573240"/>
              <a:gd name="connsiteX2" fmla="*/ 900111 w 1432200"/>
              <a:gd name="connsiteY2" fmla="*/ 437528 h 573240"/>
              <a:gd name="connsiteX3" fmla="*/ 1402554 w 1432200"/>
              <a:gd name="connsiteY3" fmla="*/ 528014 h 573240"/>
              <a:gd name="connsiteX4" fmla="*/ 1371598 w 1432200"/>
              <a:gd name="connsiteY4" fmla="*/ 497058 h 573240"/>
              <a:gd name="connsiteX5" fmla="*/ 1354929 w 1432200"/>
              <a:gd name="connsiteY5" fmla="*/ 306558 h 573240"/>
              <a:gd name="connsiteX6" fmla="*/ 1147761 w 1432200"/>
              <a:gd name="connsiteY6" fmla="*/ 206546 h 573240"/>
              <a:gd name="connsiteX7" fmla="*/ 763261 w 1432200"/>
              <a:gd name="connsiteY7" fmla="*/ 16131 h 573240"/>
              <a:gd name="connsiteX8" fmla="*/ 381054 w 1432200"/>
              <a:gd name="connsiteY8" fmla="*/ 25572 h 573240"/>
              <a:gd name="connsiteX9" fmla="*/ 0 w 1432200"/>
              <a:gd name="connsiteY9" fmla="*/ 147015 h 573240"/>
              <a:gd name="connsiteX0" fmla="*/ 133348 w 1432200"/>
              <a:gd name="connsiteY0" fmla="*/ 553324 h 555687"/>
              <a:gd name="connsiteX1" fmla="*/ 383382 w 1432200"/>
              <a:gd name="connsiteY1" fmla="*/ 460456 h 555687"/>
              <a:gd name="connsiteX2" fmla="*/ 900111 w 1432200"/>
              <a:gd name="connsiteY2" fmla="*/ 419975 h 555687"/>
              <a:gd name="connsiteX3" fmla="*/ 1402554 w 1432200"/>
              <a:gd name="connsiteY3" fmla="*/ 510461 h 555687"/>
              <a:gd name="connsiteX4" fmla="*/ 1371598 w 1432200"/>
              <a:gd name="connsiteY4" fmla="*/ 479505 h 555687"/>
              <a:gd name="connsiteX5" fmla="*/ 1354929 w 1432200"/>
              <a:gd name="connsiteY5" fmla="*/ 289005 h 555687"/>
              <a:gd name="connsiteX6" fmla="*/ 1147761 w 1432200"/>
              <a:gd name="connsiteY6" fmla="*/ 188993 h 555687"/>
              <a:gd name="connsiteX7" fmla="*/ 758498 w 1432200"/>
              <a:gd name="connsiteY7" fmla="*/ 43822 h 555687"/>
              <a:gd name="connsiteX8" fmla="*/ 381054 w 1432200"/>
              <a:gd name="connsiteY8" fmla="*/ 8019 h 555687"/>
              <a:gd name="connsiteX9" fmla="*/ 0 w 1432200"/>
              <a:gd name="connsiteY9" fmla="*/ 129462 h 555687"/>
              <a:gd name="connsiteX0" fmla="*/ 133348 w 1432200"/>
              <a:gd name="connsiteY0" fmla="*/ 550522 h 552885"/>
              <a:gd name="connsiteX1" fmla="*/ 383382 w 1432200"/>
              <a:gd name="connsiteY1" fmla="*/ 457654 h 552885"/>
              <a:gd name="connsiteX2" fmla="*/ 900111 w 1432200"/>
              <a:gd name="connsiteY2" fmla="*/ 417173 h 552885"/>
              <a:gd name="connsiteX3" fmla="*/ 1402554 w 1432200"/>
              <a:gd name="connsiteY3" fmla="*/ 507659 h 552885"/>
              <a:gd name="connsiteX4" fmla="*/ 1371598 w 1432200"/>
              <a:gd name="connsiteY4" fmla="*/ 476703 h 552885"/>
              <a:gd name="connsiteX5" fmla="*/ 1354929 w 1432200"/>
              <a:gd name="connsiteY5" fmla="*/ 286203 h 552885"/>
              <a:gd name="connsiteX6" fmla="*/ 1147761 w 1432200"/>
              <a:gd name="connsiteY6" fmla="*/ 186191 h 552885"/>
              <a:gd name="connsiteX7" fmla="*/ 746592 w 1432200"/>
              <a:gd name="connsiteY7" fmla="*/ 67214 h 552885"/>
              <a:gd name="connsiteX8" fmla="*/ 381054 w 1432200"/>
              <a:gd name="connsiteY8" fmla="*/ 5217 h 552885"/>
              <a:gd name="connsiteX9" fmla="*/ 0 w 1432200"/>
              <a:gd name="connsiteY9" fmla="*/ 126660 h 552885"/>
              <a:gd name="connsiteX0" fmla="*/ 133348 w 1432200"/>
              <a:gd name="connsiteY0" fmla="*/ 551523 h 553886"/>
              <a:gd name="connsiteX1" fmla="*/ 383382 w 1432200"/>
              <a:gd name="connsiteY1" fmla="*/ 458655 h 553886"/>
              <a:gd name="connsiteX2" fmla="*/ 900111 w 1432200"/>
              <a:gd name="connsiteY2" fmla="*/ 418174 h 553886"/>
              <a:gd name="connsiteX3" fmla="*/ 1402554 w 1432200"/>
              <a:gd name="connsiteY3" fmla="*/ 508660 h 553886"/>
              <a:gd name="connsiteX4" fmla="*/ 1371598 w 1432200"/>
              <a:gd name="connsiteY4" fmla="*/ 477704 h 553886"/>
              <a:gd name="connsiteX5" fmla="*/ 1354929 w 1432200"/>
              <a:gd name="connsiteY5" fmla="*/ 287204 h 553886"/>
              <a:gd name="connsiteX6" fmla="*/ 1147761 w 1432200"/>
              <a:gd name="connsiteY6" fmla="*/ 187192 h 553886"/>
              <a:gd name="connsiteX7" fmla="*/ 794217 w 1432200"/>
              <a:gd name="connsiteY7" fmla="*/ 56308 h 553886"/>
              <a:gd name="connsiteX8" fmla="*/ 381054 w 1432200"/>
              <a:gd name="connsiteY8" fmla="*/ 6218 h 553886"/>
              <a:gd name="connsiteX9" fmla="*/ 0 w 1432200"/>
              <a:gd name="connsiteY9" fmla="*/ 127661 h 553886"/>
              <a:gd name="connsiteX0" fmla="*/ 133348 w 1432200"/>
              <a:gd name="connsiteY0" fmla="*/ 532570 h 534933"/>
              <a:gd name="connsiteX1" fmla="*/ 383382 w 1432200"/>
              <a:gd name="connsiteY1" fmla="*/ 439702 h 534933"/>
              <a:gd name="connsiteX2" fmla="*/ 900111 w 1432200"/>
              <a:gd name="connsiteY2" fmla="*/ 399221 h 534933"/>
              <a:gd name="connsiteX3" fmla="*/ 1402554 w 1432200"/>
              <a:gd name="connsiteY3" fmla="*/ 489707 h 534933"/>
              <a:gd name="connsiteX4" fmla="*/ 1371598 w 1432200"/>
              <a:gd name="connsiteY4" fmla="*/ 458751 h 534933"/>
              <a:gd name="connsiteX5" fmla="*/ 1354929 w 1432200"/>
              <a:gd name="connsiteY5" fmla="*/ 268251 h 534933"/>
              <a:gd name="connsiteX6" fmla="*/ 1147761 w 1432200"/>
              <a:gd name="connsiteY6" fmla="*/ 168239 h 534933"/>
              <a:gd name="connsiteX7" fmla="*/ 794217 w 1432200"/>
              <a:gd name="connsiteY7" fmla="*/ 37355 h 534933"/>
              <a:gd name="connsiteX8" fmla="*/ 338192 w 1432200"/>
              <a:gd name="connsiteY8" fmla="*/ 8696 h 534933"/>
              <a:gd name="connsiteX9" fmla="*/ 0 w 1432200"/>
              <a:gd name="connsiteY9" fmla="*/ 108708 h 534933"/>
              <a:gd name="connsiteX0" fmla="*/ 1035842 w 2334694"/>
              <a:gd name="connsiteY0" fmla="*/ 532570 h 534952"/>
              <a:gd name="connsiteX1" fmla="*/ 1285876 w 2334694"/>
              <a:gd name="connsiteY1" fmla="*/ 439702 h 534952"/>
              <a:gd name="connsiteX2" fmla="*/ 1802605 w 2334694"/>
              <a:gd name="connsiteY2" fmla="*/ 399221 h 534952"/>
              <a:gd name="connsiteX3" fmla="*/ 2305048 w 2334694"/>
              <a:gd name="connsiteY3" fmla="*/ 489707 h 534952"/>
              <a:gd name="connsiteX4" fmla="*/ 2274092 w 2334694"/>
              <a:gd name="connsiteY4" fmla="*/ 458751 h 534952"/>
              <a:gd name="connsiteX5" fmla="*/ 2257423 w 2334694"/>
              <a:gd name="connsiteY5" fmla="*/ 268251 h 534952"/>
              <a:gd name="connsiteX6" fmla="*/ 2050255 w 2334694"/>
              <a:gd name="connsiteY6" fmla="*/ 168239 h 534952"/>
              <a:gd name="connsiteX7" fmla="*/ 1696711 w 2334694"/>
              <a:gd name="connsiteY7" fmla="*/ 37355 h 534952"/>
              <a:gd name="connsiteX8" fmla="*/ 1240686 w 2334694"/>
              <a:gd name="connsiteY8" fmla="*/ 8696 h 534952"/>
              <a:gd name="connsiteX9" fmla="*/ 0 w 2334694"/>
              <a:gd name="connsiteY9" fmla="*/ 534952 h 534952"/>
              <a:gd name="connsiteX0" fmla="*/ 1035842 w 2334694"/>
              <a:gd name="connsiteY0" fmla="*/ 546508 h 548890"/>
              <a:gd name="connsiteX1" fmla="*/ 1285876 w 2334694"/>
              <a:gd name="connsiteY1" fmla="*/ 453640 h 548890"/>
              <a:gd name="connsiteX2" fmla="*/ 1802605 w 2334694"/>
              <a:gd name="connsiteY2" fmla="*/ 413159 h 548890"/>
              <a:gd name="connsiteX3" fmla="*/ 2305048 w 2334694"/>
              <a:gd name="connsiteY3" fmla="*/ 503645 h 548890"/>
              <a:gd name="connsiteX4" fmla="*/ 2274092 w 2334694"/>
              <a:gd name="connsiteY4" fmla="*/ 472689 h 548890"/>
              <a:gd name="connsiteX5" fmla="*/ 2257423 w 2334694"/>
              <a:gd name="connsiteY5" fmla="*/ 282189 h 548890"/>
              <a:gd name="connsiteX6" fmla="*/ 2050255 w 2334694"/>
              <a:gd name="connsiteY6" fmla="*/ 182177 h 548890"/>
              <a:gd name="connsiteX7" fmla="*/ 1696711 w 2334694"/>
              <a:gd name="connsiteY7" fmla="*/ 51293 h 548890"/>
              <a:gd name="connsiteX8" fmla="*/ 1240686 w 2334694"/>
              <a:gd name="connsiteY8" fmla="*/ 22634 h 548890"/>
              <a:gd name="connsiteX9" fmla="*/ 426298 w 2334694"/>
              <a:gd name="connsiteY9" fmla="*/ 375058 h 548890"/>
              <a:gd name="connsiteX10" fmla="*/ 0 w 2334694"/>
              <a:gd name="connsiteY10" fmla="*/ 548890 h 548890"/>
              <a:gd name="connsiteX0" fmla="*/ 1035842 w 2334694"/>
              <a:gd name="connsiteY0" fmla="*/ 546508 h 548890"/>
              <a:gd name="connsiteX1" fmla="*/ 1285876 w 2334694"/>
              <a:gd name="connsiteY1" fmla="*/ 453640 h 548890"/>
              <a:gd name="connsiteX2" fmla="*/ 1802605 w 2334694"/>
              <a:gd name="connsiteY2" fmla="*/ 413159 h 548890"/>
              <a:gd name="connsiteX3" fmla="*/ 2305048 w 2334694"/>
              <a:gd name="connsiteY3" fmla="*/ 503645 h 548890"/>
              <a:gd name="connsiteX4" fmla="*/ 2274092 w 2334694"/>
              <a:gd name="connsiteY4" fmla="*/ 472689 h 548890"/>
              <a:gd name="connsiteX5" fmla="*/ 2257423 w 2334694"/>
              <a:gd name="connsiteY5" fmla="*/ 282189 h 548890"/>
              <a:gd name="connsiteX6" fmla="*/ 2050255 w 2334694"/>
              <a:gd name="connsiteY6" fmla="*/ 182177 h 548890"/>
              <a:gd name="connsiteX7" fmla="*/ 1696711 w 2334694"/>
              <a:gd name="connsiteY7" fmla="*/ 51293 h 548890"/>
              <a:gd name="connsiteX8" fmla="*/ 1240686 w 2334694"/>
              <a:gd name="connsiteY8" fmla="*/ 22634 h 548890"/>
              <a:gd name="connsiteX9" fmla="*/ 409629 w 2334694"/>
              <a:gd name="connsiteY9" fmla="*/ 294096 h 548890"/>
              <a:gd name="connsiteX10" fmla="*/ 0 w 2334694"/>
              <a:gd name="connsiteY10" fmla="*/ 548890 h 548890"/>
              <a:gd name="connsiteX0" fmla="*/ 1035842 w 2334694"/>
              <a:gd name="connsiteY0" fmla="*/ 533259 h 535641"/>
              <a:gd name="connsiteX1" fmla="*/ 1285876 w 2334694"/>
              <a:gd name="connsiteY1" fmla="*/ 440391 h 535641"/>
              <a:gd name="connsiteX2" fmla="*/ 1802605 w 2334694"/>
              <a:gd name="connsiteY2" fmla="*/ 399910 h 535641"/>
              <a:gd name="connsiteX3" fmla="*/ 2305048 w 2334694"/>
              <a:gd name="connsiteY3" fmla="*/ 490396 h 535641"/>
              <a:gd name="connsiteX4" fmla="*/ 2274092 w 2334694"/>
              <a:gd name="connsiteY4" fmla="*/ 459440 h 535641"/>
              <a:gd name="connsiteX5" fmla="*/ 2257423 w 2334694"/>
              <a:gd name="connsiteY5" fmla="*/ 268940 h 535641"/>
              <a:gd name="connsiteX6" fmla="*/ 2050255 w 2334694"/>
              <a:gd name="connsiteY6" fmla="*/ 168928 h 535641"/>
              <a:gd name="connsiteX7" fmla="*/ 1696711 w 2334694"/>
              <a:gd name="connsiteY7" fmla="*/ 38044 h 535641"/>
              <a:gd name="connsiteX8" fmla="*/ 1240686 w 2334694"/>
              <a:gd name="connsiteY8" fmla="*/ 9385 h 535641"/>
              <a:gd name="connsiteX9" fmla="*/ 659660 w 2334694"/>
              <a:gd name="connsiteY9" fmla="*/ 180834 h 535641"/>
              <a:gd name="connsiteX10" fmla="*/ 409629 w 2334694"/>
              <a:gd name="connsiteY10" fmla="*/ 280847 h 535641"/>
              <a:gd name="connsiteX11" fmla="*/ 0 w 2334694"/>
              <a:gd name="connsiteY11" fmla="*/ 535641 h 535641"/>
              <a:gd name="connsiteX0" fmla="*/ 1035842 w 2334694"/>
              <a:gd name="connsiteY0" fmla="*/ 533259 h 535641"/>
              <a:gd name="connsiteX1" fmla="*/ 1285876 w 2334694"/>
              <a:gd name="connsiteY1" fmla="*/ 440391 h 535641"/>
              <a:gd name="connsiteX2" fmla="*/ 1802605 w 2334694"/>
              <a:gd name="connsiteY2" fmla="*/ 399910 h 535641"/>
              <a:gd name="connsiteX3" fmla="*/ 2305048 w 2334694"/>
              <a:gd name="connsiteY3" fmla="*/ 490396 h 535641"/>
              <a:gd name="connsiteX4" fmla="*/ 2274092 w 2334694"/>
              <a:gd name="connsiteY4" fmla="*/ 459440 h 535641"/>
              <a:gd name="connsiteX5" fmla="*/ 2257423 w 2334694"/>
              <a:gd name="connsiteY5" fmla="*/ 268940 h 535641"/>
              <a:gd name="connsiteX6" fmla="*/ 2050255 w 2334694"/>
              <a:gd name="connsiteY6" fmla="*/ 168928 h 535641"/>
              <a:gd name="connsiteX7" fmla="*/ 1696711 w 2334694"/>
              <a:gd name="connsiteY7" fmla="*/ 38044 h 535641"/>
              <a:gd name="connsiteX8" fmla="*/ 1240686 w 2334694"/>
              <a:gd name="connsiteY8" fmla="*/ 9385 h 535641"/>
              <a:gd name="connsiteX9" fmla="*/ 666804 w 2334694"/>
              <a:gd name="connsiteY9" fmla="*/ 161784 h 535641"/>
              <a:gd name="connsiteX10" fmla="*/ 409629 w 2334694"/>
              <a:gd name="connsiteY10" fmla="*/ 280847 h 535641"/>
              <a:gd name="connsiteX11" fmla="*/ 0 w 2334694"/>
              <a:gd name="connsiteY11" fmla="*/ 535641 h 535641"/>
              <a:gd name="connsiteX0" fmla="*/ 1035842 w 2334694"/>
              <a:gd name="connsiteY0" fmla="*/ 533259 h 535641"/>
              <a:gd name="connsiteX1" fmla="*/ 1285876 w 2334694"/>
              <a:gd name="connsiteY1" fmla="*/ 440391 h 535641"/>
              <a:gd name="connsiteX2" fmla="*/ 1802605 w 2334694"/>
              <a:gd name="connsiteY2" fmla="*/ 399910 h 535641"/>
              <a:gd name="connsiteX3" fmla="*/ 2305048 w 2334694"/>
              <a:gd name="connsiteY3" fmla="*/ 490396 h 535641"/>
              <a:gd name="connsiteX4" fmla="*/ 2274092 w 2334694"/>
              <a:gd name="connsiteY4" fmla="*/ 459440 h 535641"/>
              <a:gd name="connsiteX5" fmla="*/ 2257423 w 2334694"/>
              <a:gd name="connsiteY5" fmla="*/ 268940 h 535641"/>
              <a:gd name="connsiteX6" fmla="*/ 2050255 w 2334694"/>
              <a:gd name="connsiteY6" fmla="*/ 168928 h 535641"/>
              <a:gd name="connsiteX7" fmla="*/ 1696711 w 2334694"/>
              <a:gd name="connsiteY7" fmla="*/ 38044 h 535641"/>
              <a:gd name="connsiteX8" fmla="*/ 1240686 w 2334694"/>
              <a:gd name="connsiteY8" fmla="*/ 9385 h 535641"/>
              <a:gd name="connsiteX9" fmla="*/ 673947 w 2334694"/>
              <a:gd name="connsiteY9" fmla="*/ 157021 h 535641"/>
              <a:gd name="connsiteX10" fmla="*/ 409629 w 2334694"/>
              <a:gd name="connsiteY10" fmla="*/ 280847 h 535641"/>
              <a:gd name="connsiteX11" fmla="*/ 0 w 2334694"/>
              <a:gd name="connsiteY11" fmla="*/ 535641 h 535641"/>
              <a:gd name="connsiteX0" fmla="*/ 1035842 w 2334694"/>
              <a:gd name="connsiteY0" fmla="*/ 533259 h 535641"/>
              <a:gd name="connsiteX1" fmla="*/ 1285876 w 2334694"/>
              <a:gd name="connsiteY1" fmla="*/ 440391 h 535641"/>
              <a:gd name="connsiteX2" fmla="*/ 1802605 w 2334694"/>
              <a:gd name="connsiteY2" fmla="*/ 399910 h 535641"/>
              <a:gd name="connsiteX3" fmla="*/ 2305048 w 2334694"/>
              <a:gd name="connsiteY3" fmla="*/ 490396 h 535641"/>
              <a:gd name="connsiteX4" fmla="*/ 2274092 w 2334694"/>
              <a:gd name="connsiteY4" fmla="*/ 459440 h 535641"/>
              <a:gd name="connsiteX5" fmla="*/ 2257423 w 2334694"/>
              <a:gd name="connsiteY5" fmla="*/ 268940 h 535641"/>
              <a:gd name="connsiteX6" fmla="*/ 2050255 w 2334694"/>
              <a:gd name="connsiteY6" fmla="*/ 168928 h 535641"/>
              <a:gd name="connsiteX7" fmla="*/ 1696711 w 2334694"/>
              <a:gd name="connsiteY7" fmla="*/ 38044 h 535641"/>
              <a:gd name="connsiteX8" fmla="*/ 1240686 w 2334694"/>
              <a:gd name="connsiteY8" fmla="*/ 9385 h 535641"/>
              <a:gd name="connsiteX9" fmla="*/ 673947 w 2334694"/>
              <a:gd name="connsiteY9" fmla="*/ 157021 h 535641"/>
              <a:gd name="connsiteX10" fmla="*/ 409629 w 2334694"/>
              <a:gd name="connsiteY10" fmla="*/ 280847 h 535641"/>
              <a:gd name="connsiteX11" fmla="*/ 0 w 2334694"/>
              <a:gd name="connsiteY11" fmla="*/ 535641 h 535641"/>
              <a:gd name="connsiteX0" fmla="*/ 1042985 w 2334694"/>
              <a:gd name="connsiteY0" fmla="*/ 533259 h 535641"/>
              <a:gd name="connsiteX1" fmla="*/ 1285876 w 2334694"/>
              <a:gd name="connsiteY1" fmla="*/ 440391 h 535641"/>
              <a:gd name="connsiteX2" fmla="*/ 1802605 w 2334694"/>
              <a:gd name="connsiteY2" fmla="*/ 399910 h 535641"/>
              <a:gd name="connsiteX3" fmla="*/ 2305048 w 2334694"/>
              <a:gd name="connsiteY3" fmla="*/ 490396 h 535641"/>
              <a:gd name="connsiteX4" fmla="*/ 2274092 w 2334694"/>
              <a:gd name="connsiteY4" fmla="*/ 459440 h 535641"/>
              <a:gd name="connsiteX5" fmla="*/ 2257423 w 2334694"/>
              <a:gd name="connsiteY5" fmla="*/ 268940 h 535641"/>
              <a:gd name="connsiteX6" fmla="*/ 2050255 w 2334694"/>
              <a:gd name="connsiteY6" fmla="*/ 168928 h 535641"/>
              <a:gd name="connsiteX7" fmla="*/ 1696711 w 2334694"/>
              <a:gd name="connsiteY7" fmla="*/ 38044 h 535641"/>
              <a:gd name="connsiteX8" fmla="*/ 1240686 w 2334694"/>
              <a:gd name="connsiteY8" fmla="*/ 9385 h 535641"/>
              <a:gd name="connsiteX9" fmla="*/ 673947 w 2334694"/>
              <a:gd name="connsiteY9" fmla="*/ 157021 h 535641"/>
              <a:gd name="connsiteX10" fmla="*/ 409629 w 2334694"/>
              <a:gd name="connsiteY10" fmla="*/ 280847 h 535641"/>
              <a:gd name="connsiteX11" fmla="*/ 0 w 2334694"/>
              <a:gd name="connsiteY11" fmla="*/ 535641 h 535641"/>
              <a:gd name="connsiteX0" fmla="*/ 1042985 w 2334694"/>
              <a:gd name="connsiteY0" fmla="*/ 533259 h 535641"/>
              <a:gd name="connsiteX1" fmla="*/ 1195442 w 2334694"/>
              <a:gd name="connsiteY1" fmla="*/ 473728 h 535641"/>
              <a:gd name="connsiteX2" fmla="*/ 1285876 w 2334694"/>
              <a:gd name="connsiteY2" fmla="*/ 440391 h 535641"/>
              <a:gd name="connsiteX3" fmla="*/ 1802605 w 2334694"/>
              <a:gd name="connsiteY3" fmla="*/ 399910 h 535641"/>
              <a:gd name="connsiteX4" fmla="*/ 2305048 w 2334694"/>
              <a:gd name="connsiteY4" fmla="*/ 490396 h 535641"/>
              <a:gd name="connsiteX5" fmla="*/ 2274092 w 2334694"/>
              <a:gd name="connsiteY5" fmla="*/ 459440 h 535641"/>
              <a:gd name="connsiteX6" fmla="*/ 2257423 w 2334694"/>
              <a:gd name="connsiteY6" fmla="*/ 268940 h 535641"/>
              <a:gd name="connsiteX7" fmla="*/ 2050255 w 2334694"/>
              <a:gd name="connsiteY7" fmla="*/ 168928 h 535641"/>
              <a:gd name="connsiteX8" fmla="*/ 1696711 w 2334694"/>
              <a:gd name="connsiteY8" fmla="*/ 38044 h 535641"/>
              <a:gd name="connsiteX9" fmla="*/ 1240686 w 2334694"/>
              <a:gd name="connsiteY9" fmla="*/ 9385 h 535641"/>
              <a:gd name="connsiteX10" fmla="*/ 673947 w 2334694"/>
              <a:gd name="connsiteY10" fmla="*/ 157021 h 535641"/>
              <a:gd name="connsiteX11" fmla="*/ 409629 w 2334694"/>
              <a:gd name="connsiteY11" fmla="*/ 280847 h 535641"/>
              <a:gd name="connsiteX12" fmla="*/ 0 w 2334694"/>
              <a:gd name="connsiteY12" fmla="*/ 535641 h 535641"/>
              <a:gd name="connsiteX0" fmla="*/ 1042985 w 2334694"/>
              <a:gd name="connsiteY0" fmla="*/ 533259 h 535641"/>
              <a:gd name="connsiteX1" fmla="*/ 1104954 w 2334694"/>
              <a:gd name="connsiteY1" fmla="*/ 511828 h 535641"/>
              <a:gd name="connsiteX2" fmla="*/ 1195442 w 2334694"/>
              <a:gd name="connsiteY2" fmla="*/ 473728 h 535641"/>
              <a:gd name="connsiteX3" fmla="*/ 1285876 w 2334694"/>
              <a:gd name="connsiteY3" fmla="*/ 440391 h 535641"/>
              <a:gd name="connsiteX4" fmla="*/ 1802605 w 2334694"/>
              <a:gd name="connsiteY4" fmla="*/ 399910 h 535641"/>
              <a:gd name="connsiteX5" fmla="*/ 2305048 w 2334694"/>
              <a:gd name="connsiteY5" fmla="*/ 490396 h 535641"/>
              <a:gd name="connsiteX6" fmla="*/ 2274092 w 2334694"/>
              <a:gd name="connsiteY6" fmla="*/ 459440 h 535641"/>
              <a:gd name="connsiteX7" fmla="*/ 2257423 w 2334694"/>
              <a:gd name="connsiteY7" fmla="*/ 268940 h 535641"/>
              <a:gd name="connsiteX8" fmla="*/ 2050255 w 2334694"/>
              <a:gd name="connsiteY8" fmla="*/ 168928 h 535641"/>
              <a:gd name="connsiteX9" fmla="*/ 1696711 w 2334694"/>
              <a:gd name="connsiteY9" fmla="*/ 38044 h 535641"/>
              <a:gd name="connsiteX10" fmla="*/ 1240686 w 2334694"/>
              <a:gd name="connsiteY10" fmla="*/ 9385 h 535641"/>
              <a:gd name="connsiteX11" fmla="*/ 673947 w 2334694"/>
              <a:gd name="connsiteY11" fmla="*/ 157021 h 535641"/>
              <a:gd name="connsiteX12" fmla="*/ 409629 w 2334694"/>
              <a:gd name="connsiteY12" fmla="*/ 280847 h 535641"/>
              <a:gd name="connsiteX13" fmla="*/ 0 w 2334694"/>
              <a:gd name="connsiteY13" fmla="*/ 535641 h 535641"/>
              <a:gd name="connsiteX0" fmla="*/ 1042985 w 2334694"/>
              <a:gd name="connsiteY0" fmla="*/ 533259 h 535641"/>
              <a:gd name="connsiteX1" fmla="*/ 1104954 w 2334694"/>
              <a:gd name="connsiteY1" fmla="*/ 511828 h 535641"/>
              <a:gd name="connsiteX2" fmla="*/ 1190679 w 2334694"/>
              <a:gd name="connsiteY2" fmla="*/ 464203 h 535641"/>
              <a:gd name="connsiteX3" fmla="*/ 1285876 w 2334694"/>
              <a:gd name="connsiteY3" fmla="*/ 440391 h 535641"/>
              <a:gd name="connsiteX4" fmla="*/ 1802605 w 2334694"/>
              <a:gd name="connsiteY4" fmla="*/ 399910 h 535641"/>
              <a:gd name="connsiteX5" fmla="*/ 2305048 w 2334694"/>
              <a:gd name="connsiteY5" fmla="*/ 490396 h 535641"/>
              <a:gd name="connsiteX6" fmla="*/ 2274092 w 2334694"/>
              <a:gd name="connsiteY6" fmla="*/ 459440 h 535641"/>
              <a:gd name="connsiteX7" fmla="*/ 2257423 w 2334694"/>
              <a:gd name="connsiteY7" fmla="*/ 268940 h 535641"/>
              <a:gd name="connsiteX8" fmla="*/ 2050255 w 2334694"/>
              <a:gd name="connsiteY8" fmla="*/ 168928 h 535641"/>
              <a:gd name="connsiteX9" fmla="*/ 1696711 w 2334694"/>
              <a:gd name="connsiteY9" fmla="*/ 38044 h 535641"/>
              <a:gd name="connsiteX10" fmla="*/ 1240686 w 2334694"/>
              <a:gd name="connsiteY10" fmla="*/ 9385 h 535641"/>
              <a:gd name="connsiteX11" fmla="*/ 673947 w 2334694"/>
              <a:gd name="connsiteY11" fmla="*/ 157021 h 535641"/>
              <a:gd name="connsiteX12" fmla="*/ 409629 w 2334694"/>
              <a:gd name="connsiteY12" fmla="*/ 280847 h 535641"/>
              <a:gd name="connsiteX13" fmla="*/ 0 w 2334694"/>
              <a:gd name="connsiteY13" fmla="*/ 535641 h 535641"/>
              <a:gd name="connsiteX0" fmla="*/ 1059653 w 2334694"/>
              <a:gd name="connsiteY0" fmla="*/ 545165 h 545165"/>
              <a:gd name="connsiteX1" fmla="*/ 1104954 w 2334694"/>
              <a:gd name="connsiteY1" fmla="*/ 511828 h 545165"/>
              <a:gd name="connsiteX2" fmla="*/ 1190679 w 2334694"/>
              <a:gd name="connsiteY2" fmla="*/ 464203 h 545165"/>
              <a:gd name="connsiteX3" fmla="*/ 1285876 w 2334694"/>
              <a:gd name="connsiteY3" fmla="*/ 440391 h 545165"/>
              <a:gd name="connsiteX4" fmla="*/ 1802605 w 2334694"/>
              <a:gd name="connsiteY4" fmla="*/ 399910 h 545165"/>
              <a:gd name="connsiteX5" fmla="*/ 2305048 w 2334694"/>
              <a:gd name="connsiteY5" fmla="*/ 490396 h 545165"/>
              <a:gd name="connsiteX6" fmla="*/ 2274092 w 2334694"/>
              <a:gd name="connsiteY6" fmla="*/ 459440 h 545165"/>
              <a:gd name="connsiteX7" fmla="*/ 2257423 w 2334694"/>
              <a:gd name="connsiteY7" fmla="*/ 268940 h 545165"/>
              <a:gd name="connsiteX8" fmla="*/ 2050255 w 2334694"/>
              <a:gd name="connsiteY8" fmla="*/ 168928 h 545165"/>
              <a:gd name="connsiteX9" fmla="*/ 1696711 w 2334694"/>
              <a:gd name="connsiteY9" fmla="*/ 38044 h 545165"/>
              <a:gd name="connsiteX10" fmla="*/ 1240686 w 2334694"/>
              <a:gd name="connsiteY10" fmla="*/ 9385 h 545165"/>
              <a:gd name="connsiteX11" fmla="*/ 673947 w 2334694"/>
              <a:gd name="connsiteY11" fmla="*/ 157021 h 545165"/>
              <a:gd name="connsiteX12" fmla="*/ 409629 w 2334694"/>
              <a:gd name="connsiteY12" fmla="*/ 280847 h 545165"/>
              <a:gd name="connsiteX13" fmla="*/ 0 w 2334694"/>
              <a:gd name="connsiteY13" fmla="*/ 535641 h 545165"/>
              <a:gd name="connsiteX0" fmla="*/ 1059653 w 2334694"/>
              <a:gd name="connsiteY0" fmla="*/ 545165 h 545165"/>
              <a:gd name="connsiteX1" fmla="*/ 1190679 w 2334694"/>
              <a:gd name="connsiteY1" fmla="*/ 464203 h 545165"/>
              <a:gd name="connsiteX2" fmla="*/ 1285876 w 2334694"/>
              <a:gd name="connsiteY2" fmla="*/ 440391 h 545165"/>
              <a:gd name="connsiteX3" fmla="*/ 1802605 w 2334694"/>
              <a:gd name="connsiteY3" fmla="*/ 399910 h 545165"/>
              <a:gd name="connsiteX4" fmla="*/ 2305048 w 2334694"/>
              <a:gd name="connsiteY4" fmla="*/ 490396 h 545165"/>
              <a:gd name="connsiteX5" fmla="*/ 2274092 w 2334694"/>
              <a:gd name="connsiteY5" fmla="*/ 459440 h 545165"/>
              <a:gd name="connsiteX6" fmla="*/ 2257423 w 2334694"/>
              <a:gd name="connsiteY6" fmla="*/ 268940 h 545165"/>
              <a:gd name="connsiteX7" fmla="*/ 2050255 w 2334694"/>
              <a:gd name="connsiteY7" fmla="*/ 168928 h 545165"/>
              <a:gd name="connsiteX8" fmla="*/ 1696711 w 2334694"/>
              <a:gd name="connsiteY8" fmla="*/ 38044 h 545165"/>
              <a:gd name="connsiteX9" fmla="*/ 1240686 w 2334694"/>
              <a:gd name="connsiteY9" fmla="*/ 9385 h 545165"/>
              <a:gd name="connsiteX10" fmla="*/ 673947 w 2334694"/>
              <a:gd name="connsiteY10" fmla="*/ 157021 h 545165"/>
              <a:gd name="connsiteX11" fmla="*/ 409629 w 2334694"/>
              <a:gd name="connsiteY11" fmla="*/ 280847 h 545165"/>
              <a:gd name="connsiteX12" fmla="*/ 0 w 2334694"/>
              <a:gd name="connsiteY12" fmla="*/ 535641 h 545165"/>
              <a:gd name="connsiteX0" fmla="*/ 1059653 w 2334694"/>
              <a:gd name="connsiteY0" fmla="*/ 545165 h 545165"/>
              <a:gd name="connsiteX1" fmla="*/ 1285876 w 2334694"/>
              <a:gd name="connsiteY1" fmla="*/ 440391 h 545165"/>
              <a:gd name="connsiteX2" fmla="*/ 1802605 w 2334694"/>
              <a:gd name="connsiteY2" fmla="*/ 399910 h 545165"/>
              <a:gd name="connsiteX3" fmla="*/ 2305048 w 2334694"/>
              <a:gd name="connsiteY3" fmla="*/ 490396 h 545165"/>
              <a:gd name="connsiteX4" fmla="*/ 2274092 w 2334694"/>
              <a:gd name="connsiteY4" fmla="*/ 459440 h 545165"/>
              <a:gd name="connsiteX5" fmla="*/ 2257423 w 2334694"/>
              <a:gd name="connsiteY5" fmla="*/ 268940 h 545165"/>
              <a:gd name="connsiteX6" fmla="*/ 2050255 w 2334694"/>
              <a:gd name="connsiteY6" fmla="*/ 168928 h 545165"/>
              <a:gd name="connsiteX7" fmla="*/ 1696711 w 2334694"/>
              <a:gd name="connsiteY7" fmla="*/ 38044 h 545165"/>
              <a:gd name="connsiteX8" fmla="*/ 1240686 w 2334694"/>
              <a:gd name="connsiteY8" fmla="*/ 9385 h 545165"/>
              <a:gd name="connsiteX9" fmla="*/ 673947 w 2334694"/>
              <a:gd name="connsiteY9" fmla="*/ 157021 h 545165"/>
              <a:gd name="connsiteX10" fmla="*/ 409629 w 2334694"/>
              <a:gd name="connsiteY10" fmla="*/ 280847 h 545165"/>
              <a:gd name="connsiteX11" fmla="*/ 0 w 2334694"/>
              <a:gd name="connsiteY11" fmla="*/ 535641 h 545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34694" h="545165">
                <a:moveTo>
                  <a:pt x="1059653" y="545165"/>
                </a:moveTo>
                <a:cubicBezTo>
                  <a:pt x="1106783" y="523337"/>
                  <a:pt x="1162051" y="464600"/>
                  <a:pt x="1285876" y="440391"/>
                </a:cubicBezTo>
                <a:cubicBezTo>
                  <a:pt x="1409701" y="416182"/>
                  <a:pt x="1632743" y="391576"/>
                  <a:pt x="1802605" y="399910"/>
                </a:cubicBezTo>
                <a:cubicBezTo>
                  <a:pt x="1972467" y="408244"/>
                  <a:pt x="2226467" y="480474"/>
                  <a:pt x="2305048" y="490396"/>
                </a:cubicBezTo>
                <a:cubicBezTo>
                  <a:pt x="2383629" y="500318"/>
                  <a:pt x="2282029" y="496349"/>
                  <a:pt x="2274092" y="459440"/>
                </a:cubicBezTo>
                <a:cubicBezTo>
                  <a:pt x="2266155" y="422531"/>
                  <a:pt x="2294729" y="317359"/>
                  <a:pt x="2257423" y="268940"/>
                </a:cubicBezTo>
                <a:cubicBezTo>
                  <a:pt x="2220117" y="220521"/>
                  <a:pt x="2143707" y="207411"/>
                  <a:pt x="2050255" y="168928"/>
                </a:cubicBezTo>
                <a:cubicBezTo>
                  <a:pt x="1956803" y="130445"/>
                  <a:pt x="1831639" y="64634"/>
                  <a:pt x="1696711" y="38044"/>
                </a:cubicBezTo>
                <a:cubicBezTo>
                  <a:pt x="1561783" y="11454"/>
                  <a:pt x="1413528" y="-14413"/>
                  <a:pt x="1240686" y="9385"/>
                </a:cubicBezTo>
                <a:cubicBezTo>
                  <a:pt x="1067844" y="33183"/>
                  <a:pt x="812456" y="111777"/>
                  <a:pt x="673947" y="157021"/>
                </a:cubicBezTo>
                <a:cubicBezTo>
                  <a:pt x="542581" y="209409"/>
                  <a:pt x="519572" y="221713"/>
                  <a:pt x="409629" y="280847"/>
                </a:cubicBezTo>
                <a:cubicBezTo>
                  <a:pt x="202848" y="368556"/>
                  <a:pt x="71050" y="506669"/>
                  <a:pt x="0" y="535641"/>
                </a:cubicBezTo>
              </a:path>
            </a:pathLst>
          </a:cu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D75C6C3-55E6-0F9B-0286-9C335D0FAA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3479" y="5528899"/>
            <a:ext cx="832519" cy="4272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766AE21-3DAC-34F2-FCAD-A78086A4DF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3478" y="6108860"/>
            <a:ext cx="832519" cy="42722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173E4CF-EE9B-7F35-5FE7-DD46467B72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006" y="6070230"/>
            <a:ext cx="832519" cy="4272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62D8538-4FE0-4BF5-74C4-D2B9C289BC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20038052">
            <a:off x="1554028" y="6042710"/>
            <a:ext cx="832519" cy="4272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FD73E1F-8ED2-AFE4-39E9-8B9544F159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20650444">
            <a:off x="2268105" y="5844668"/>
            <a:ext cx="457361" cy="4272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16D72E1-4C2C-A383-FA42-0D6C50CC48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21044086">
            <a:off x="2603542" y="6007168"/>
            <a:ext cx="457361" cy="19290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C208FE7-8FD1-6F68-3EE3-568A44E364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26999" y="5983979"/>
            <a:ext cx="457361" cy="19290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17AF3EF-693C-2652-BB6D-9E6F84AFD74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15908">
            <a:off x="3107667" y="6136720"/>
            <a:ext cx="119438" cy="5037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808FD73-51BE-9873-FB08-C4A647871C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83622" y="5612047"/>
            <a:ext cx="666035" cy="42722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3850572-9023-30FD-81E4-D8591DA42A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47067" y="5692848"/>
            <a:ext cx="666035" cy="42722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C5D1BE0-B4C3-05F3-0660-86E9E0C7F4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842968">
            <a:off x="2466263" y="5679570"/>
            <a:ext cx="559599" cy="14461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A4CF779C-BA12-9E99-EAC8-5C85DDE914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842968">
            <a:off x="2601606" y="5836068"/>
            <a:ext cx="559599" cy="14461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B43D1948-C126-C05D-CDCF-B53ACB30CD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842968">
            <a:off x="2665172" y="5732577"/>
            <a:ext cx="559599" cy="14461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C1DECE3-54C8-30BC-720E-3CB80DC59D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854107">
            <a:off x="2959532" y="5748972"/>
            <a:ext cx="134762" cy="12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2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g3276b439bfa_1_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6" y="0"/>
            <a:ext cx="12263102" cy="690078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276b439bfa_1_69"/>
          <p:cNvSpPr/>
          <p:nvPr/>
        </p:nvSpPr>
        <p:spPr>
          <a:xfrm>
            <a:off x="9009888" y="3523553"/>
            <a:ext cx="2783100" cy="2548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s-MX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RECUADRO PARA TRADUCCIÓN DE SEÑAS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276b439bfa_1_69"/>
          <p:cNvSpPr txBox="1"/>
          <p:nvPr/>
        </p:nvSpPr>
        <p:spPr>
          <a:xfrm>
            <a:off x="9680252" y="3853526"/>
            <a:ext cx="14955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42145"/>
              </a:buClr>
              <a:buSzPts val="1351"/>
              <a:buFont typeface="Calibri"/>
              <a:buNone/>
            </a:pPr>
            <a:r>
              <a:rPr lang="es-MX" sz="1351" b="0" i="0" u="none" strike="noStrike" cap="none">
                <a:solidFill>
                  <a:srgbClr val="A42145"/>
                </a:solidFill>
                <a:latin typeface="Calibri"/>
                <a:ea typeface="Calibri"/>
                <a:cs typeface="Calibri"/>
                <a:sym typeface="Calibri"/>
              </a:rPr>
              <a:t>(BORRAR)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stinos Internacion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51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6" r:id="rId3"/>
    <p:sldLayoutId id="214748368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image" Target="../media/image12.jpeg"/><Relationship Id="rId18" Type="http://schemas.openxmlformats.org/officeDocument/2006/relationships/image" Target="../media/image15.jpeg"/><Relationship Id="rId3" Type="http://schemas.openxmlformats.org/officeDocument/2006/relationships/image" Target="../media/image7.png"/><Relationship Id="rId21" Type="http://schemas.openxmlformats.org/officeDocument/2006/relationships/image" Target="../media/image18.png"/><Relationship Id="rId7" Type="http://schemas.openxmlformats.org/officeDocument/2006/relationships/slide" Target="slide5.xml"/><Relationship Id="rId12" Type="http://schemas.openxmlformats.org/officeDocument/2006/relationships/image" Target="../media/image11.jpeg"/><Relationship Id="rId17" Type="http://schemas.microsoft.com/office/2007/relationships/hdphoto" Target="../media/hdphoto2.wdp"/><Relationship Id="rId2" Type="http://schemas.openxmlformats.org/officeDocument/2006/relationships/image" Target="../media/image6.png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0.jpeg"/><Relationship Id="rId5" Type="http://schemas.openxmlformats.org/officeDocument/2006/relationships/slide" Target="slide4.xml"/><Relationship Id="rId15" Type="http://schemas.microsoft.com/office/2007/relationships/hdphoto" Target="../media/hdphoto1.wdp"/><Relationship Id="rId10" Type="http://schemas.openxmlformats.org/officeDocument/2006/relationships/slide" Target="slide6.xml"/><Relationship Id="rId19" Type="http://schemas.openxmlformats.org/officeDocument/2006/relationships/image" Target="../media/image16.png"/><Relationship Id="rId4" Type="http://schemas.openxmlformats.org/officeDocument/2006/relationships/slide" Target="slide3.xml"/><Relationship Id="rId9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slide" Target="slide1.xml"/><Relationship Id="rId4" Type="http://schemas.openxmlformats.org/officeDocument/2006/relationships/image" Target="../media/image2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4.png"/><Relationship Id="rId4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2.png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D236C-F00F-9462-DF1D-F86493787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2">
            <a:extLst>
              <a:ext uri="{FF2B5EF4-FFF2-40B4-BE49-F238E27FC236}">
                <a16:creationId xmlns:a16="http://schemas.microsoft.com/office/drawing/2014/main" id="{B6D10831-7174-B6A4-4062-4C05A8FD63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19250" y="290582"/>
            <a:ext cx="10572750" cy="65803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40" name="Rectángulo 63">
            <a:extLst>
              <a:ext uri="{FF2B5EF4-FFF2-40B4-BE49-F238E27FC236}">
                <a16:creationId xmlns:a16="http://schemas.microsoft.com/office/drawing/2014/main" id="{4943F87E-920C-7F13-6A51-27F1EC122AF5}"/>
              </a:ext>
            </a:extLst>
          </p:cNvPr>
          <p:cNvSpPr/>
          <p:nvPr/>
        </p:nvSpPr>
        <p:spPr>
          <a:xfrm>
            <a:off x="4846663" y="4611553"/>
            <a:ext cx="652754" cy="252548"/>
          </a:xfrm>
          <a:custGeom>
            <a:avLst/>
            <a:gdLst>
              <a:gd name="connsiteX0" fmla="*/ 0 w 1111624"/>
              <a:gd name="connsiteY0" fmla="*/ 0 h 407348"/>
              <a:gd name="connsiteX1" fmla="*/ 1111624 w 1111624"/>
              <a:gd name="connsiteY1" fmla="*/ 0 h 407348"/>
              <a:gd name="connsiteX2" fmla="*/ 1111624 w 1111624"/>
              <a:gd name="connsiteY2" fmla="*/ 407348 h 407348"/>
              <a:gd name="connsiteX3" fmla="*/ 0 w 1111624"/>
              <a:gd name="connsiteY3" fmla="*/ 407348 h 407348"/>
              <a:gd name="connsiteX4" fmla="*/ 0 w 1111624"/>
              <a:gd name="connsiteY4" fmla="*/ 0 h 407348"/>
              <a:gd name="connsiteX0" fmla="*/ 202406 w 1111624"/>
              <a:gd name="connsiteY0" fmla="*/ 11906 h 407348"/>
              <a:gd name="connsiteX1" fmla="*/ 1111624 w 1111624"/>
              <a:gd name="connsiteY1" fmla="*/ 0 h 407348"/>
              <a:gd name="connsiteX2" fmla="*/ 1111624 w 1111624"/>
              <a:gd name="connsiteY2" fmla="*/ 407348 h 407348"/>
              <a:gd name="connsiteX3" fmla="*/ 0 w 1111624"/>
              <a:gd name="connsiteY3" fmla="*/ 407348 h 407348"/>
              <a:gd name="connsiteX4" fmla="*/ 202406 w 1111624"/>
              <a:gd name="connsiteY4" fmla="*/ 11906 h 407348"/>
              <a:gd name="connsiteX0" fmla="*/ 123825 w 1033043"/>
              <a:gd name="connsiteY0" fmla="*/ 11906 h 407348"/>
              <a:gd name="connsiteX1" fmla="*/ 1033043 w 1033043"/>
              <a:gd name="connsiteY1" fmla="*/ 0 h 407348"/>
              <a:gd name="connsiteX2" fmla="*/ 1033043 w 1033043"/>
              <a:gd name="connsiteY2" fmla="*/ 407348 h 407348"/>
              <a:gd name="connsiteX3" fmla="*/ 0 w 1033043"/>
              <a:gd name="connsiteY3" fmla="*/ 123980 h 407348"/>
              <a:gd name="connsiteX4" fmla="*/ 123825 w 1033043"/>
              <a:gd name="connsiteY4" fmla="*/ 11906 h 407348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61493 w 1033043"/>
              <a:gd name="connsiteY2" fmla="*/ 143030 h 143030"/>
              <a:gd name="connsiteX3" fmla="*/ 0 w 1033043"/>
              <a:gd name="connsiteY3" fmla="*/ 123980 h 143030"/>
              <a:gd name="connsiteX4" fmla="*/ 123825 w 1033043"/>
              <a:gd name="connsiteY4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297097 w 1033043"/>
              <a:gd name="connsiteY2" fmla="*/ 101427 h 143030"/>
              <a:gd name="connsiteX3" fmla="*/ 61493 w 1033043"/>
              <a:gd name="connsiteY3" fmla="*/ 143030 h 143030"/>
              <a:gd name="connsiteX4" fmla="*/ 0 w 1033043"/>
              <a:gd name="connsiteY4" fmla="*/ 123980 h 143030"/>
              <a:gd name="connsiteX5" fmla="*/ 123825 w 1033043"/>
              <a:gd name="connsiteY5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189940 w 1033043"/>
              <a:gd name="connsiteY2" fmla="*/ 87140 h 143030"/>
              <a:gd name="connsiteX3" fmla="*/ 61493 w 1033043"/>
              <a:gd name="connsiteY3" fmla="*/ 143030 h 143030"/>
              <a:gd name="connsiteX4" fmla="*/ 0 w 1033043"/>
              <a:gd name="connsiteY4" fmla="*/ 123980 h 143030"/>
              <a:gd name="connsiteX5" fmla="*/ 123825 w 1033043"/>
              <a:gd name="connsiteY5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137553 w 1033043"/>
              <a:gd name="connsiteY2" fmla="*/ 113334 h 143030"/>
              <a:gd name="connsiteX3" fmla="*/ 61493 w 1033043"/>
              <a:gd name="connsiteY3" fmla="*/ 143030 h 143030"/>
              <a:gd name="connsiteX4" fmla="*/ 0 w 1033043"/>
              <a:gd name="connsiteY4" fmla="*/ 123980 h 143030"/>
              <a:gd name="connsiteX5" fmla="*/ 123825 w 1033043"/>
              <a:gd name="connsiteY5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258997 w 1033043"/>
              <a:gd name="connsiteY2" fmla="*/ 96665 h 143030"/>
              <a:gd name="connsiteX3" fmla="*/ 137553 w 1033043"/>
              <a:gd name="connsiteY3" fmla="*/ 113334 h 143030"/>
              <a:gd name="connsiteX4" fmla="*/ 61493 w 1033043"/>
              <a:gd name="connsiteY4" fmla="*/ 143030 h 143030"/>
              <a:gd name="connsiteX5" fmla="*/ 0 w 1033043"/>
              <a:gd name="connsiteY5" fmla="*/ 123980 h 143030"/>
              <a:gd name="connsiteX6" fmla="*/ 123825 w 1033043"/>
              <a:gd name="connsiteY6" fmla="*/ 11906 h 143030"/>
              <a:gd name="connsiteX0" fmla="*/ 123825 w 1033043"/>
              <a:gd name="connsiteY0" fmla="*/ 11906 h 165721"/>
              <a:gd name="connsiteX1" fmla="*/ 1033043 w 1033043"/>
              <a:gd name="connsiteY1" fmla="*/ 0 h 165721"/>
              <a:gd name="connsiteX2" fmla="*/ 158985 w 1033043"/>
              <a:gd name="connsiteY2" fmla="*/ 165721 h 165721"/>
              <a:gd name="connsiteX3" fmla="*/ 137553 w 1033043"/>
              <a:gd name="connsiteY3" fmla="*/ 113334 h 165721"/>
              <a:gd name="connsiteX4" fmla="*/ 61493 w 1033043"/>
              <a:gd name="connsiteY4" fmla="*/ 143030 h 165721"/>
              <a:gd name="connsiteX5" fmla="*/ 0 w 1033043"/>
              <a:gd name="connsiteY5" fmla="*/ 123980 h 165721"/>
              <a:gd name="connsiteX6" fmla="*/ 123825 w 1033043"/>
              <a:gd name="connsiteY6" fmla="*/ 11906 h 165721"/>
              <a:gd name="connsiteX0" fmla="*/ 123825 w 1033043"/>
              <a:gd name="connsiteY0" fmla="*/ 11906 h 165721"/>
              <a:gd name="connsiteX1" fmla="*/ 1033043 w 1033043"/>
              <a:gd name="connsiteY1" fmla="*/ 0 h 165721"/>
              <a:gd name="connsiteX2" fmla="*/ 349484 w 1033043"/>
              <a:gd name="connsiteY2" fmla="*/ 132383 h 165721"/>
              <a:gd name="connsiteX3" fmla="*/ 158985 w 1033043"/>
              <a:gd name="connsiteY3" fmla="*/ 165721 h 165721"/>
              <a:gd name="connsiteX4" fmla="*/ 137553 w 1033043"/>
              <a:gd name="connsiteY4" fmla="*/ 113334 h 165721"/>
              <a:gd name="connsiteX5" fmla="*/ 61493 w 1033043"/>
              <a:gd name="connsiteY5" fmla="*/ 143030 h 165721"/>
              <a:gd name="connsiteX6" fmla="*/ 0 w 1033043"/>
              <a:gd name="connsiteY6" fmla="*/ 123980 h 165721"/>
              <a:gd name="connsiteX7" fmla="*/ 123825 w 1033043"/>
              <a:gd name="connsiteY7" fmla="*/ 11906 h 16572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244709 w 1033043"/>
              <a:gd name="connsiteY2" fmla="*/ 184771 h 184771"/>
              <a:gd name="connsiteX3" fmla="*/ 158985 w 1033043"/>
              <a:gd name="connsiteY3" fmla="*/ 165721 h 184771"/>
              <a:gd name="connsiteX4" fmla="*/ 137553 w 1033043"/>
              <a:gd name="connsiteY4" fmla="*/ 113334 h 184771"/>
              <a:gd name="connsiteX5" fmla="*/ 61493 w 1033043"/>
              <a:gd name="connsiteY5" fmla="*/ 143030 h 184771"/>
              <a:gd name="connsiteX6" fmla="*/ 0 w 1033043"/>
              <a:gd name="connsiteY6" fmla="*/ 123980 h 184771"/>
              <a:gd name="connsiteX7" fmla="*/ 123825 w 1033043"/>
              <a:gd name="connsiteY7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375678 w 1033043"/>
              <a:gd name="connsiteY2" fmla="*/ 156196 h 184771"/>
              <a:gd name="connsiteX3" fmla="*/ 244709 w 1033043"/>
              <a:gd name="connsiteY3" fmla="*/ 184771 h 184771"/>
              <a:gd name="connsiteX4" fmla="*/ 158985 w 1033043"/>
              <a:gd name="connsiteY4" fmla="*/ 165721 h 184771"/>
              <a:gd name="connsiteX5" fmla="*/ 137553 w 1033043"/>
              <a:gd name="connsiteY5" fmla="*/ 113334 h 184771"/>
              <a:gd name="connsiteX6" fmla="*/ 61493 w 1033043"/>
              <a:gd name="connsiteY6" fmla="*/ 143030 h 184771"/>
              <a:gd name="connsiteX7" fmla="*/ 0 w 1033043"/>
              <a:gd name="connsiteY7" fmla="*/ 123980 h 184771"/>
              <a:gd name="connsiteX8" fmla="*/ 123825 w 1033043"/>
              <a:gd name="connsiteY8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189941 w 1033043"/>
              <a:gd name="connsiteY2" fmla="*/ 68090 h 184771"/>
              <a:gd name="connsiteX3" fmla="*/ 244709 w 1033043"/>
              <a:gd name="connsiteY3" fmla="*/ 184771 h 184771"/>
              <a:gd name="connsiteX4" fmla="*/ 158985 w 1033043"/>
              <a:gd name="connsiteY4" fmla="*/ 165721 h 184771"/>
              <a:gd name="connsiteX5" fmla="*/ 137553 w 1033043"/>
              <a:gd name="connsiteY5" fmla="*/ 113334 h 184771"/>
              <a:gd name="connsiteX6" fmla="*/ 61493 w 1033043"/>
              <a:gd name="connsiteY6" fmla="*/ 143030 h 184771"/>
              <a:gd name="connsiteX7" fmla="*/ 0 w 1033043"/>
              <a:gd name="connsiteY7" fmla="*/ 123980 h 184771"/>
              <a:gd name="connsiteX8" fmla="*/ 123825 w 1033043"/>
              <a:gd name="connsiteY8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423303 w 1033043"/>
              <a:gd name="connsiteY2" fmla="*/ 46658 h 184771"/>
              <a:gd name="connsiteX3" fmla="*/ 189941 w 1033043"/>
              <a:gd name="connsiteY3" fmla="*/ 68090 h 184771"/>
              <a:gd name="connsiteX4" fmla="*/ 244709 w 1033043"/>
              <a:gd name="connsiteY4" fmla="*/ 184771 h 184771"/>
              <a:gd name="connsiteX5" fmla="*/ 158985 w 1033043"/>
              <a:gd name="connsiteY5" fmla="*/ 165721 h 184771"/>
              <a:gd name="connsiteX6" fmla="*/ 137553 w 1033043"/>
              <a:gd name="connsiteY6" fmla="*/ 113334 h 184771"/>
              <a:gd name="connsiteX7" fmla="*/ 61493 w 1033043"/>
              <a:gd name="connsiteY7" fmla="*/ 143030 h 184771"/>
              <a:gd name="connsiteX8" fmla="*/ 0 w 1033043"/>
              <a:gd name="connsiteY8" fmla="*/ 123980 h 184771"/>
              <a:gd name="connsiteX9" fmla="*/ 123825 w 1033043"/>
              <a:gd name="connsiteY9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256616 w 1033043"/>
              <a:gd name="connsiteY2" fmla="*/ 56183 h 184771"/>
              <a:gd name="connsiteX3" fmla="*/ 189941 w 1033043"/>
              <a:gd name="connsiteY3" fmla="*/ 68090 h 184771"/>
              <a:gd name="connsiteX4" fmla="*/ 244709 w 1033043"/>
              <a:gd name="connsiteY4" fmla="*/ 184771 h 184771"/>
              <a:gd name="connsiteX5" fmla="*/ 158985 w 1033043"/>
              <a:gd name="connsiteY5" fmla="*/ 165721 h 184771"/>
              <a:gd name="connsiteX6" fmla="*/ 137553 w 1033043"/>
              <a:gd name="connsiteY6" fmla="*/ 113334 h 184771"/>
              <a:gd name="connsiteX7" fmla="*/ 61493 w 1033043"/>
              <a:gd name="connsiteY7" fmla="*/ 143030 h 184771"/>
              <a:gd name="connsiteX8" fmla="*/ 0 w 1033043"/>
              <a:gd name="connsiteY8" fmla="*/ 123980 h 184771"/>
              <a:gd name="connsiteX9" fmla="*/ 123825 w 1033043"/>
              <a:gd name="connsiteY9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330434 w 1033043"/>
              <a:gd name="connsiteY2" fmla="*/ 53802 h 184771"/>
              <a:gd name="connsiteX3" fmla="*/ 256616 w 1033043"/>
              <a:gd name="connsiteY3" fmla="*/ 56183 h 184771"/>
              <a:gd name="connsiteX4" fmla="*/ 189941 w 1033043"/>
              <a:gd name="connsiteY4" fmla="*/ 68090 h 184771"/>
              <a:gd name="connsiteX5" fmla="*/ 244709 w 1033043"/>
              <a:gd name="connsiteY5" fmla="*/ 184771 h 184771"/>
              <a:gd name="connsiteX6" fmla="*/ 158985 w 1033043"/>
              <a:gd name="connsiteY6" fmla="*/ 165721 h 184771"/>
              <a:gd name="connsiteX7" fmla="*/ 137553 w 1033043"/>
              <a:gd name="connsiteY7" fmla="*/ 113334 h 184771"/>
              <a:gd name="connsiteX8" fmla="*/ 61493 w 1033043"/>
              <a:gd name="connsiteY8" fmla="*/ 143030 h 184771"/>
              <a:gd name="connsiteX9" fmla="*/ 0 w 1033043"/>
              <a:gd name="connsiteY9" fmla="*/ 123980 h 184771"/>
              <a:gd name="connsiteX10" fmla="*/ 123825 w 1033043"/>
              <a:gd name="connsiteY10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292334 w 1033043"/>
              <a:gd name="connsiteY2" fmla="*/ 94284 h 184771"/>
              <a:gd name="connsiteX3" fmla="*/ 256616 w 1033043"/>
              <a:gd name="connsiteY3" fmla="*/ 56183 h 184771"/>
              <a:gd name="connsiteX4" fmla="*/ 189941 w 1033043"/>
              <a:gd name="connsiteY4" fmla="*/ 68090 h 184771"/>
              <a:gd name="connsiteX5" fmla="*/ 244709 w 1033043"/>
              <a:gd name="connsiteY5" fmla="*/ 184771 h 184771"/>
              <a:gd name="connsiteX6" fmla="*/ 158985 w 1033043"/>
              <a:gd name="connsiteY6" fmla="*/ 165721 h 184771"/>
              <a:gd name="connsiteX7" fmla="*/ 137553 w 1033043"/>
              <a:gd name="connsiteY7" fmla="*/ 113334 h 184771"/>
              <a:gd name="connsiteX8" fmla="*/ 61493 w 1033043"/>
              <a:gd name="connsiteY8" fmla="*/ 143030 h 184771"/>
              <a:gd name="connsiteX9" fmla="*/ 0 w 1033043"/>
              <a:gd name="connsiteY9" fmla="*/ 123980 h 184771"/>
              <a:gd name="connsiteX10" fmla="*/ 123825 w 1033043"/>
              <a:gd name="connsiteY10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449497 w 1033043"/>
              <a:gd name="connsiteY2" fmla="*/ 75233 h 184771"/>
              <a:gd name="connsiteX3" fmla="*/ 292334 w 1033043"/>
              <a:gd name="connsiteY3" fmla="*/ 94284 h 184771"/>
              <a:gd name="connsiteX4" fmla="*/ 256616 w 1033043"/>
              <a:gd name="connsiteY4" fmla="*/ 56183 h 184771"/>
              <a:gd name="connsiteX5" fmla="*/ 189941 w 1033043"/>
              <a:gd name="connsiteY5" fmla="*/ 68090 h 184771"/>
              <a:gd name="connsiteX6" fmla="*/ 244709 w 1033043"/>
              <a:gd name="connsiteY6" fmla="*/ 184771 h 184771"/>
              <a:gd name="connsiteX7" fmla="*/ 158985 w 1033043"/>
              <a:gd name="connsiteY7" fmla="*/ 165721 h 184771"/>
              <a:gd name="connsiteX8" fmla="*/ 137553 w 1033043"/>
              <a:gd name="connsiteY8" fmla="*/ 113334 h 184771"/>
              <a:gd name="connsiteX9" fmla="*/ 61493 w 1033043"/>
              <a:gd name="connsiteY9" fmla="*/ 143030 h 184771"/>
              <a:gd name="connsiteX10" fmla="*/ 0 w 1033043"/>
              <a:gd name="connsiteY10" fmla="*/ 123980 h 184771"/>
              <a:gd name="connsiteX11" fmla="*/ 123825 w 1033043"/>
              <a:gd name="connsiteY11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413779 w 1033043"/>
              <a:gd name="connsiteY2" fmla="*/ 130002 h 184771"/>
              <a:gd name="connsiteX3" fmla="*/ 292334 w 1033043"/>
              <a:gd name="connsiteY3" fmla="*/ 94284 h 184771"/>
              <a:gd name="connsiteX4" fmla="*/ 256616 w 1033043"/>
              <a:gd name="connsiteY4" fmla="*/ 56183 h 184771"/>
              <a:gd name="connsiteX5" fmla="*/ 189941 w 1033043"/>
              <a:gd name="connsiteY5" fmla="*/ 68090 h 184771"/>
              <a:gd name="connsiteX6" fmla="*/ 244709 w 1033043"/>
              <a:gd name="connsiteY6" fmla="*/ 184771 h 184771"/>
              <a:gd name="connsiteX7" fmla="*/ 158985 w 1033043"/>
              <a:gd name="connsiteY7" fmla="*/ 165721 h 184771"/>
              <a:gd name="connsiteX8" fmla="*/ 137553 w 1033043"/>
              <a:gd name="connsiteY8" fmla="*/ 113334 h 184771"/>
              <a:gd name="connsiteX9" fmla="*/ 61493 w 1033043"/>
              <a:gd name="connsiteY9" fmla="*/ 143030 h 184771"/>
              <a:gd name="connsiteX10" fmla="*/ 0 w 1033043"/>
              <a:gd name="connsiteY10" fmla="*/ 123980 h 184771"/>
              <a:gd name="connsiteX11" fmla="*/ 123825 w 1033043"/>
              <a:gd name="connsiteY11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513790 w 1033043"/>
              <a:gd name="connsiteY2" fmla="*/ 108571 h 184771"/>
              <a:gd name="connsiteX3" fmla="*/ 413779 w 1033043"/>
              <a:gd name="connsiteY3" fmla="*/ 130002 h 184771"/>
              <a:gd name="connsiteX4" fmla="*/ 292334 w 1033043"/>
              <a:gd name="connsiteY4" fmla="*/ 94284 h 184771"/>
              <a:gd name="connsiteX5" fmla="*/ 256616 w 1033043"/>
              <a:gd name="connsiteY5" fmla="*/ 56183 h 184771"/>
              <a:gd name="connsiteX6" fmla="*/ 189941 w 1033043"/>
              <a:gd name="connsiteY6" fmla="*/ 68090 h 184771"/>
              <a:gd name="connsiteX7" fmla="*/ 244709 w 1033043"/>
              <a:gd name="connsiteY7" fmla="*/ 184771 h 184771"/>
              <a:gd name="connsiteX8" fmla="*/ 158985 w 1033043"/>
              <a:gd name="connsiteY8" fmla="*/ 165721 h 184771"/>
              <a:gd name="connsiteX9" fmla="*/ 137553 w 1033043"/>
              <a:gd name="connsiteY9" fmla="*/ 113334 h 184771"/>
              <a:gd name="connsiteX10" fmla="*/ 61493 w 1033043"/>
              <a:gd name="connsiteY10" fmla="*/ 143030 h 184771"/>
              <a:gd name="connsiteX11" fmla="*/ 0 w 1033043"/>
              <a:gd name="connsiteY11" fmla="*/ 123980 h 184771"/>
              <a:gd name="connsiteX12" fmla="*/ 123825 w 1033043"/>
              <a:gd name="connsiteY12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528077 w 1033043"/>
              <a:gd name="connsiteY2" fmla="*/ 170483 h 184771"/>
              <a:gd name="connsiteX3" fmla="*/ 413779 w 1033043"/>
              <a:gd name="connsiteY3" fmla="*/ 130002 h 184771"/>
              <a:gd name="connsiteX4" fmla="*/ 292334 w 1033043"/>
              <a:gd name="connsiteY4" fmla="*/ 94284 h 184771"/>
              <a:gd name="connsiteX5" fmla="*/ 256616 w 1033043"/>
              <a:gd name="connsiteY5" fmla="*/ 56183 h 184771"/>
              <a:gd name="connsiteX6" fmla="*/ 189941 w 1033043"/>
              <a:gd name="connsiteY6" fmla="*/ 68090 h 184771"/>
              <a:gd name="connsiteX7" fmla="*/ 244709 w 1033043"/>
              <a:gd name="connsiteY7" fmla="*/ 184771 h 184771"/>
              <a:gd name="connsiteX8" fmla="*/ 158985 w 1033043"/>
              <a:gd name="connsiteY8" fmla="*/ 165721 h 184771"/>
              <a:gd name="connsiteX9" fmla="*/ 137553 w 1033043"/>
              <a:gd name="connsiteY9" fmla="*/ 113334 h 184771"/>
              <a:gd name="connsiteX10" fmla="*/ 61493 w 1033043"/>
              <a:gd name="connsiteY10" fmla="*/ 143030 h 184771"/>
              <a:gd name="connsiteX11" fmla="*/ 0 w 1033043"/>
              <a:gd name="connsiteY11" fmla="*/ 123980 h 184771"/>
              <a:gd name="connsiteX12" fmla="*/ 123825 w 1033043"/>
              <a:gd name="connsiteY12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594753 w 1033043"/>
              <a:gd name="connsiteY2" fmla="*/ 144290 h 184771"/>
              <a:gd name="connsiteX3" fmla="*/ 528077 w 1033043"/>
              <a:gd name="connsiteY3" fmla="*/ 170483 h 184771"/>
              <a:gd name="connsiteX4" fmla="*/ 413779 w 1033043"/>
              <a:gd name="connsiteY4" fmla="*/ 130002 h 184771"/>
              <a:gd name="connsiteX5" fmla="*/ 292334 w 1033043"/>
              <a:gd name="connsiteY5" fmla="*/ 94284 h 184771"/>
              <a:gd name="connsiteX6" fmla="*/ 256616 w 1033043"/>
              <a:gd name="connsiteY6" fmla="*/ 56183 h 184771"/>
              <a:gd name="connsiteX7" fmla="*/ 189941 w 1033043"/>
              <a:gd name="connsiteY7" fmla="*/ 68090 h 184771"/>
              <a:gd name="connsiteX8" fmla="*/ 244709 w 1033043"/>
              <a:gd name="connsiteY8" fmla="*/ 184771 h 184771"/>
              <a:gd name="connsiteX9" fmla="*/ 158985 w 1033043"/>
              <a:gd name="connsiteY9" fmla="*/ 165721 h 184771"/>
              <a:gd name="connsiteX10" fmla="*/ 137553 w 1033043"/>
              <a:gd name="connsiteY10" fmla="*/ 113334 h 184771"/>
              <a:gd name="connsiteX11" fmla="*/ 61493 w 1033043"/>
              <a:gd name="connsiteY11" fmla="*/ 143030 h 184771"/>
              <a:gd name="connsiteX12" fmla="*/ 0 w 1033043"/>
              <a:gd name="connsiteY12" fmla="*/ 123980 h 184771"/>
              <a:gd name="connsiteX13" fmla="*/ 123825 w 1033043"/>
              <a:gd name="connsiteY13" fmla="*/ 11906 h 184771"/>
              <a:gd name="connsiteX0" fmla="*/ 123825 w 1033043"/>
              <a:gd name="connsiteY0" fmla="*/ 11906 h 244303"/>
              <a:gd name="connsiteX1" fmla="*/ 1033043 w 1033043"/>
              <a:gd name="connsiteY1" fmla="*/ 0 h 244303"/>
              <a:gd name="connsiteX2" fmla="*/ 578084 w 1033043"/>
              <a:gd name="connsiteY2" fmla="*/ 244303 h 244303"/>
              <a:gd name="connsiteX3" fmla="*/ 528077 w 1033043"/>
              <a:gd name="connsiteY3" fmla="*/ 170483 h 244303"/>
              <a:gd name="connsiteX4" fmla="*/ 413779 w 1033043"/>
              <a:gd name="connsiteY4" fmla="*/ 130002 h 244303"/>
              <a:gd name="connsiteX5" fmla="*/ 292334 w 1033043"/>
              <a:gd name="connsiteY5" fmla="*/ 94284 h 244303"/>
              <a:gd name="connsiteX6" fmla="*/ 256616 w 1033043"/>
              <a:gd name="connsiteY6" fmla="*/ 56183 h 244303"/>
              <a:gd name="connsiteX7" fmla="*/ 189941 w 1033043"/>
              <a:gd name="connsiteY7" fmla="*/ 68090 h 244303"/>
              <a:gd name="connsiteX8" fmla="*/ 244709 w 1033043"/>
              <a:gd name="connsiteY8" fmla="*/ 184771 h 244303"/>
              <a:gd name="connsiteX9" fmla="*/ 158985 w 1033043"/>
              <a:gd name="connsiteY9" fmla="*/ 165721 h 244303"/>
              <a:gd name="connsiteX10" fmla="*/ 137553 w 1033043"/>
              <a:gd name="connsiteY10" fmla="*/ 113334 h 244303"/>
              <a:gd name="connsiteX11" fmla="*/ 61493 w 1033043"/>
              <a:gd name="connsiteY11" fmla="*/ 143030 h 244303"/>
              <a:gd name="connsiteX12" fmla="*/ 0 w 1033043"/>
              <a:gd name="connsiteY12" fmla="*/ 123980 h 244303"/>
              <a:gd name="connsiteX13" fmla="*/ 123825 w 1033043"/>
              <a:gd name="connsiteY13" fmla="*/ 11906 h 244303"/>
              <a:gd name="connsiteX0" fmla="*/ 123825 w 1033043"/>
              <a:gd name="connsiteY0" fmla="*/ 11906 h 244303"/>
              <a:gd name="connsiteX1" fmla="*/ 1033043 w 1033043"/>
              <a:gd name="connsiteY1" fmla="*/ 0 h 244303"/>
              <a:gd name="connsiteX2" fmla="*/ 663809 w 1033043"/>
              <a:gd name="connsiteY2" fmla="*/ 194296 h 244303"/>
              <a:gd name="connsiteX3" fmla="*/ 578084 w 1033043"/>
              <a:gd name="connsiteY3" fmla="*/ 244303 h 244303"/>
              <a:gd name="connsiteX4" fmla="*/ 528077 w 1033043"/>
              <a:gd name="connsiteY4" fmla="*/ 170483 h 244303"/>
              <a:gd name="connsiteX5" fmla="*/ 413779 w 1033043"/>
              <a:gd name="connsiteY5" fmla="*/ 130002 h 244303"/>
              <a:gd name="connsiteX6" fmla="*/ 292334 w 1033043"/>
              <a:gd name="connsiteY6" fmla="*/ 94284 h 244303"/>
              <a:gd name="connsiteX7" fmla="*/ 256616 w 1033043"/>
              <a:gd name="connsiteY7" fmla="*/ 56183 h 244303"/>
              <a:gd name="connsiteX8" fmla="*/ 189941 w 1033043"/>
              <a:gd name="connsiteY8" fmla="*/ 68090 h 244303"/>
              <a:gd name="connsiteX9" fmla="*/ 244709 w 1033043"/>
              <a:gd name="connsiteY9" fmla="*/ 184771 h 244303"/>
              <a:gd name="connsiteX10" fmla="*/ 158985 w 1033043"/>
              <a:gd name="connsiteY10" fmla="*/ 165721 h 244303"/>
              <a:gd name="connsiteX11" fmla="*/ 137553 w 1033043"/>
              <a:gd name="connsiteY11" fmla="*/ 113334 h 244303"/>
              <a:gd name="connsiteX12" fmla="*/ 61493 w 1033043"/>
              <a:gd name="connsiteY12" fmla="*/ 143030 h 244303"/>
              <a:gd name="connsiteX13" fmla="*/ 0 w 1033043"/>
              <a:gd name="connsiteY13" fmla="*/ 123980 h 244303"/>
              <a:gd name="connsiteX14" fmla="*/ 123825 w 1033043"/>
              <a:gd name="connsiteY14" fmla="*/ 11906 h 244303"/>
              <a:gd name="connsiteX0" fmla="*/ 123825 w 1033043"/>
              <a:gd name="connsiteY0" fmla="*/ 11906 h 272877"/>
              <a:gd name="connsiteX1" fmla="*/ 1033043 w 1033043"/>
              <a:gd name="connsiteY1" fmla="*/ 0 h 272877"/>
              <a:gd name="connsiteX2" fmla="*/ 649521 w 1033043"/>
              <a:gd name="connsiteY2" fmla="*/ 272877 h 272877"/>
              <a:gd name="connsiteX3" fmla="*/ 578084 w 1033043"/>
              <a:gd name="connsiteY3" fmla="*/ 244303 h 272877"/>
              <a:gd name="connsiteX4" fmla="*/ 528077 w 1033043"/>
              <a:gd name="connsiteY4" fmla="*/ 170483 h 272877"/>
              <a:gd name="connsiteX5" fmla="*/ 413779 w 1033043"/>
              <a:gd name="connsiteY5" fmla="*/ 130002 h 272877"/>
              <a:gd name="connsiteX6" fmla="*/ 292334 w 1033043"/>
              <a:gd name="connsiteY6" fmla="*/ 94284 h 272877"/>
              <a:gd name="connsiteX7" fmla="*/ 256616 w 1033043"/>
              <a:gd name="connsiteY7" fmla="*/ 56183 h 272877"/>
              <a:gd name="connsiteX8" fmla="*/ 189941 w 1033043"/>
              <a:gd name="connsiteY8" fmla="*/ 68090 h 272877"/>
              <a:gd name="connsiteX9" fmla="*/ 244709 w 1033043"/>
              <a:gd name="connsiteY9" fmla="*/ 184771 h 272877"/>
              <a:gd name="connsiteX10" fmla="*/ 158985 w 1033043"/>
              <a:gd name="connsiteY10" fmla="*/ 165721 h 272877"/>
              <a:gd name="connsiteX11" fmla="*/ 137553 w 1033043"/>
              <a:gd name="connsiteY11" fmla="*/ 113334 h 272877"/>
              <a:gd name="connsiteX12" fmla="*/ 61493 w 1033043"/>
              <a:gd name="connsiteY12" fmla="*/ 143030 h 272877"/>
              <a:gd name="connsiteX13" fmla="*/ 0 w 1033043"/>
              <a:gd name="connsiteY13" fmla="*/ 123980 h 272877"/>
              <a:gd name="connsiteX14" fmla="*/ 123825 w 1033043"/>
              <a:gd name="connsiteY14" fmla="*/ 11906 h 272877"/>
              <a:gd name="connsiteX0" fmla="*/ 123825 w 1033043"/>
              <a:gd name="connsiteY0" fmla="*/ 11906 h 272877"/>
              <a:gd name="connsiteX1" fmla="*/ 1033043 w 1033043"/>
              <a:gd name="connsiteY1" fmla="*/ 0 h 272877"/>
              <a:gd name="connsiteX2" fmla="*/ 706672 w 1033043"/>
              <a:gd name="connsiteY2" fmla="*/ 234777 h 272877"/>
              <a:gd name="connsiteX3" fmla="*/ 649521 w 1033043"/>
              <a:gd name="connsiteY3" fmla="*/ 272877 h 272877"/>
              <a:gd name="connsiteX4" fmla="*/ 578084 w 1033043"/>
              <a:gd name="connsiteY4" fmla="*/ 244303 h 272877"/>
              <a:gd name="connsiteX5" fmla="*/ 528077 w 1033043"/>
              <a:gd name="connsiteY5" fmla="*/ 170483 h 272877"/>
              <a:gd name="connsiteX6" fmla="*/ 413779 w 1033043"/>
              <a:gd name="connsiteY6" fmla="*/ 130002 h 272877"/>
              <a:gd name="connsiteX7" fmla="*/ 292334 w 1033043"/>
              <a:gd name="connsiteY7" fmla="*/ 94284 h 272877"/>
              <a:gd name="connsiteX8" fmla="*/ 256616 w 1033043"/>
              <a:gd name="connsiteY8" fmla="*/ 56183 h 272877"/>
              <a:gd name="connsiteX9" fmla="*/ 189941 w 1033043"/>
              <a:gd name="connsiteY9" fmla="*/ 68090 h 272877"/>
              <a:gd name="connsiteX10" fmla="*/ 244709 w 1033043"/>
              <a:gd name="connsiteY10" fmla="*/ 184771 h 272877"/>
              <a:gd name="connsiteX11" fmla="*/ 158985 w 1033043"/>
              <a:gd name="connsiteY11" fmla="*/ 165721 h 272877"/>
              <a:gd name="connsiteX12" fmla="*/ 137553 w 1033043"/>
              <a:gd name="connsiteY12" fmla="*/ 113334 h 272877"/>
              <a:gd name="connsiteX13" fmla="*/ 61493 w 1033043"/>
              <a:gd name="connsiteY13" fmla="*/ 143030 h 272877"/>
              <a:gd name="connsiteX14" fmla="*/ 0 w 1033043"/>
              <a:gd name="connsiteY14" fmla="*/ 123980 h 272877"/>
              <a:gd name="connsiteX15" fmla="*/ 123825 w 1033043"/>
              <a:gd name="connsiteY15" fmla="*/ 11906 h 272877"/>
              <a:gd name="connsiteX0" fmla="*/ 123825 w 1033043"/>
              <a:gd name="connsiteY0" fmla="*/ 11906 h 337171"/>
              <a:gd name="connsiteX1" fmla="*/ 1033043 w 1033043"/>
              <a:gd name="connsiteY1" fmla="*/ 0 h 337171"/>
              <a:gd name="connsiteX2" fmla="*/ 589991 w 1033043"/>
              <a:gd name="connsiteY2" fmla="*/ 337171 h 337171"/>
              <a:gd name="connsiteX3" fmla="*/ 649521 w 1033043"/>
              <a:gd name="connsiteY3" fmla="*/ 272877 h 337171"/>
              <a:gd name="connsiteX4" fmla="*/ 578084 w 1033043"/>
              <a:gd name="connsiteY4" fmla="*/ 244303 h 337171"/>
              <a:gd name="connsiteX5" fmla="*/ 528077 w 1033043"/>
              <a:gd name="connsiteY5" fmla="*/ 170483 h 337171"/>
              <a:gd name="connsiteX6" fmla="*/ 413779 w 1033043"/>
              <a:gd name="connsiteY6" fmla="*/ 130002 h 337171"/>
              <a:gd name="connsiteX7" fmla="*/ 292334 w 1033043"/>
              <a:gd name="connsiteY7" fmla="*/ 94284 h 337171"/>
              <a:gd name="connsiteX8" fmla="*/ 256616 w 1033043"/>
              <a:gd name="connsiteY8" fmla="*/ 56183 h 337171"/>
              <a:gd name="connsiteX9" fmla="*/ 189941 w 1033043"/>
              <a:gd name="connsiteY9" fmla="*/ 68090 h 337171"/>
              <a:gd name="connsiteX10" fmla="*/ 244709 w 1033043"/>
              <a:gd name="connsiteY10" fmla="*/ 184771 h 337171"/>
              <a:gd name="connsiteX11" fmla="*/ 158985 w 1033043"/>
              <a:gd name="connsiteY11" fmla="*/ 165721 h 337171"/>
              <a:gd name="connsiteX12" fmla="*/ 137553 w 1033043"/>
              <a:gd name="connsiteY12" fmla="*/ 113334 h 337171"/>
              <a:gd name="connsiteX13" fmla="*/ 61493 w 1033043"/>
              <a:gd name="connsiteY13" fmla="*/ 143030 h 337171"/>
              <a:gd name="connsiteX14" fmla="*/ 0 w 1033043"/>
              <a:gd name="connsiteY14" fmla="*/ 123980 h 337171"/>
              <a:gd name="connsiteX15" fmla="*/ 123825 w 1033043"/>
              <a:gd name="connsiteY15" fmla="*/ 11906 h 337171"/>
              <a:gd name="connsiteX0" fmla="*/ 123825 w 1033043"/>
              <a:gd name="connsiteY0" fmla="*/ 11906 h 337171"/>
              <a:gd name="connsiteX1" fmla="*/ 1033043 w 1033043"/>
              <a:gd name="connsiteY1" fmla="*/ 0 h 337171"/>
              <a:gd name="connsiteX2" fmla="*/ 780490 w 1033043"/>
              <a:gd name="connsiteY2" fmla="*/ 194296 h 337171"/>
              <a:gd name="connsiteX3" fmla="*/ 589991 w 1033043"/>
              <a:gd name="connsiteY3" fmla="*/ 337171 h 337171"/>
              <a:gd name="connsiteX4" fmla="*/ 649521 w 1033043"/>
              <a:gd name="connsiteY4" fmla="*/ 272877 h 337171"/>
              <a:gd name="connsiteX5" fmla="*/ 578084 w 1033043"/>
              <a:gd name="connsiteY5" fmla="*/ 244303 h 337171"/>
              <a:gd name="connsiteX6" fmla="*/ 528077 w 1033043"/>
              <a:gd name="connsiteY6" fmla="*/ 170483 h 337171"/>
              <a:gd name="connsiteX7" fmla="*/ 413779 w 1033043"/>
              <a:gd name="connsiteY7" fmla="*/ 130002 h 337171"/>
              <a:gd name="connsiteX8" fmla="*/ 292334 w 1033043"/>
              <a:gd name="connsiteY8" fmla="*/ 94284 h 337171"/>
              <a:gd name="connsiteX9" fmla="*/ 256616 w 1033043"/>
              <a:gd name="connsiteY9" fmla="*/ 56183 h 337171"/>
              <a:gd name="connsiteX10" fmla="*/ 189941 w 1033043"/>
              <a:gd name="connsiteY10" fmla="*/ 68090 h 337171"/>
              <a:gd name="connsiteX11" fmla="*/ 244709 w 1033043"/>
              <a:gd name="connsiteY11" fmla="*/ 184771 h 337171"/>
              <a:gd name="connsiteX12" fmla="*/ 158985 w 1033043"/>
              <a:gd name="connsiteY12" fmla="*/ 165721 h 337171"/>
              <a:gd name="connsiteX13" fmla="*/ 137553 w 1033043"/>
              <a:gd name="connsiteY13" fmla="*/ 113334 h 337171"/>
              <a:gd name="connsiteX14" fmla="*/ 61493 w 1033043"/>
              <a:gd name="connsiteY14" fmla="*/ 143030 h 337171"/>
              <a:gd name="connsiteX15" fmla="*/ 0 w 1033043"/>
              <a:gd name="connsiteY15" fmla="*/ 123980 h 337171"/>
              <a:gd name="connsiteX16" fmla="*/ 123825 w 1033043"/>
              <a:gd name="connsiteY16" fmla="*/ 11906 h 337171"/>
              <a:gd name="connsiteX0" fmla="*/ 123825 w 1033043"/>
              <a:gd name="connsiteY0" fmla="*/ 11906 h 337171"/>
              <a:gd name="connsiteX1" fmla="*/ 1033043 w 1033043"/>
              <a:gd name="connsiteY1" fmla="*/ 0 h 337171"/>
              <a:gd name="connsiteX2" fmla="*/ 685240 w 1033043"/>
              <a:gd name="connsiteY2" fmla="*/ 332408 h 337171"/>
              <a:gd name="connsiteX3" fmla="*/ 589991 w 1033043"/>
              <a:gd name="connsiteY3" fmla="*/ 337171 h 337171"/>
              <a:gd name="connsiteX4" fmla="*/ 649521 w 1033043"/>
              <a:gd name="connsiteY4" fmla="*/ 272877 h 337171"/>
              <a:gd name="connsiteX5" fmla="*/ 578084 w 1033043"/>
              <a:gd name="connsiteY5" fmla="*/ 244303 h 337171"/>
              <a:gd name="connsiteX6" fmla="*/ 528077 w 1033043"/>
              <a:gd name="connsiteY6" fmla="*/ 170483 h 337171"/>
              <a:gd name="connsiteX7" fmla="*/ 413779 w 1033043"/>
              <a:gd name="connsiteY7" fmla="*/ 130002 h 337171"/>
              <a:gd name="connsiteX8" fmla="*/ 292334 w 1033043"/>
              <a:gd name="connsiteY8" fmla="*/ 94284 h 337171"/>
              <a:gd name="connsiteX9" fmla="*/ 256616 w 1033043"/>
              <a:gd name="connsiteY9" fmla="*/ 56183 h 337171"/>
              <a:gd name="connsiteX10" fmla="*/ 189941 w 1033043"/>
              <a:gd name="connsiteY10" fmla="*/ 68090 h 337171"/>
              <a:gd name="connsiteX11" fmla="*/ 244709 w 1033043"/>
              <a:gd name="connsiteY11" fmla="*/ 184771 h 337171"/>
              <a:gd name="connsiteX12" fmla="*/ 158985 w 1033043"/>
              <a:gd name="connsiteY12" fmla="*/ 165721 h 337171"/>
              <a:gd name="connsiteX13" fmla="*/ 137553 w 1033043"/>
              <a:gd name="connsiteY13" fmla="*/ 113334 h 337171"/>
              <a:gd name="connsiteX14" fmla="*/ 61493 w 1033043"/>
              <a:gd name="connsiteY14" fmla="*/ 143030 h 337171"/>
              <a:gd name="connsiteX15" fmla="*/ 0 w 1033043"/>
              <a:gd name="connsiteY15" fmla="*/ 123980 h 337171"/>
              <a:gd name="connsiteX16" fmla="*/ 123825 w 1033043"/>
              <a:gd name="connsiteY16" fmla="*/ 11906 h 337171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685240 w 685240"/>
              <a:gd name="connsiteY2" fmla="*/ 356220 h 360983"/>
              <a:gd name="connsiteX3" fmla="*/ 589991 w 685240"/>
              <a:gd name="connsiteY3" fmla="*/ 360983 h 360983"/>
              <a:gd name="connsiteX4" fmla="*/ 649521 w 685240"/>
              <a:gd name="connsiteY4" fmla="*/ 296689 h 360983"/>
              <a:gd name="connsiteX5" fmla="*/ 578084 w 685240"/>
              <a:gd name="connsiteY5" fmla="*/ 268115 h 360983"/>
              <a:gd name="connsiteX6" fmla="*/ 528077 w 685240"/>
              <a:gd name="connsiteY6" fmla="*/ 194295 h 360983"/>
              <a:gd name="connsiteX7" fmla="*/ 413779 w 685240"/>
              <a:gd name="connsiteY7" fmla="*/ 153814 h 360983"/>
              <a:gd name="connsiteX8" fmla="*/ 292334 w 685240"/>
              <a:gd name="connsiteY8" fmla="*/ 118096 h 360983"/>
              <a:gd name="connsiteX9" fmla="*/ 256616 w 685240"/>
              <a:gd name="connsiteY9" fmla="*/ 79995 h 360983"/>
              <a:gd name="connsiteX10" fmla="*/ 189941 w 685240"/>
              <a:gd name="connsiteY10" fmla="*/ 91902 h 360983"/>
              <a:gd name="connsiteX11" fmla="*/ 244709 w 685240"/>
              <a:gd name="connsiteY11" fmla="*/ 208583 h 360983"/>
              <a:gd name="connsiteX12" fmla="*/ 158985 w 685240"/>
              <a:gd name="connsiteY12" fmla="*/ 189533 h 360983"/>
              <a:gd name="connsiteX13" fmla="*/ 137553 w 685240"/>
              <a:gd name="connsiteY13" fmla="*/ 137146 h 360983"/>
              <a:gd name="connsiteX14" fmla="*/ 61493 w 685240"/>
              <a:gd name="connsiteY14" fmla="*/ 166842 h 360983"/>
              <a:gd name="connsiteX15" fmla="*/ 0 w 685240"/>
              <a:gd name="connsiteY15" fmla="*/ 147792 h 360983"/>
              <a:gd name="connsiteX16" fmla="*/ 123825 w 685240"/>
              <a:gd name="connsiteY16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423303 w 685240"/>
              <a:gd name="connsiteY2" fmla="*/ 70470 h 360983"/>
              <a:gd name="connsiteX3" fmla="*/ 685240 w 685240"/>
              <a:gd name="connsiteY3" fmla="*/ 356220 h 360983"/>
              <a:gd name="connsiteX4" fmla="*/ 589991 w 685240"/>
              <a:gd name="connsiteY4" fmla="*/ 360983 h 360983"/>
              <a:gd name="connsiteX5" fmla="*/ 649521 w 685240"/>
              <a:gd name="connsiteY5" fmla="*/ 296689 h 360983"/>
              <a:gd name="connsiteX6" fmla="*/ 578084 w 685240"/>
              <a:gd name="connsiteY6" fmla="*/ 268115 h 360983"/>
              <a:gd name="connsiteX7" fmla="*/ 528077 w 685240"/>
              <a:gd name="connsiteY7" fmla="*/ 194295 h 360983"/>
              <a:gd name="connsiteX8" fmla="*/ 413779 w 685240"/>
              <a:gd name="connsiteY8" fmla="*/ 153814 h 360983"/>
              <a:gd name="connsiteX9" fmla="*/ 292334 w 685240"/>
              <a:gd name="connsiteY9" fmla="*/ 118096 h 360983"/>
              <a:gd name="connsiteX10" fmla="*/ 256616 w 685240"/>
              <a:gd name="connsiteY10" fmla="*/ 79995 h 360983"/>
              <a:gd name="connsiteX11" fmla="*/ 189941 w 685240"/>
              <a:gd name="connsiteY11" fmla="*/ 91902 h 360983"/>
              <a:gd name="connsiteX12" fmla="*/ 244709 w 685240"/>
              <a:gd name="connsiteY12" fmla="*/ 208583 h 360983"/>
              <a:gd name="connsiteX13" fmla="*/ 158985 w 685240"/>
              <a:gd name="connsiteY13" fmla="*/ 189533 h 360983"/>
              <a:gd name="connsiteX14" fmla="*/ 137553 w 685240"/>
              <a:gd name="connsiteY14" fmla="*/ 137146 h 360983"/>
              <a:gd name="connsiteX15" fmla="*/ 61493 w 685240"/>
              <a:gd name="connsiteY15" fmla="*/ 166842 h 360983"/>
              <a:gd name="connsiteX16" fmla="*/ 0 w 685240"/>
              <a:gd name="connsiteY16" fmla="*/ 147792 h 360983"/>
              <a:gd name="connsiteX17" fmla="*/ 123825 w 685240"/>
              <a:gd name="connsiteY17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685240 w 685240"/>
              <a:gd name="connsiteY3" fmla="*/ 356220 h 360983"/>
              <a:gd name="connsiteX4" fmla="*/ 589991 w 685240"/>
              <a:gd name="connsiteY4" fmla="*/ 360983 h 360983"/>
              <a:gd name="connsiteX5" fmla="*/ 649521 w 685240"/>
              <a:gd name="connsiteY5" fmla="*/ 296689 h 360983"/>
              <a:gd name="connsiteX6" fmla="*/ 578084 w 685240"/>
              <a:gd name="connsiteY6" fmla="*/ 268115 h 360983"/>
              <a:gd name="connsiteX7" fmla="*/ 528077 w 685240"/>
              <a:gd name="connsiteY7" fmla="*/ 194295 h 360983"/>
              <a:gd name="connsiteX8" fmla="*/ 413779 w 685240"/>
              <a:gd name="connsiteY8" fmla="*/ 153814 h 360983"/>
              <a:gd name="connsiteX9" fmla="*/ 292334 w 685240"/>
              <a:gd name="connsiteY9" fmla="*/ 118096 h 360983"/>
              <a:gd name="connsiteX10" fmla="*/ 256616 w 685240"/>
              <a:gd name="connsiteY10" fmla="*/ 79995 h 360983"/>
              <a:gd name="connsiteX11" fmla="*/ 189941 w 685240"/>
              <a:gd name="connsiteY11" fmla="*/ 91902 h 360983"/>
              <a:gd name="connsiteX12" fmla="*/ 244709 w 685240"/>
              <a:gd name="connsiteY12" fmla="*/ 208583 h 360983"/>
              <a:gd name="connsiteX13" fmla="*/ 158985 w 685240"/>
              <a:gd name="connsiteY13" fmla="*/ 189533 h 360983"/>
              <a:gd name="connsiteX14" fmla="*/ 137553 w 685240"/>
              <a:gd name="connsiteY14" fmla="*/ 137146 h 360983"/>
              <a:gd name="connsiteX15" fmla="*/ 61493 w 685240"/>
              <a:gd name="connsiteY15" fmla="*/ 166842 h 360983"/>
              <a:gd name="connsiteX16" fmla="*/ 0 w 685240"/>
              <a:gd name="connsiteY16" fmla="*/ 147792 h 360983"/>
              <a:gd name="connsiteX17" fmla="*/ 123825 w 685240"/>
              <a:gd name="connsiteY17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578084 w 685240"/>
              <a:gd name="connsiteY3" fmla="*/ 144289 h 360983"/>
              <a:gd name="connsiteX4" fmla="*/ 685240 w 685240"/>
              <a:gd name="connsiteY4" fmla="*/ 356220 h 360983"/>
              <a:gd name="connsiteX5" fmla="*/ 589991 w 685240"/>
              <a:gd name="connsiteY5" fmla="*/ 360983 h 360983"/>
              <a:gd name="connsiteX6" fmla="*/ 649521 w 685240"/>
              <a:gd name="connsiteY6" fmla="*/ 296689 h 360983"/>
              <a:gd name="connsiteX7" fmla="*/ 578084 w 685240"/>
              <a:gd name="connsiteY7" fmla="*/ 268115 h 360983"/>
              <a:gd name="connsiteX8" fmla="*/ 528077 w 685240"/>
              <a:gd name="connsiteY8" fmla="*/ 194295 h 360983"/>
              <a:gd name="connsiteX9" fmla="*/ 413779 w 685240"/>
              <a:gd name="connsiteY9" fmla="*/ 153814 h 360983"/>
              <a:gd name="connsiteX10" fmla="*/ 292334 w 685240"/>
              <a:gd name="connsiteY10" fmla="*/ 118096 h 360983"/>
              <a:gd name="connsiteX11" fmla="*/ 256616 w 685240"/>
              <a:gd name="connsiteY11" fmla="*/ 79995 h 360983"/>
              <a:gd name="connsiteX12" fmla="*/ 189941 w 685240"/>
              <a:gd name="connsiteY12" fmla="*/ 91902 h 360983"/>
              <a:gd name="connsiteX13" fmla="*/ 244709 w 685240"/>
              <a:gd name="connsiteY13" fmla="*/ 208583 h 360983"/>
              <a:gd name="connsiteX14" fmla="*/ 158985 w 685240"/>
              <a:gd name="connsiteY14" fmla="*/ 189533 h 360983"/>
              <a:gd name="connsiteX15" fmla="*/ 137553 w 685240"/>
              <a:gd name="connsiteY15" fmla="*/ 137146 h 360983"/>
              <a:gd name="connsiteX16" fmla="*/ 61493 w 685240"/>
              <a:gd name="connsiteY16" fmla="*/ 166842 h 360983"/>
              <a:gd name="connsiteX17" fmla="*/ 0 w 685240"/>
              <a:gd name="connsiteY17" fmla="*/ 147792 h 360983"/>
              <a:gd name="connsiteX18" fmla="*/ 123825 w 685240"/>
              <a:gd name="connsiteY18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623328 w 685240"/>
              <a:gd name="connsiteY3" fmla="*/ 79995 h 360983"/>
              <a:gd name="connsiteX4" fmla="*/ 685240 w 685240"/>
              <a:gd name="connsiteY4" fmla="*/ 356220 h 360983"/>
              <a:gd name="connsiteX5" fmla="*/ 589991 w 685240"/>
              <a:gd name="connsiteY5" fmla="*/ 360983 h 360983"/>
              <a:gd name="connsiteX6" fmla="*/ 649521 w 685240"/>
              <a:gd name="connsiteY6" fmla="*/ 296689 h 360983"/>
              <a:gd name="connsiteX7" fmla="*/ 578084 w 685240"/>
              <a:gd name="connsiteY7" fmla="*/ 268115 h 360983"/>
              <a:gd name="connsiteX8" fmla="*/ 528077 w 685240"/>
              <a:gd name="connsiteY8" fmla="*/ 194295 h 360983"/>
              <a:gd name="connsiteX9" fmla="*/ 413779 w 685240"/>
              <a:gd name="connsiteY9" fmla="*/ 153814 h 360983"/>
              <a:gd name="connsiteX10" fmla="*/ 292334 w 685240"/>
              <a:gd name="connsiteY10" fmla="*/ 118096 h 360983"/>
              <a:gd name="connsiteX11" fmla="*/ 256616 w 685240"/>
              <a:gd name="connsiteY11" fmla="*/ 79995 h 360983"/>
              <a:gd name="connsiteX12" fmla="*/ 189941 w 685240"/>
              <a:gd name="connsiteY12" fmla="*/ 91902 h 360983"/>
              <a:gd name="connsiteX13" fmla="*/ 244709 w 685240"/>
              <a:gd name="connsiteY13" fmla="*/ 208583 h 360983"/>
              <a:gd name="connsiteX14" fmla="*/ 158985 w 685240"/>
              <a:gd name="connsiteY14" fmla="*/ 189533 h 360983"/>
              <a:gd name="connsiteX15" fmla="*/ 137553 w 685240"/>
              <a:gd name="connsiteY15" fmla="*/ 137146 h 360983"/>
              <a:gd name="connsiteX16" fmla="*/ 61493 w 685240"/>
              <a:gd name="connsiteY16" fmla="*/ 166842 h 360983"/>
              <a:gd name="connsiteX17" fmla="*/ 0 w 685240"/>
              <a:gd name="connsiteY17" fmla="*/ 147792 h 360983"/>
              <a:gd name="connsiteX18" fmla="*/ 123825 w 685240"/>
              <a:gd name="connsiteY18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623328 w 685240"/>
              <a:gd name="connsiteY3" fmla="*/ 79995 h 360983"/>
              <a:gd name="connsiteX4" fmla="*/ 635234 w 685240"/>
              <a:gd name="connsiteY4" fmla="*/ 137145 h 360983"/>
              <a:gd name="connsiteX5" fmla="*/ 685240 w 685240"/>
              <a:gd name="connsiteY5" fmla="*/ 356220 h 360983"/>
              <a:gd name="connsiteX6" fmla="*/ 589991 w 685240"/>
              <a:gd name="connsiteY6" fmla="*/ 360983 h 360983"/>
              <a:gd name="connsiteX7" fmla="*/ 649521 w 685240"/>
              <a:gd name="connsiteY7" fmla="*/ 296689 h 360983"/>
              <a:gd name="connsiteX8" fmla="*/ 578084 w 685240"/>
              <a:gd name="connsiteY8" fmla="*/ 268115 h 360983"/>
              <a:gd name="connsiteX9" fmla="*/ 528077 w 685240"/>
              <a:gd name="connsiteY9" fmla="*/ 194295 h 360983"/>
              <a:gd name="connsiteX10" fmla="*/ 413779 w 685240"/>
              <a:gd name="connsiteY10" fmla="*/ 153814 h 360983"/>
              <a:gd name="connsiteX11" fmla="*/ 292334 w 685240"/>
              <a:gd name="connsiteY11" fmla="*/ 118096 h 360983"/>
              <a:gd name="connsiteX12" fmla="*/ 256616 w 685240"/>
              <a:gd name="connsiteY12" fmla="*/ 79995 h 360983"/>
              <a:gd name="connsiteX13" fmla="*/ 189941 w 685240"/>
              <a:gd name="connsiteY13" fmla="*/ 91902 h 360983"/>
              <a:gd name="connsiteX14" fmla="*/ 244709 w 685240"/>
              <a:gd name="connsiteY14" fmla="*/ 208583 h 360983"/>
              <a:gd name="connsiteX15" fmla="*/ 158985 w 685240"/>
              <a:gd name="connsiteY15" fmla="*/ 189533 h 360983"/>
              <a:gd name="connsiteX16" fmla="*/ 137553 w 685240"/>
              <a:gd name="connsiteY16" fmla="*/ 137146 h 360983"/>
              <a:gd name="connsiteX17" fmla="*/ 61493 w 685240"/>
              <a:gd name="connsiteY17" fmla="*/ 166842 h 360983"/>
              <a:gd name="connsiteX18" fmla="*/ 0 w 685240"/>
              <a:gd name="connsiteY18" fmla="*/ 147792 h 360983"/>
              <a:gd name="connsiteX19" fmla="*/ 123825 w 685240"/>
              <a:gd name="connsiteY19" fmla="*/ 35718 h 360983"/>
              <a:gd name="connsiteX0" fmla="*/ 123825 w 742391"/>
              <a:gd name="connsiteY0" fmla="*/ 35718 h 360983"/>
              <a:gd name="connsiteX1" fmla="*/ 361530 w 742391"/>
              <a:gd name="connsiteY1" fmla="*/ 0 h 360983"/>
              <a:gd name="connsiteX2" fmla="*/ 551891 w 742391"/>
              <a:gd name="connsiteY2" fmla="*/ 91901 h 360983"/>
              <a:gd name="connsiteX3" fmla="*/ 623328 w 742391"/>
              <a:gd name="connsiteY3" fmla="*/ 79995 h 360983"/>
              <a:gd name="connsiteX4" fmla="*/ 742391 w 742391"/>
              <a:gd name="connsiteY4" fmla="*/ 206202 h 360983"/>
              <a:gd name="connsiteX5" fmla="*/ 685240 w 742391"/>
              <a:gd name="connsiteY5" fmla="*/ 356220 h 360983"/>
              <a:gd name="connsiteX6" fmla="*/ 589991 w 742391"/>
              <a:gd name="connsiteY6" fmla="*/ 360983 h 360983"/>
              <a:gd name="connsiteX7" fmla="*/ 649521 w 742391"/>
              <a:gd name="connsiteY7" fmla="*/ 296689 h 360983"/>
              <a:gd name="connsiteX8" fmla="*/ 578084 w 742391"/>
              <a:gd name="connsiteY8" fmla="*/ 268115 h 360983"/>
              <a:gd name="connsiteX9" fmla="*/ 528077 w 742391"/>
              <a:gd name="connsiteY9" fmla="*/ 194295 h 360983"/>
              <a:gd name="connsiteX10" fmla="*/ 413779 w 742391"/>
              <a:gd name="connsiteY10" fmla="*/ 153814 h 360983"/>
              <a:gd name="connsiteX11" fmla="*/ 292334 w 742391"/>
              <a:gd name="connsiteY11" fmla="*/ 118096 h 360983"/>
              <a:gd name="connsiteX12" fmla="*/ 256616 w 742391"/>
              <a:gd name="connsiteY12" fmla="*/ 79995 h 360983"/>
              <a:gd name="connsiteX13" fmla="*/ 189941 w 742391"/>
              <a:gd name="connsiteY13" fmla="*/ 91902 h 360983"/>
              <a:gd name="connsiteX14" fmla="*/ 244709 w 742391"/>
              <a:gd name="connsiteY14" fmla="*/ 208583 h 360983"/>
              <a:gd name="connsiteX15" fmla="*/ 158985 w 742391"/>
              <a:gd name="connsiteY15" fmla="*/ 189533 h 360983"/>
              <a:gd name="connsiteX16" fmla="*/ 137553 w 742391"/>
              <a:gd name="connsiteY16" fmla="*/ 137146 h 360983"/>
              <a:gd name="connsiteX17" fmla="*/ 61493 w 742391"/>
              <a:gd name="connsiteY17" fmla="*/ 166842 h 360983"/>
              <a:gd name="connsiteX18" fmla="*/ 0 w 742391"/>
              <a:gd name="connsiteY18" fmla="*/ 147792 h 360983"/>
              <a:gd name="connsiteX19" fmla="*/ 123825 w 742391"/>
              <a:gd name="connsiteY19" fmla="*/ 35718 h 360983"/>
              <a:gd name="connsiteX0" fmla="*/ 123825 w 742391"/>
              <a:gd name="connsiteY0" fmla="*/ 35718 h 360983"/>
              <a:gd name="connsiteX1" fmla="*/ 361530 w 742391"/>
              <a:gd name="connsiteY1" fmla="*/ 0 h 360983"/>
              <a:gd name="connsiteX2" fmla="*/ 551891 w 742391"/>
              <a:gd name="connsiteY2" fmla="*/ 91901 h 360983"/>
              <a:gd name="connsiteX3" fmla="*/ 623328 w 742391"/>
              <a:gd name="connsiteY3" fmla="*/ 79995 h 360983"/>
              <a:gd name="connsiteX4" fmla="*/ 742391 w 742391"/>
              <a:gd name="connsiteY4" fmla="*/ 206202 h 360983"/>
              <a:gd name="connsiteX5" fmla="*/ 728103 w 742391"/>
              <a:gd name="connsiteY5" fmla="*/ 227633 h 360983"/>
              <a:gd name="connsiteX6" fmla="*/ 685240 w 742391"/>
              <a:gd name="connsiteY6" fmla="*/ 356220 h 360983"/>
              <a:gd name="connsiteX7" fmla="*/ 589991 w 742391"/>
              <a:gd name="connsiteY7" fmla="*/ 360983 h 360983"/>
              <a:gd name="connsiteX8" fmla="*/ 649521 w 742391"/>
              <a:gd name="connsiteY8" fmla="*/ 296689 h 360983"/>
              <a:gd name="connsiteX9" fmla="*/ 578084 w 742391"/>
              <a:gd name="connsiteY9" fmla="*/ 268115 h 360983"/>
              <a:gd name="connsiteX10" fmla="*/ 528077 w 742391"/>
              <a:gd name="connsiteY10" fmla="*/ 194295 h 360983"/>
              <a:gd name="connsiteX11" fmla="*/ 413779 w 742391"/>
              <a:gd name="connsiteY11" fmla="*/ 153814 h 360983"/>
              <a:gd name="connsiteX12" fmla="*/ 292334 w 742391"/>
              <a:gd name="connsiteY12" fmla="*/ 118096 h 360983"/>
              <a:gd name="connsiteX13" fmla="*/ 256616 w 742391"/>
              <a:gd name="connsiteY13" fmla="*/ 79995 h 360983"/>
              <a:gd name="connsiteX14" fmla="*/ 189941 w 742391"/>
              <a:gd name="connsiteY14" fmla="*/ 91902 h 360983"/>
              <a:gd name="connsiteX15" fmla="*/ 244709 w 742391"/>
              <a:gd name="connsiteY15" fmla="*/ 208583 h 360983"/>
              <a:gd name="connsiteX16" fmla="*/ 158985 w 742391"/>
              <a:gd name="connsiteY16" fmla="*/ 189533 h 360983"/>
              <a:gd name="connsiteX17" fmla="*/ 137553 w 742391"/>
              <a:gd name="connsiteY17" fmla="*/ 137146 h 360983"/>
              <a:gd name="connsiteX18" fmla="*/ 61493 w 742391"/>
              <a:gd name="connsiteY18" fmla="*/ 166842 h 360983"/>
              <a:gd name="connsiteX19" fmla="*/ 0 w 742391"/>
              <a:gd name="connsiteY19" fmla="*/ 147792 h 360983"/>
              <a:gd name="connsiteX20" fmla="*/ 123825 w 742391"/>
              <a:gd name="connsiteY20" fmla="*/ 35718 h 360983"/>
              <a:gd name="connsiteX0" fmla="*/ 123825 w 863834"/>
              <a:gd name="connsiteY0" fmla="*/ 35718 h 360983"/>
              <a:gd name="connsiteX1" fmla="*/ 361530 w 863834"/>
              <a:gd name="connsiteY1" fmla="*/ 0 h 360983"/>
              <a:gd name="connsiteX2" fmla="*/ 551891 w 863834"/>
              <a:gd name="connsiteY2" fmla="*/ 91901 h 360983"/>
              <a:gd name="connsiteX3" fmla="*/ 623328 w 863834"/>
              <a:gd name="connsiteY3" fmla="*/ 79995 h 360983"/>
              <a:gd name="connsiteX4" fmla="*/ 742391 w 863834"/>
              <a:gd name="connsiteY4" fmla="*/ 206202 h 360983"/>
              <a:gd name="connsiteX5" fmla="*/ 863834 w 863834"/>
              <a:gd name="connsiteY5" fmla="*/ 270495 h 360983"/>
              <a:gd name="connsiteX6" fmla="*/ 685240 w 863834"/>
              <a:gd name="connsiteY6" fmla="*/ 356220 h 360983"/>
              <a:gd name="connsiteX7" fmla="*/ 589991 w 863834"/>
              <a:gd name="connsiteY7" fmla="*/ 360983 h 360983"/>
              <a:gd name="connsiteX8" fmla="*/ 649521 w 863834"/>
              <a:gd name="connsiteY8" fmla="*/ 296689 h 360983"/>
              <a:gd name="connsiteX9" fmla="*/ 578084 w 863834"/>
              <a:gd name="connsiteY9" fmla="*/ 268115 h 360983"/>
              <a:gd name="connsiteX10" fmla="*/ 528077 w 863834"/>
              <a:gd name="connsiteY10" fmla="*/ 194295 h 360983"/>
              <a:gd name="connsiteX11" fmla="*/ 413779 w 863834"/>
              <a:gd name="connsiteY11" fmla="*/ 153814 h 360983"/>
              <a:gd name="connsiteX12" fmla="*/ 292334 w 863834"/>
              <a:gd name="connsiteY12" fmla="*/ 118096 h 360983"/>
              <a:gd name="connsiteX13" fmla="*/ 256616 w 863834"/>
              <a:gd name="connsiteY13" fmla="*/ 79995 h 360983"/>
              <a:gd name="connsiteX14" fmla="*/ 189941 w 863834"/>
              <a:gd name="connsiteY14" fmla="*/ 91902 h 360983"/>
              <a:gd name="connsiteX15" fmla="*/ 244709 w 863834"/>
              <a:gd name="connsiteY15" fmla="*/ 208583 h 360983"/>
              <a:gd name="connsiteX16" fmla="*/ 158985 w 863834"/>
              <a:gd name="connsiteY16" fmla="*/ 189533 h 360983"/>
              <a:gd name="connsiteX17" fmla="*/ 137553 w 863834"/>
              <a:gd name="connsiteY17" fmla="*/ 137146 h 360983"/>
              <a:gd name="connsiteX18" fmla="*/ 61493 w 863834"/>
              <a:gd name="connsiteY18" fmla="*/ 166842 h 360983"/>
              <a:gd name="connsiteX19" fmla="*/ 0 w 863834"/>
              <a:gd name="connsiteY19" fmla="*/ 147792 h 360983"/>
              <a:gd name="connsiteX20" fmla="*/ 123825 w 863834"/>
              <a:gd name="connsiteY20" fmla="*/ 35718 h 360983"/>
              <a:gd name="connsiteX0" fmla="*/ 123825 w 863834"/>
              <a:gd name="connsiteY0" fmla="*/ 35718 h 360983"/>
              <a:gd name="connsiteX1" fmla="*/ 361530 w 863834"/>
              <a:gd name="connsiteY1" fmla="*/ 0 h 360983"/>
              <a:gd name="connsiteX2" fmla="*/ 551891 w 863834"/>
              <a:gd name="connsiteY2" fmla="*/ 91901 h 360983"/>
              <a:gd name="connsiteX3" fmla="*/ 623328 w 863834"/>
              <a:gd name="connsiteY3" fmla="*/ 79995 h 360983"/>
              <a:gd name="connsiteX4" fmla="*/ 742391 w 863834"/>
              <a:gd name="connsiteY4" fmla="*/ 206202 h 360983"/>
              <a:gd name="connsiteX5" fmla="*/ 863834 w 863834"/>
              <a:gd name="connsiteY5" fmla="*/ 270495 h 360983"/>
              <a:gd name="connsiteX6" fmla="*/ 832877 w 863834"/>
              <a:gd name="connsiteY6" fmla="*/ 282402 h 360983"/>
              <a:gd name="connsiteX7" fmla="*/ 685240 w 863834"/>
              <a:gd name="connsiteY7" fmla="*/ 356220 h 360983"/>
              <a:gd name="connsiteX8" fmla="*/ 589991 w 863834"/>
              <a:gd name="connsiteY8" fmla="*/ 360983 h 360983"/>
              <a:gd name="connsiteX9" fmla="*/ 649521 w 863834"/>
              <a:gd name="connsiteY9" fmla="*/ 296689 h 360983"/>
              <a:gd name="connsiteX10" fmla="*/ 578084 w 863834"/>
              <a:gd name="connsiteY10" fmla="*/ 268115 h 360983"/>
              <a:gd name="connsiteX11" fmla="*/ 528077 w 863834"/>
              <a:gd name="connsiteY11" fmla="*/ 194295 h 360983"/>
              <a:gd name="connsiteX12" fmla="*/ 413779 w 863834"/>
              <a:gd name="connsiteY12" fmla="*/ 153814 h 360983"/>
              <a:gd name="connsiteX13" fmla="*/ 292334 w 863834"/>
              <a:gd name="connsiteY13" fmla="*/ 118096 h 360983"/>
              <a:gd name="connsiteX14" fmla="*/ 256616 w 863834"/>
              <a:gd name="connsiteY14" fmla="*/ 79995 h 360983"/>
              <a:gd name="connsiteX15" fmla="*/ 189941 w 863834"/>
              <a:gd name="connsiteY15" fmla="*/ 91902 h 360983"/>
              <a:gd name="connsiteX16" fmla="*/ 244709 w 863834"/>
              <a:gd name="connsiteY16" fmla="*/ 208583 h 360983"/>
              <a:gd name="connsiteX17" fmla="*/ 158985 w 863834"/>
              <a:gd name="connsiteY17" fmla="*/ 189533 h 360983"/>
              <a:gd name="connsiteX18" fmla="*/ 137553 w 863834"/>
              <a:gd name="connsiteY18" fmla="*/ 137146 h 360983"/>
              <a:gd name="connsiteX19" fmla="*/ 61493 w 863834"/>
              <a:gd name="connsiteY19" fmla="*/ 166842 h 360983"/>
              <a:gd name="connsiteX20" fmla="*/ 0 w 863834"/>
              <a:gd name="connsiteY20" fmla="*/ 147792 h 360983"/>
              <a:gd name="connsiteX21" fmla="*/ 123825 w 863834"/>
              <a:gd name="connsiteY21" fmla="*/ 35718 h 360983"/>
              <a:gd name="connsiteX0" fmla="*/ 123825 w 935270"/>
              <a:gd name="connsiteY0" fmla="*/ 35718 h 360983"/>
              <a:gd name="connsiteX1" fmla="*/ 361530 w 935270"/>
              <a:gd name="connsiteY1" fmla="*/ 0 h 360983"/>
              <a:gd name="connsiteX2" fmla="*/ 551891 w 935270"/>
              <a:gd name="connsiteY2" fmla="*/ 91901 h 360983"/>
              <a:gd name="connsiteX3" fmla="*/ 623328 w 935270"/>
              <a:gd name="connsiteY3" fmla="*/ 79995 h 360983"/>
              <a:gd name="connsiteX4" fmla="*/ 742391 w 935270"/>
              <a:gd name="connsiteY4" fmla="*/ 206202 h 360983"/>
              <a:gd name="connsiteX5" fmla="*/ 863834 w 935270"/>
              <a:gd name="connsiteY5" fmla="*/ 270495 h 360983"/>
              <a:gd name="connsiteX6" fmla="*/ 935270 w 935270"/>
              <a:gd name="connsiteY6" fmla="*/ 330027 h 360983"/>
              <a:gd name="connsiteX7" fmla="*/ 685240 w 935270"/>
              <a:gd name="connsiteY7" fmla="*/ 356220 h 360983"/>
              <a:gd name="connsiteX8" fmla="*/ 589991 w 935270"/>
              <a:gd name="connsiteY8" fmla="*/ 360983 h 360983"/>
              <a:gd name="connsiteX9" fmla="*/ 649521 w 935270"/>
              <a:gd name="connsiteY9" fmla="*/ 296689 h 360983"/>
              <a:gd name="connsiteX10" fmla="*/ 578084 w 935270"/>
              <a:gd name="connsiteY10" fmla="*/ 268115 h 360983"/>
              <a:gd name="connsiteX11" fmla="*/ 528077 w 935270"/>
              <a:gd name="connsiteY11" fmla="*/ 194295 h 360983"/>
              <a:gd name="connsiteX12" fmla="*/ 413779 w 935270"/>
              <a:gd name="connsiteY12" fmla="*/ 153814 h 360983"/>
              <a:gd name="connsiteX13" fmla="*/ 292334 w 935270"/>
              <a:gd name="connsiteY13" fmla="*/ 118096 h 360983"/>
              <a:gd name="connsiteX14" fmla="*/ 256616 w 935270"/>
              <a:gd name="connsiteY14" fmla="*/ 79995 h 360983"/>
              <a:gd name="connsiteX15" fmla="*/ 189941 w 935270"/>
              <a:gd name="connsiteY15" fmla="*/ 91902 h 360983"/>
              <a:gd name="connsiteX16" fmla="*/ 244709 w 935270"/>
              <a:gd name="connsiteY16" fmla="*/ 208583 h 360983"/>
              <a:gd name="connsiteX17" fmla="*/ 158985 w 935270"/>
              <a:gd name="connsiteY17" fmla="*/ 189533 h 360983"/>
              <a:gd name="connsiteX18" fmla="*/ 137553 w 935270"/>
              <a:gd name="connsiteY18" fmla="*/ 137146 h 360983"/>
              <a:gd name="connsiteX19" fmla="*/ 61493 w 935270"/>
              <a:gd name="connsiteY19" fmla="*/ 166842 h 360983"/>
              <a:gd name="connsiteX20" fmla="*/ 0 w 935270"/>
              <a:gd name="connsiteY20" fmla="*/ 147792 h 360983"/>
              <a:gd name="connsiteX21" fmla="*/ 123825 w 935270"/>
              <a:gd name="connsiteY21" fmla="*/ 35718 h 360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35270" h="360983">
                <a:moveTo>
                  <a:pt x="123825" y="35718"/>
                </a:moveTo>
                <a:lnTo>
                  <a:pt x="361530" y="0"/>
                </a:lnTo>
                <a:lnTo>
                  <a:pt x="551891" y="91901"/>
                </a:lnTo>
                <a:lnTo>
                  <a:pt x="623328" y="79995"/>
                </a:lnTo>
                <a:lnTo>
                  <a:pt x="742391" y="206202"/>
                </a:lnTo>
                <a:lnTo>
                  <a:pt x="863834" y="270495"/>
                </a:lnTo>
                <a:lnTo>
                  <a:pt x="935270" y="330027"/>
                </a:lnTo>
                <a:lnTo>
                  <a:pt x="685240" y="356220"/>
                </a:lnTo>
                <a:lnTo>
                  <a:pt x="589991" y="360983"/>
                </a:lnTo>
                <a:lnTo>
                  <a:pt x="649521" y="296689"/>
                </a:lnTo>
                <a:lnTo>
                  <a:pt x="578084" y="268115"/>
                </a:lnTo>
                <a:lnTo>
                  <a:pt x="528077" y="194295"/>
                </a:lnTo>
                <a:lnTo>
                  <a:pt x="413779" y="153814"/>
                </a:lnTo>
                <a:lnTo>
                  <a:pt x="292334" y="118096"/>
                </a:lnTo>
                <a:lnTo>
                  <a:pt x="256616" y="79995"/>
                </a:lnTo>
                <a:lnTo>
                  <a:pt x="189941" y="91902"/>
                </a:lnTo>
                <a:lnTo>
                  <a:pt x="244709" y="208583"/>
                </a:lnTo>
                <a:lnTo>
                  <a:pt x="158985" y="189533"/>
                </a:lnTo>
                <a:lnTo>
                  <a:pt x="137553" y="137146"/>
                </a:lnTo>
                <a:lnTo>
                  <a:pt x="61493" y="166842"/>
                </a:lnTo>
                <a:lnTo>
                  <a:pt x="0" y="147792"/>
                </a:lnTo>
                <a:lnTo>
                  <a:pt x="123825" y="35718"/>
                </a:lnTo>
                <a:close/>
              </a:path>
            </a:pathLst>
          </a:custGeom>
          <a:solidFill>
            <a:srgbClr val="8E0000"/>
          </a:solidFill>
          <a:ln w="127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Geomanist" panose="02000503000000020004" pitchFamily="50" charset="0"/>
            </a:endParaRPr>
          </a:p>
        </p:txBody>
      </p:sp>
      <p:sp>
        <p:nvSpPr>
          <p:cNvPr id="6241" name="Rectángulo 63">
            <a:extLst>
              <a:ext uri="{FF2B5EF4-FFF2-40B4-BE49-F238E27FC236}">
                <a16:creationId xmlns:a16="http://schemas.microsoft.com/office/drawing/2014/main" id="{C3AC7F12-EA67-D2BB-08BC-DFEA4D04B98B}"/>
              </a:ext>
            </a:extLst>
          </p:cNvPr>
          <p:cNvSpPr/>
          <p:nvPr/>
        </p:nvSpPr>
        <p:spPr>
          <a:xfrm>
            <a:off x="5624314" y="4837410"/>
            <a:ext cx="233851" cy="205446"/>
          </a:xfrm>
          <a:custGeom>
            <a:avLst/>
            <a:gdLst>
              <a:gd name="connsiteX0" fmla="*/ 0 w 1111624"/>
              <a:gd name="connsiteY0" fmla="*/ 0 h 407348"/>
              <a:gd name="connsiteX1" fmla="*/ 1111624 w 1111624"/>
              <a:gd name="connsiteY1" fmla="*/ 0 h 407348"/>
              <a:gd name="connsiteX2" fmla="*/ 1111624 w 1111624"/>
              <a:gd name="connsiteY2" fmla="*/ 407348 h 407348"/>
              <a:gd name="connsiteX3" fmla="*/ 0 w 1111624"/>
              <a:gd name="connsiteY3" fmla="*/ 407348 h 407348"/>
              <a:gd name="connsiteX4" fmla="*/ 0 w 1111624"/>
              <a:gd name="connsiteY4" fmla="*/ 0 h 407348"/>
              <a:gd name="connsiteX0" fmla="*/ 202406 w 1111624"/>
              <a:gd name="connsiteY0" fmla="*/ 11906 h 407348"/>
              <a:gd name="connsiteX1" fmla="*/ 1111624 w 1111624"/>
              <a:gd name="connsiteY1" fmla="*/ 0 h 407348"/>
              <a:gd name="connsiteX2" fmla="*/ 1111624 w 1111624"/>
              <a:gd name="connsiteY2" fmla="*/ 407348 h 407348"/>
              <a:gd name="connsiteX3" fmla="*/ 0 w 1111624"/>
              <a:gd name="connsiteY3" fmla="*/ 407348 h 407348"/>
              <a:gd name="connsiteX4" fmla="*/ 202406 w 1111624"/>
              <a:gd name="connsiteY4" fmla="*/ 11906 h 407348"/>
              <a:gd name="connsiteX0" fmla="*/ 123825 w 1033043"/>
              <a:gd name="connsiteY0" fmla="*/ 11906 h 407348"/>
              <a:gd name="connsiteX1" fmla="*/ 1033043 w 1033043"/>
              <a:gd name="connsiteY1" fmla="*/ 0 h 407348"/>
              <a:gd name="connsiteX2" fmla="*/ 1033043 w 1033043"/>
              <a:gd name="connsiteY2" fmla="*/ 407348 h 407348"/>
              <a:gd name="connsiteX3" fmla="*/ 0 w 1033043"/>
              <a:gd name="connsiteY3" fmla="*/ 123980 h 407348"/>
              <a:gd name="connsiteX4" fmla="*/ 123825 w 1033043"/>
              <a:gd name="connsiteY4" fmla="*/ 11906 h 407348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61493 w 1033043"/>
              <a:gd name="connsiteY2" fmla="*/ 143030 h 143030"/>
              <a:gd name="connsiteX3" fmla="*/ 0 w 1033043"/>
              <a:gd name="connsiteY3" fmla="*/ 123980 h 143030"/>
              <a:gd name="connsiteX4" fmla="*/ 123825 w 1033043"/>
              <a:gd name="connsiteY4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297097 w 1033043"/>
              <a:gd name="connsiteY2" fmla="*/ 101427 h 143030"/>
              <a:gd name="connsiteX3" fmla="*/ 61493 w 1033043"/>
              <a:gd name="connsiteY3" fmla="*/ 143030 h 143030"/>
              <a:gd name="connsiteX4" fmla="*/ 0 w 1033043"/>
              <a:gd name="connsiteY4" fmla="*/ 123980 h 143030"/>
              <a:gd name="connsiteX5" fmla="*/ 123825 w 1033043"/>
              <a:gd name="connsiteY5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189940 w 1033043"/>
              <a:gd name="connsiteY2" fmla="*/ 87140 h 143030"/>
              <a:gd name="connsiteX3" fmla="*/ 61493 w 1033043"/>
              <a:gd name="connsiteY3" fmla="*/ 143030 h 143030"/>
              <a:gd name="connsiteX4" fmla="*/ 0 w 1033043"/>
              <a:gd name="connsiteY4" fmla="*/ 123980 h 143030"/>
              <a:gd name="connsiteX5" fmla="*/ 123825 w 1033043"/>
              <a:gd name="connsiteY5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137553 w 1033043"/>
              <a:gd name="connsiteY2" fmla="*/ 113334 h 143030"/>
              <a:gd name="connsiteX3" fmla="*/ 61493 w 1033043"/>
              <a:gd name="connsiteY3" fmla="*/ 143030 h 143030"/>
              <a:gd name="connsiteX4" fmla="*/ 0 w 1033043"/>
              <a:gd name="connsiteY4" fmla="*/ 123980 h 143030"/>
              <a:gd name="connsiteX5" fmla="*/ 123825 w 1033043"/>
              <a:gd name="connsiteY5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258997 w 1033043"/>
              <a:gd name="connsiteY2" fmla="*/ 96665 h 143030"/>
              <a:gd name="connsiteX3" fmla="*/ 137553 w 1033043"/>
              <a:gd name="connsiteY3" fmla="*/ 113334 h 143030"/>
              <a:gd name="connsiteX4" fmla="*/ 61493 w 1033043"/>
              <a:gd name="connsiteY4" fmla="*/ 143030 h 143030"/>
              <a:gd name="connsiteX5" fmla="*/ 0 w 1033043"/>
              <a:gd name="connsiteY5" fmla="*/ 123980 h 143030"/>
              <a:gd name="connsiteX6" fmla="*/ 123825 w 1033043"/>
              <a:gd name="connsiteY6" fmla="*/ 11906 h 143030"/>
              <a:gd name="connsiteX0" fmla="*/ 123825 w 1033043"/>
              <a:gd name="connsiteY0" fmla="*/ 11906 h 165721"/>
              <a:gd name="connsiteX1" fmla="*/ 1033043 w 1033043"/>
              <a:gd name="connsiteY1" fmla="*/ 0 h 165721"/>
              <a:gd name="connsiteX2" fmla="*/ 158985 w 1033043"/>
              <a:gd name="connsiteY2" fmla="*/ 165721 h 165721"/>
              <a:gd name="connsiteX3" fmla="*/ 137553 w 1033043"/>
              <a:gd name="connsiteY3" fmla="*/ 113334 h 165721"/>
              <a:gd name="connsiteX4" fmla="*/ 61493 w 1033043"/>
              <a:gd name="connsiteY4" fmla="*/ 143030 h 165721"/>
              <a:gd name="connsiteX5" fmla="*/ 0 w 1033043"/>
              <a:gd name="connsiteY5" fmla="*/ 123980 h 165721"/>
              <a:gd name="connsiteX6" fmla="*/ 123825 w 1033043"/>
              <a:gd name="connsiteY6" fmla="*/ 11906 h 165721"/>
              <a:gd name="connsiteX0" fmla="*/ 123825 w 1033043"/>
              <a:gd name="connsiteY0" fmla="*/ 11906 h 165721"/>
              <a:gd name="connsiteX1" fmla="*/ 1033043 w 1033043"/>
              <a:gd name="connsiteY1" fmla="*/ 0 h 165721"/>
              <a:gd name="connsiteX2" fmla="*/ 349484 w 1033043"/>
              <a:gd name="connsiteY2" fmla="*/ 132383 h 165721"/>
              <a:gd name="connsiteX3" fmla="*/ 158985 w 1033043"/>
              <a:gd name="connsiteY3" fmla="*/ 165721 h 165721"/>
              <a:gd name="connsiteX4" fmla="*/ 137553 w 1033043"/>
              <a:gd name="connsiteY4" fmla="*/ 113334 h 165721"/>
              <a:gd name="connsiteX5" fmla="*/ 61493 w 1033043"/>
              <a:gd name="connsiteY5" fmla="*/ 143030 h 165721"/>
              <a:gd name="connsiteX6" fmla="*/ 0 w 1033043"/>
              <a:gd name="connsiteY6" fmla="*/ 123980 h 165721"/>
              <a:gd name="connsiteX7" fmla="*/ 123825 w 1033043"/>
              <a:gd name="connsiteY7" fmla="*/ 11906 h 16572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244709 w 1033043"/>
              <a:gd name="connsiteY2" fmla="*/ 184771 h 184771"/>
              <a:gd name="connsiteX3" fmla="*/ 158985 w 1033043"/>
              <a:gd name="connsiteY3" fmla="*/ 165721 h 184771"/>
              <a:gd name="connsiteX4" fmla="*/ 137553 w 1033043"/>
              <a:gd name="connsiteY4" fmla="*/ 113334 h 184771"/>
              <a:gd name="connsiteX5" fmla="*/ 61493 w 1033043"/>
              <a:gd name="connsiteY5" fmla="*/ 143030 h 184771"/>
              <a:gd name="connsiteX6" fmla="*/ 0 w 1033043"/>
              <a:gd name="connsiteY6" fmla="*/ 123980 h 184771"/>
              <a:gd name="connsiteX7" fmla="*/ 123825 w 1033043"/>
              <a:gd name="connsiteY7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375678 w 1033043"/>
              <a:gd name="connsiteY2" fmla="*/ 156196 h 184771"/>
              <a:gd name="connsiteX3" fmla="*/ 244709 w 1033043"/>
              <a:gd name="connsiteY3" fmla="*/ 184771 h 184771"/>
              <a:gd name="connsiteX4" fmla="*/ 158985 w 1033043"/>
              <a:gd name="connsiteY4" fmla="*/ 165721 h 184771"/>
              <a:gd name="connsiteX5" fmla="*/ 137553 w 1033043"/>
              <a:gd name="connsiteY5" fmla="*/ 113334 h 184771"/>
              <a:gd name="connsiteX6" fmla="*/ 61493 w 1033043"/>
              <a:gd name="connsiteY6" fmla="*/ 143030 h 184771"/>
              <a:gd name="connsiteX7" fmla="*/ 0 w 1033043"/>
              <a:gd name="connsiteY7" fmla="*/ 123980 h 184771"/>
              <a:gd name="connsiteX8" fmla="*/ 123825 w 1033043"/>
              <a:gd name="connsiteY8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189941 w 1033043"/>
              <a:gd name="connsiteY2" fmla="*/ 68090 h 184771"/>
              <a:gd name="connsiteX3" fmla="*/ 244709 w 1033043"/>
              <a:gd name="connsiteY3" fmla="*/ 184771 h 184771"/>
              <a:gd name="connsiteX4" fmla="*/ 158985 w 1033043"/>
              <a:gd name="connsiteY4" fmla="*/ 165721 h 184771"/>
              <a:gd name="connsiteX5" fmla="*/ 137553 w 1033043"/>
              <a:gd name="connsiteY5" fmla="*/ 113334 h 184771"/>
              <a:gd name="connsiteX6" fmla="*/ 61493 w 1033043"/>
              <a:gd name="connsiteY6" fmla="*/ 143030 h 184771"/>
              <a:gd name="connsiteX7" fmla="*/ 0 w 1033043"/>
              <a:gd name="connsiteY7" fmla="*/ 123980 h 184771"/>
              <a:gd name="connsiteX8" fmla="*/ 123825 w 1033043"/>
              <a:gd name="connsiteY8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423303 w 1033043"/>
              <a:gd name="connsiteY2" fmla="*/ 46658 h 184771"/>
              <a:gd name="connsiteX3" fmla="*/ 189941 w 1033043"/>
              <a:gd name="connsiteY3" fmla="*/ 68090 h 184771"/>
              <a:gd name="connsiteX4" fmla="*/ 244709 w 1033043"/>
              <a:gd name="connsiteY4" fmla="*/ 184771 h 184771"/>
              <a:gd name="connsiteX5" fmla="*/ 158985 w 1033043"/>
              <a:gd name="connsiteY5" fmla="*/ 165721 h 184771"/>
              <a:gd name="connsiteX6" fmla="*/ 137553 w 1033043"/>
              <a:gd name="connsiteY6" fmla="*/ 113334 h 184771"/>
              <a:gd name="connsiteX7" fmla="*/ 61493 w 1033043"/>
              <a:gd name="connsiteY7" fmla="*/ 143030 h 184771"/>
              <a:gd name="connsiteX8" fmla="*/ 0 w 1033043"/>
              <a:gd name="connsiteY8" fmla="*/ 123980 h 184771"/>
              <a:gd name="connsiteX9" fmla="*/ 123825 w 1033043"/>
              <a:gd name="connsiteY9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256616 w 1033043"/>
              <a:gd name="connsiteY2" fmla="*/ 56183 h 184771"/>
              <a:gd name="connsiteX3" fmla="*/ 189941 w 1033043"/>
              <a:gd name="connsiteY3" fmla="*/ 68090 h 184771"/>
              <a:gd name="connsiteX4" fmla="*/ 244709 w 1033043"/>
              <a:gd name="connsiteY4" fmla="*/ 184771 h 184771"/>
              <a:gd name="connsiteX5" fmla="*/ 158985 w 1033043"/>
              <a:gd name="connsiteY5" fmla="*/ 165721 h 184771"/>
              <a:gd name="connsiteX6" fmla="*/ 137553 w 1033043"/>
              <a:gd name="connsiteY6" fmla="*/ 113334 h 184771"/>
              <a:gd name="connsiteX7" fmla="*/ 61493 w 1033043"/>
              <a:gd name="connsiteY7" fmla="*/ 143030 h 184771"/>
              <a:gd name="connsiteX8" fmla="*/ 0 w 1033043"/>
              <a:gd name="connsiteY8" fmla="*/ 123980 h 184771"/>
              <a:gd name="connsiteX9" fmla="*/ 123825 w 1033043"/>
              <a:gd name="connsiteY9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330434 w 1033043"/>
              <a:gd name="connsiteY2" fmla="*/ 53802 h 184771"/>
              <a:gd name="connsiteX3" fmla="*/ 256616 w 1033043"/>
              <a:gd name="connsiteY3" fmla="*/ 56183 h 184771"/>
              <a:gd name="connsiteX4" fmla="*/ 189941 w 1033043"/>
              <a:gd name="connsiteY4" fmla="*/ 68090 h 184771"/>
              <a:gd name="connsiteX5" fmla="*/ 244709 w 1033043"/>
              <a:gd name="connsiteY5" fmla="*/ 184771 h 184771"/>
              <a:gd name="connsiteX6" fmla="*/ 158985 w 1033043"/>
              <a:gd name="connsiteY6" fmla="*/ 165721 h 184771"/>
              <a:gd name="connsiteX7" fmla="*/ 137553 w 1033043"/>
              <a:gd name="connsiteY7" fmla="*/ 113334 h 184771"/>
              <a:gd name="connsiteX8" fmla="*/ 61493 w 1033043"/>
              <a:gd name="connsiteY8" fmla="*/ 143030 h 184771"/>
              <a:gd name="connsiteX9" fmla="*/ 0 w 1033043"/>
              <a:gd name="connsiteY9" fmla="*/ 123980 h 184771"/>
              <a:gd name="connsiteX10" fmla="*/ 123825 w 1033043"/>
              <a:gd name="connsiteY10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292334 w 1033043"/>
              <a:gd name="connsiteY2" fmla="*/ 94284 h 184771"/>
              <a:gd name="connsiteX3" fmla="*/ 256616 w 1033043"/>
              <a:gd name="connsiteY3" fmla="*/ 56183 h 184771"/>
              <a:gd name="connsiteX4" fmla="*/ 189941 w 1033043"/>
              <a:gd name="connsiteY4" fmla="*/ 68090 h 184771"/>
              <a:gd name="connsiteX5" fmla="*/ 244709 w 1033043"/>
              <a:gd name="connsiteY5" fmla="*/ 184771 h 184771"/>
              <a:gd name="connsiteX6" fmla="*/ 158985 w 1033043"/>
              <a:gd name="connsiteY6" fmla="*/ 165721 h 184771"/>
              <a:gd name="connsiteX7" fmla="*/ 137553 w 1033043"/>
              <a:gd name="connsiteY7" fmla="*/ 113334 h 184771"/>
              <a:gd name="connsiteX8" fmla="*/ 61493 w 1033043"/>
              <a:gd name="connsiteY8" fmla="*/ 143030 h 184771"/>
              <a:gd name="connsiteX9" fmla="*/ 0 w 1033043"/>
              <a:gd name="connsiteY9" fmla="*/ 123980 h 184771"/>
              <a:gd name="connsiteX10" fmla="*/ 123825 w 1033043"/>
              <a:gd name="connsiteY10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449497 w 1033043"/>
              <a:gd name="connsiteY2" fmla="*/ 75233 h 184771"/>
              <a:gd name="connsiteX3" fmla="*/ 292334 w 1033043"/>
              <a:gd name="connsiteY3" fmla="*/ 94284 h 184771"/>
              <a:gd name="connsiteX4" fmla="*/ 256616 w 1033043"/>
              <a:gd name="connsiteY4" fmla="*/ 56183 h 184771"/>
              <a:gd name="connsiteX5" fmla="*/ 189941 w 1033043"/>
              <a:gd name="connsiteY5" fmla="*/ 68090 h 184771"/>
              <a:gd name="connsiteX6" fmla="*/ 244709 w 1033043"/>
              <a:gd name="connsiteY6" fmla="*/ 184771 h 184771"/>
              <a:gd name="connsiteX7" fmla="*/ 158985 w 1033043"/>
              <a:gd name="connsiteY7" fmla="*/ 165721 h 184771"/>
              <a:gd name="connsiteX8" fmla="*/ 137553 w 1033043"/>
              <a:gd name="connsiteY8" fmla="*/ 113334 h 184771"/>
              <a:gd name="connsiteX9" fmla="*/ 61493 w 1033043"/>
              <a:gd name="connsiteY9" fmla="*/ 143030 h 184771"/>
              <a:gd name="connsiteX10" fmla="*/ 0 w 1033043"/>
              <a:gd name="connsiteY10" fmla="*/ 123980 h 184771"/>
              <a:gd name="connsiteX11" fmla="*/ 123825 w 1033043"/>
              <a:gd name="connsiteY11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413779 w 1033043"/>
              <a:gd name="connsiteY2" fmla="*/ 130002 h 184771"/>
              <a:gd name="connsiteX3" fmla="*/ 292334 w 1033043"/>
              <a:gd name="connsiteY3" fmla="*/ 94284 h 184771"/>
              <a:gd name="connsiteX4" fmla="*/ 256616 w 1033043"/>
              <a:gd name="connsiteY4" fmla="*/ 56183 h 184771"/>
              <a:gd name="connsiteX5" fmla="*/ 189941 w 1033043"/>
              <a:gd name="connsiteY5" fmla="*/ 68090 h 184771"/>
              <a:gd name="connsiteX6" fmla="*/ 244709 w 1033043"/>
              <a:gd name="connsiteY6" fmla="*/ 184771 h 184771"/>
              <a:gd name="connsiteX7" fmla="*/ 158985 w 1033043"/>
              <a:gd name="connsiteY7" fmla="*/ 165721 h 184771"/>
              <a:gd name="connsiteX8" fmla="*/ 137553 w 1033043"/>
              <a:gd name="connsiteY8" fmla="*/ 113334 h 184771"/>
              <a:gd name="connsiteX9" fmla="*/ 61493 w 1033043"/>
              <a:gd name="connsiteY9" fmla="*/ 143030 h 184771"/>
              <a:gd name="connsiteX10" fmla="*/ 0 w 1033043"/>
              <a:gd name="connsiteY10" fmla="*/ 123980 h 184771"/>
              <a:gd name="connsiteX11" fmla="*/ 123825 w 1033043"/>
              <a:gd name="connsiteY11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513790 w 1033043"/>
              <a:gd name="connsiteY2" fmla="*/ 108571 h 184771"/>
              <a:gd name="connsiteX3" fmla="*/ 413779 w 1033043"/>
              <a:gd name="connsiteY3" fmla="*/ 130002 h 184771"/>
              <a:gd name="connsiteX4" fmla="*/ 292334 w 1033043"/>
              <a:gd name="connsiteY4" fmla="*/ 94284 h 184771"/>
              <a:gd name="connsiteX5" fmla="*/ 256616 w 1033043"/>
              <a:gd name="connsiteY5" fmla="*/ 56183 h 184771"/>
              <a:gd name="connsiteX6" fmla="*/ 189941 w 1033043"/>
              <a:gd name="connsiteY6" fmla="*/ 68090 h 184771"/>
              <a:gd name="connsiteX7" fmla="*/ 244709 w 1033043"/>
              <a:gd name="connsiteY7" fmla="*/ 184771 h 184771"/>
              <a:gd name="connsiteX8" fmla="*/ 158985 w 1033043"/>
              <a:gd name="connsiteY8" fmla="*/ 165721 h 184771"/>
              <a:gd name="connsiteX9" fmla="*/ 137553 w 1033043"/>
              <a:gd name="connsiteY9" fmla="*/ 113334 h 184771"/>
              <a:gd name="connsiteX10" fmla="*/ 61493 w 1033043"/>
              <a:gd name="connsiteY10" fmla="*/ 143030 h 184771"/>
              <a:gd name="connsiteX11" fmla="*/ 0 w 1033043"/>
              <a:gd name="connsiteY11" fmla="*/ 123980 h 184771"/>
              <a:gd name="connsiteX12" fmla="*/ 123825 w 1033043"/>
              <a:gd name="connsiteY12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528077 w 1033043"/>
              <a:gd name="connsiteY2" fmla="*/ 170483 h 184771"/>
              <a:gd name="connsiteX3" fmla="*/ 413779 w 1033043"/>
              <a:gd name="connsiteY3" fmla="*/ 130002 h 184771"/>
              <a:gd name="connsiteX4" fmla="*/ 292334 w 1033043"/>
              <a:gd name="connsiteY4" fmla="*/ 94284 h 184771"/>
              <a:gd name="connsiteX5" fmla="*/ 256616 w 1033043"/>
              <a:gd name="connsiteY5" fmla="*/ 56183 h 184771"/>
              <a:gd name="connsiteX6" fmla="*/ 189941 w 1033043"/>
              <a:gd name="connsiteY6" fmla="*/ 68090 h 184771"/>
              <a:gd name="connsiteX7" fmla="*/ 244709 w 1033043"/>
              <a:gd name="connsiteY7" fmla="*/ 184771 h 184771"/>
              <a:gd name="connsiteX8" fmla="*/ 158985 w 1033043"/>
              <a:gd name="connsiteY8" fmla="*/ 165721 h 184771"/>
              <a:gd name="connsiteX9" fmla="*/ 137553 w 1033043"/>
              <a:gd name="connsiteY9" fmla="*/ 113334 h 184771"/>
              <a:gd name="connsiteX10" fmla="*/ 61493 w 1033043"/>
              <a:gd name="connsiteY10" fmla="*/ 143030 h 184771"/>
              <a:gd name="connsiteX11" fmla="*/ 0 w 1033043"/>
              <a:gd name="connsiteY11" fmla="*/ 123980 h 184771"/>
              <a:gd name="connsiteX12" fmla="*/ 123825 w 1033043"/>
              <a:gd name="connsiteY12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594753 w 1033043"/>
              <a:gd name="connsiteY2" fmla="*/ 144290 h 184771"/>
              <a:gd name="connsiteX3" fmla="*/ 528077 w 1033043"/>
              <a:gd name="connsiteY3" fmla="*/ 170483 h 184771"/>
              <a:gd name="connsiteX4" fmla="*/ 413779 w 1033043"/>
              <a:gd name="connsiteY4" fmla="*/ 130002 h 184771"/>
              <a:gd name="connsiteX5" fmla="*/ 292334 w 1033043"/>
              <a:gd name="connsiteY5" fmla="*/ 94284 h 184771"/>
              <a:gd name="connsiteX6" fmla="*/ 256616 w 1033043"/>
              <a:gd name="connsiteY6" fmla="*/ 56183 h 184771"/>
              <a:gd name="connsiteX7" fmla="*/ 189941 w 1033043"/>
              <a:gd name="connsiteY7" fmla="*/ 68090 h 184771"/>
              <a:gd name="connsiteX8" fmla="*/ 244709 w 1033043"/>
              <a:gd name="connsiteY8" fmla="*/ 184771 h 184771"/>
              <a:gd name="connsiteX9" fmla="*/ 158985 w 1033043"/>
              <a:gd name="connsiteY9" fmla="*/ 165721 h 184771"/>
              <a:gd name="connsiteX10" fmla="*/ 137553 w 1033043"/>
              <a:gd name="connsiteY10" fmla="*/ 113334 h 184771"/>
              <a:gd name="connsiteX11" fmla="*/ 61493 w 1033043"/>
              <a:gd name="connsiteY11" fmla="*/ 143030 h 184771"/>
              <a:gd name="connsiteX12" fmla="*/ 0 w 1033043"/>
              <a:gd name="connsiteY12" fmla="*/ 123980 h 184771"/>
              <a:gd name="connsiteX13" fmla="*/ 123825 w 1033043"/>
              <a:gd name="connsiteY13" fmla="*/ 11906 h 184771"/>
              <a:gd name="connsiteX0" fmla="*/ 123825 w 1033043"/>
              <a:gd name="connsiteY0" fmla="*/ 11906 h 244303"/>
              <a:gd name="connsiteX1" fmla="*/ 1033043 w 1033043"/>
              <a:gd name="connsiteY1" fmla="*/ 0 h 244303"/>
              <a:gd name="connsiteX2" fmla="*/ 578084 w 1033043"/>
              <a:gd name="connsiteY2" fmla="*/ 244303 h 244303"/>
              <a:gd name="connsiteX3" fmla="*/ 528077 w 1033043"/>
              <a:gd name="connsiteY3" fmla="*/ 170483 h 244303"/>
              <a:gd name="connsiteX4" fmla="*/ 413779 w 1033043"/>
              <a:gd name="connsiteY4" fmla="*/ 130002 h 244303"/>
              <a:gd name="connsiteX5" fmla="*/ 292334 w 1033043"/>
              <a:gd name="connsiteY5" fmla="*/ 94284 h 244303"/>
              <a:gd name="connsiteX6" fmla="*/ 256616 w 1033043"/>
              <a:gd name="connsiteY6" fmla="*/ 56183 h 244303"/>
              <a:gd name="connsiteX7" fmla="*/ 189941 w 1033043"/>
              <a:gd name="connsiteY7" fmla="*/ 68090 h 244303"/>
              <a:gd name="connsiteX8" fmla="*/ 244709 w 1033043"/>
              <a:gd name="connsiteY8" fmla="*/ 184771 h 244303"/>
              <a:gd name="connsiteX9" fmla="*/ 158985 w 1033043"/>
              <a:gd name="connsiteY9" fmla="*/ 165721 h 244303"/>
              <a:gd name="connsiteX10" fmla="*/ 137553 w 1033043"/>
              <a:gd name="connsiteY10" fmla="*/ 113334 h 244303"/>
              <a:gd name="connsiteX11" fmla="*/ 61493 w 1033043"/>
              <a:gd name="connsiteY11" fmla="*/ 143030 h 244303"/>
              <a:gd name="connsiteX12" fmla="*/ 0 w 1033043"/>
              <a:gd name="connsiteY12" fmla="*/ 123980 h 244303"/>
              <a:gd name="connsiteX13" fmla="*/ 123825 w 1033043"/>
              <a:gd name="connsiteY13" fmla="*/ 11906 h 244303"/>
              <a:gd name="connsiteX0" fmla="*/ 123825 w 1033043"/>
              <a:gd name="connsiteY0" fmla="*/ 11906 h 244303"/>
              <a:gd name="connsiteX1" fmla="*/ 1033043 w 1033043"/>
              <a:gd name="connsiteY1" fmla="*/ 0 h 244303"/>
              <a:gd name="connsiteX2" fmla="*/ 663809 w 1033043"/>
              <a:gd name="connsiteY2" fmla="*/ 194296 h 244303"/>
              <a:gd name="connsiteX3" fmla="*/ 578084 w 1033043"/>
              <a:gd name="connsiteY3" fmla="*/ 244303 h 244303"/>
              <a:gd name="connsiteX4" fmla="*/ 528077 w 1033043"/>
              <a:gd name="connsiteY4" fmla="*/ 170483 h 244303"/>
              <a:gd name="connsiteX5" fmla="*/ 413779 w 1033043"/>
              <a:gd name="connsiteY5" fmla="*/ 130002 h 244303"/>
              <a:gd name="connsiteX6" fmla="*/ 292334 w 1033043"/>
              <a:gd name="connsiteY6" fmla="*/ 94284 h 244303"/>
              <a:gd name="connsiteX7" fmla="*/ 256616 w 1033043"/>
              <a:gd name="connsiteY7" fmla="*/ 56183 h 244303"/>
              <a:gd name="connsiteX8" fmla="*/ 189941 w 1033043"/>
              <a:gd name="connsiteY8" fmla="*/ 68090 h 244303"/>
              <a:gd name="connsiteX9" fmla="*/ 244709 w 1033043"/>
              <a:gd name="connsiteY9" fmla="*/ 184771 h 244303"/>
              <a:gd name="connsiteX10" fmla="*/ 158985 w 1033043"/>
              <a:gd name="connsiteY10" fmla="*/ 165721 h 244303"/>
              <a:gd name="connsiteX11" fmla="*/ 137553 w 1033043"/>
              <a:gd name="connsiteY11" fmla="*/ 113334 h 244303"/>
              <a:gd name="connsiteX12" fmla="*/ 61493 w 1033043"/>
              <a:gd name="connsiteY12" fmla="*/ 143030 h 244303"/>
              <a:gd name="connsiteX13" fmla="*/ 0 w 1033043"/>
              <a:gd name="connsiteY13" fmla="*/ 123980 h 244303"/>
              <a:gd name="connsiteX14" fmla="*/ 123825 w 1033043"/>
              <a:gd name="connsiteY14" fmla="*/ 11906 h 244303"/>
              <a:gd name="connsiteX0" fmla="*/ 123825 w 1033043"/>
              <a:gd name="connsiteY0" fmla="*/ 11906 h 272877"/>
              <a:gd name="connsiteX1" fmla="*/ 1033043 w 1033043"/>
              <a:gd name="connsiteY1" fmla="*/ 0 h 272877"/>
              <a:gd name="connsiteX2" fmla="*/ 649521 w 1033043"/>
              <a:gd name="connsiteY2" fmla="*/ 272877 h 272877"/>
              <a:gd name="connsiteX3" fmla="*/ 578084 w 1033043"/>
              <a:gd name="connsiteY3" fmla="*/ 244303 h 272877"/>
              <a:gd name="connsiteX4" fmla="*/ 528077 w 1033043"/>
              <a:gd name="connsiteY4" fmla="*/ 170483 h 272877"/>
              <a:gd name="connsiteX5" fmla="*/ 413779 w 1033043"/>
              <a:gd name="connsiteY5" fmla="*/ 130002 h 272877"/>
              <a:gd name="connsiteX6" fmla="*/ 292334 w 1033043"/>
              <a:gd name="connsiteY6" fmla="*/ 94284 h 272877"/>
              <a:gd name="connsiteX7" fmla="*/ 256616 w 1033043"/>
              <a:gd name="connsiteY7" fmla="*/ 56183 h 272877"/>
              <a:gd name="connsiteX8" fmla="*/ 189941 w 1033043"/>
              <a:gd name="connsiteY8" fmla="*/ 68090 h 272877"/>
              <a:gd name="connsiteX9" fmla="*/ 244709 w 1033043"/>
              <a:gd name="connsiteY9" fmla="*/ 184771 h 272877"/>
              <a:gd name="connsiteX10" fmla="*/ 158985 w 1033043"/>
              <a:gd name="connsiteY10" fmla="*/ 165721 h 272877"/>
              <a:gd name="connsiteX11" fmla="*/ 137553 w 1033043"/>
              <a:gd name="connsiteY11" fmla="*/ 113334 h 272877"/>
              <a:gd name="connsiteX12" fmla="*/ 61493 w 1033043"/>
              <a:gd name="connsiteY12" fmla="*/ 143030 h 272877"/>
              <a:gd name="connsiteX13" fmla="*/ 0 w 1033043"/>
              <a:gd name="connsiteY13" fmla="*/ 123980 h 272877"/>
              <a:gd name="connsiteX14" fmla="*/ 123825 w 1033043"/>
              <a:gd name="connsiteY14" fmla="*/ 11906 h 272877"/>
              <a:gd name="connsiteX0" fmla="*/ 123825 w 1033043"/>
              <a:gd name="connsiteY0" fmla="*/ 11906 h 272877"/>
              <a:gd name="connsiteX1" fmla="*/ 1033043 w 1033043"/>
              <a:gd name="connsiteY1" fmla="*/ 0 h 272877"/>
              <a:gd name="connsiteX2" fmla="*/ 706672 w 1033043"/>
              <a:gd name="connsiteY2" fmla="*/ 234777 h 272877"/>
              <a:gd name="connsiteX3" fmla="*/ 649521 w 1033043"/>
              <a:gd name="connsiteY3" fmla="*/ 272877 h 272877"/>
              <a:gd name="connsiteX4" fmla="*/ 578084 w 1033043"/>
              <a:gd name="connsiteY4" fmla="*/ 244303 h 272877"/>
              <a:gd name="connsiteX5" fmla="*/ 528077 w 1033043"/>
              <a:gd name="connsiteY5" fmla="*/ 170483 h 272877"/>
              <a:gd name="connsiteX6" fmla="*/ 413779 w 1033043"/>
              <a:gd name="connsiteY6" fmla="*/ 130002 h 272877"/>
              <a:gd name="connsiteX7" fmla="*/ 292334 w 1033043"/>
              <a:gd name="connsiteY7" fmla="*/ 94284 h 272877"/>
              <a:gd name="connsiteX8" fmla="*/ 256616 w 1033043"/>
              <a:gd name="connsiteY8" fmla="*/ 56183 h 272877"/>
              <a:gd name="connsiteX9" fmla="*/ 189941 w 1033043"/>
              <a:gd name="connsiteY9" fmla="*/ 68090 h 272877"/>
              <a:gd name="connsiteX10" fmla="*/ 244709 w 1033043"/>
              <a:gd name="connsiteY10" fmla="*/ 184771 h 272877"/>
              <a:gd name="connsiteX11" fmla="*/ 158985 w 1033043"/>
              <a:gd name="connsiteY11" fmla="*/ 165721 h 272877"/>
              <a:gd name="connsiteX12" fmla="*/ 137553 w 1033043"/>
              <a:gd name="connsiteY12" fmla="*/ 113334 h 272877"/>
              <a:gd name="connsiteX13" fmla="*/ 61493 w 1033043"/>
              <a:gd name="connsiteY13" fmla="*/ 143030 h 272877"/>
              <a:gd name="connsiteX14" fmla="*/ 0 w 1033043"/>
              <a:gd name="connsiteY14" fmla="*/ 123980 h 272877"/>
              <a:gd name="connsiteX15" fmla="*/ 123825 w 1033043"/>
              <a:gd name="connsiteY15" fmla="*/ 11906 h 272877"/>
              <a:gd name="connsiteX0" fmla="*/ 123825 w 1033043"/>
              <a:gd name="connsiteY0" fmla="*/ 11906 h 337171"/>
              <a:gd name="connsiteX1" fmla="*/ 1033043 w 1033043"/>
              <a:gd name="connsiteY1" fmla="*/ 0 h 337171"/>
              <a:gd name="connsiteX2" fmla="*/ 589991 w 1033043"/>
              <a:gd name="connsiteY2" fmla="*/ 337171 h 337171"/>
              <a:gd name="connsiteX3" fmla="*/ 649521 w 1033043"/>
              <a:gd name="connsiteY3" fmla="*/ 272877 h 337171"/>
              <a:gd name="connsiteX4" fmla="*/ 578084 w 1033043"/>
              <a:gd name="connsiteY4" fmla="*/ 244303 h 337171"/>
              <a:gd name="connsiteX5" fmla="*/ 528077 w 1033043"/>
              <a:gd name="connsiteY5" fmla="*/ 170483 h 337171"/>
              <a:gd name="connsiteX6" fmla="*/ 413779 w 1033043"/>
              <a:gd name="connsiteY6" fmla="*/ 130002 h 337171"/>
              <a:gd name="connsiteX7" fmla="*/ 292334 w 1033043"/>
              <a:gd name="connsiteY7" fmla="*/ 94284 h 337171"/>
              <a:gd name="connsiteX8" fmla="*/ 256616 w 1033043"/>
              <a:gd name="connsiteY8" fmla="*/ 56183 h 337171"/>
              <a:gd name="connsiteX9" fmla="*/ 189941 w 1033043"/>
              <a:gd name="connsiteY9" fmla="*/ 68090 h 337171"/>
              <a:gd name="connsiteX10" fmla="*/ 244709 w 1033043"/>
              <a:gd name="connsiteY10" fmla="*/ 184771 h 337171"/>
              <a:gd name="connsiteX11" fmla="*/ 158985 w 1033043"/>
              <a:gd name="connsiteY11" fmla="*/ 165721 h 337171"/>
              <a:gd name="connsiteX12" fmla="*/ 137553 w 1033043"/>
              <a:gd name="connsiteY12" fmla="*/ 113334 h 337171"/>
              <a:gd name="connsiteX13" fmla="*/ 61493 w 1033043"/>
              <a:gd name="connsiteY13" fmla="*/ 143030 h 337171"/>
              <a:gd name="connsiteX14" fmla="*/ 0 w 1033043"/>
              <a:gd name="connsiteY14" fmla="*/ 123980 h 337171"/>
              <a:gd name="connsiteX15" fmla="*/ 123825 w 1033043"/>
              <a:gd name="connsiteY15" fmla="*/ 11906 h 337171"/>
              <a:gd name="connsiteX0" fmla="*/ 123825 w 1033043"/>
              <a:gd name="connsiteY0" fmla="*/ 11906 h 337171"/>
              <a:gd name="connsiteX1" fmla="*/ 1033043 w 1033043"/>
              <a:gd name="connsiteY1" fmla="*/ 0 h 337171"/>
              <a:gd name="connsiteX2" fmla="*/ 780490 w 1033043"/>
              <a:gd name="connsiteY2" fmla="*/ 194296 h 337171"/>
              <a:gd name="connsiteX3" fmla="*/ 589991 w 1033043"/>
              <a:gd name="connsiteY3" fmla="*/ 337171 h 337171"/>
              <a:gd name="connsiteX4" fmla="*/ 649521 w 1033043"/>
              <a:gd name="connsiteY4" fmla="*/ 272877 h 337171"/>
              <a:gd name="connsiteX5" fmla="*/ 578084 w 1033043"/>
              <a:gd name="connsiteY5" fmla="*/ 244303 h 337171"/>
              <a:gd name="connsiteX6" fmla="*/ 528077 w 1033043"/>
              <a:gd name="connsiteY6" fmla="*/ 170483 h 337171"/>
              <a:gd name="connsiteX7" fmla="*/ 413779 w 1033043"/>
              <a:gd name="connsiteY7" fmla="*/ 130002 h 337171"/>
              <a:gd name="connsiteX8" fmla="*/ 292334 w 1033043"/>
              <a:gd name="connsiteY8" fmla="*/ 94284 h 337171"/>
              <a:gd name="connsiteX9" fmla="*/ 256616 w 1033043"/>
              <a:gd name="connsiteY9" fmla="*/ 56183 h 337171"/>
              <a:gd name="connsiteX10" fmla="*/ 189941 w 1033043"/>
              <a:gd name="connsiteY10" fmla="*/ 68090 h 337171"/>
              <a:gd name="connsiteX11" fmla="*/ 244709 w 1033043"/>
              <a:gd name="connsiteY11" fmla="*/ 184771 h 337171"/>
              <a:gd name="connsiteX12" fmla="*/ 158985 w 1033043"/>
              <a:gd name="connsiteY12" fmla="*/ 165721 h 337171"/>
              <a:gd name="connsiteX13" fmla="*/ 137553 w 1033043"/>
              <a:gd name="connsiteY13" fmla="*/ 113334 h 337171"/>
              <a:gd name="connsiteX14" fmla="*/ 61493 w 1033043"/>
              <a:gd name="connsiteY14" fmla="*/ 143030 h 337171"/>
              <a:gd name="connsiteX15" fmla="*/ 0 w 1033043"/>
              <a:gd name="connsiteY15" fmla="*/ 123980 h 337171"/>
              <a:gd name="connsiteX16" fmla="*/ 123825 w 1033043"/>
              <a:gd name="connsiteY16" fmla="*/ 11906 h 337171"/>
              <a:gd name="connsiteX0" fmla="*/ 123825 w 1033043"/>
              <a:gd name="connsiteY0" fmla="*/ 11906 h 337171"/>
              <a:gd name="connsiteX1" fmla="*/ 1033043 w 1033043"/>
              <a:gd name="connsiteY1" fmla="*/ 0 h 337171"/>
              <a:gd name="connsiteX2" fmla="*/ 685240 w 1033043"/>
              <a:gd name="connsiteY2" fmla="*/ 332408 h 337171"/>
              <a:gd name="connsiteX3" fmla="*/ 589991 w 1033043"/>
              <a:gd name="connsiteY3" fmla="*/ 337171 h 337171"/>
              <a:gd name="connsiteX4" fmla="*/ 649521 w 1033043"/>
              <a:gd name="connsiteY4" fmla="*/ 272877 h 337171"/>
              <a:gd name="connsiteX5" fmla="*/ 578084 w 1033043"/>
              <a:gd name="connsiteY5" fmla="*/ 244303 h 337171"/>
              <a:gd name="connsiteX6" fmla="*/ 528077 w 1033043"/>
              <a:gd name="connsiteY6" fmla="*/ 170483 h 337171"/>
              <a:gd name="connsiteX7" fmla="*/ 413779 w 1033043"/>
              <a:gd name="connsiteY7" fmla="*/ 130002 h 337171"/>
              <a:gd name="connsiteX8" fmla="*/ 292334 w 1033043"/>
              <a:gd name="connsiteY8" fmla="*/ 94284 h 337171"/>
              <a:gd name="connsiteX9" fmla="*/ 256616 w 1033043"/>
              <a:gd name="connsiteY9" fmla="*/ 56183 h 337171"/>
              <a:gd name="connsiteX10" fmla="*/ 189941 w 1033043"/>
              <a:gd name="connsiteY10" fmla="*/ 68090 h 337171"/>
              <a:gd name="connsiteX11" fmla="*/ 244709 w 1033043"/>
              <a:gd name="connsiteY11" fmla="*/ 184771 h 337171"/>
              <a:gd name="connsiteX12" fmla="*/ 158985 w 1033043"/>
              <a:gd name="connsiteY12" fmla="*/ 165721 h 337171"/>
              <a:gd name="connsiteX13" fmla="*/ 137553 w 1033043"/>
              <a:gd name="connsiteY13" fmla="*/ 113334 h 337171"/>
              <a:gd name="connsiteX14" fmla="*/ 61493 w 1033043"/>
              <a:gd name="connsiteY14" fmla="*/ 143030 h 337171"/>
              <a:gd name="connsiteX15" fmla="*/ 0 w 1033043"/>
              <a:gd name="connsiteY15" fmla="*/ 123980 h 337171"/>
              <a:gd name="connsiteX16" fmla="*/ 123825 w 1033043"/>
              <a:gd name="connsiteY16" fmla="*/ 11906 h 337171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685240 w 685240"/>
              <a:gd name="connsiteY2" fmla="*/ 356220 h 360983"/>
              <a:gd name="connsiteX3" fmla="*/ 589991 w 685240"/>
              <a:gd name="connsiteY3" fmla="*/ 360983 h 360983"/>
              <a:gd name="connsiteX4" fmla="*/ 649521 w 685240"/>
              <a:gd name="connsiteY4" fmla="*/ 296689 h 360983"/>
              <a:gd name="connsiteX5" fmla="*/ 578084 w 685240"/>
              <a:gd name="connsiteY5" fmla="*/ 268115 h 360983"/>
              <a:gd name="connsiteX6" fmla="*/ 528077 w 685240"/>
              <a:gd name="connsiteY6" fmla="*/ 194295 h 360983"/>
              <a:gd name="connsiteX7" fmla="*/ 413779 w 685240"/>
              <a:gd name="connsiteY7" fmla="*/ 153814 h 360983"/>
              <a:gd name="connsiteX8" fmla="*/ 292334 w 685240"/>
              <a:gd name="connsiteY8" fmla="*/ 118096 h 360983"/>
              <a:gd name="connsiteX9" fmla="*/ 256616 w 685240"/>
              <a:gd name="connsiteY9" fmla="*/ 79995 h 360983"/>
              <a:gd name="connsiteX10" fmla="*/ 189941 w 685240"/>
              <a:gd name="connsiteY10" fmla="*/ 91902 h 360983"/>
              <a:gd name="connsiteX11" fmla="*/ 244709 w 685240"/>
              <a:gd name="connsiteY11" fmla="*/ 208583 h 360983"/>
              <a:gd name="connsiteX12" fmla="*/ 158985 w 685240"/>
              <a:gd name="connsiteY12" fmla="*/ 189533 h 360983"/>
              <a:gd name="connsiteX13" fmla="*/ 137553 w 685240"/>
              <a:gd name="connsiteY13" fmla="*/ 137146 h 360983"/>
              <a:gd name="connsiteX14" fmla="*/ 61493 w 685240"/>
              <a:gd name="connsiteY14" fmla="*/ 166842 h 360983"/>
              <a:gd name="connsiteX15" fmla="*/ 0 w 685240"/>
              <a:gd name="connsiteY15" fmla="*/ 147792 h 360983"/>
              <a:gd name="connsiteX16" fmla="*/ 123825 w 685240"/>
              <a:gd name="connsiteY16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423303 w 685240"/>
              <a:gd name="connsiteY2" fmla="*/ 70470 h 360983"/>
              <a:gd name="connsiteX3" fmla="*/ 685240 w 685240"/>
              <a:gd name="connsiteY3" fmla="*/ 356220 h 360983"/>
              <a:gd name="connsiteX4" fmla="*/ 589991 w 685240"/>
              <a:gd name="connsiteY4" fmla="*/ 360983 h 360983"/>
              <a:gd name="connsiteX5" fmla="*/ 649521 w 685240"/>
              <a:gd name="connsiteY5" fmla="*/ 296689 h 360983"/>
              <a:gd name="connsiteX6" fmla="*/ 578084 w 685240"/>
              <a:gd name="connsiteY6" fmla="*/ 268115 h 360983"/>
              <a:gd name="connsiteX7" fmla="*/ 528077 w 685240"/>
              <a:gd name="connsiteY7" fmla="*/ 194295 h 360983"/>
              <a:gd name="connsiteX8" fmla="*/ 413779 w 685240"/>
              <a:gd name="connsiteY8" fmla="*/ 153814 h 360983"/>
              <a:gd name="connsiteX9" fmla="*/ 292334 w 685240"/>
              <a:gd name="connsiteY9" fmla="*/ 118096 h 360983"/>
              <a:gd name="connsiteX10" fmla="*/ 256616 w 685240"/>
              <a:gd name="connsiteY10" fmla="*/ 79995 h 360983"/>
              <a:gd name="connsiteX11" fmla="*/ 189941 w 685240"/>
              <a:gd name="connsiteY11" fmla="*/ 91902 h 360983"/>
              <a:gd name="connsiteX12" fmla="*/ 244709 w 685240"/>
              <a:gd name="connsiteY12" fmla="*/ 208583 h 360983"/>
              <a:gd name="connsiteX13" fmla="*/ 158985 w 685240"/>
              <a:gd name="connsiteY13" fmla="*/ 189533 h 360983"/>
              <a:gd name="connsiteX14" fmla="*/ 137553 w 685240"/>
              <a:gd name="connsiteY14" fmla="*/ 137146 h 360983"/>
              <a:gd name="connsiteX15" fmla="*/ 61493 w 685240"/>
              <a:gd name="connsiteY15" fmla="*/ 166842 h 360983"/>
              <a:gd name="connsiteX16" fmla="*/ 0 w 685240"/>
              <a:gd name="connsiteY16" fmla="*/ 147792 h 360983"/>
              <a:gd name="connsiteX17" fmla="*/ 123825 w 685240"/>
              <a:gd name="connsiteY17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685240 w 685240"/>
              <a:gd name="connsiteY3" fmla="*/ 356220 h 360983"/>
              <a:gd name="connsiteX4" fmla="*/ 589991 w 685240"/>
              <a:gd name="connsiteY4" fmla="*/ 360983 h 360983"/>
              <a:gd name="connsiteX5" fmla="*/ 649521 w 685240"/>
              <a:gd name="connsiteY5" fmla="*/ 296689 h 360983"/>
              <a:gd name="connsiteX6" fmla="*/ 578084 w 685240"/>
              <a:gd name="connsiteY6" fmla="*/ 268115 h 360983"/>
              <a:gd name="connsiteX7" fmla="*/ 528077 w 685240"/>
              <a:gd name="connsiteY7" fmla="*/ 194295 h 360983"/>
              <a:gd name="connsiteX8" fmla="*/ 413779 w 685240"/>
              <a:gd name="connsiteY8" fmla="*/ 153814 h 360983"/>
              <a:gd name="connsiteX9" fmla="*/ 292334 w 685240"/>
              <a:gd name="connsiteY9" fmla="*/ 118096 h 360983"/>
              <a:gd name="connsiteX10" fmla="*/ 256616 w 685240"/>
              <a:gd name="connsiteY10" fmla="*/ 79995 h 360983"/>
              <a:gd name="connsiteX11" fmla="*/ 189941 w 685240"/>
              <a:gd name="connsiteY11" fmla="*/ 91902 h 360983"/>
              <a:gd name="connsiteX12" fmla="*/ 244709 w 685240"/>
              <a:gd name="connsiteY12" fmla="*/ 208583 h 360983"/>
              <a:gd name="connsiteX13" fmla="*/ 158985 w 685240"/>
              <a:gd name="connsiteY13" fmla="*/ 189533 h 360983"/>
              <a:gd name="connsiteX14" fmla="*/ 137553 w 685240"/>
              <a:gd name="connsiteY14" fmla="*/ 137146 h 360983"/>
              <a:gd name="connsiteX15" fmla="*/ 61493 w 685240"/>
              <a:gd name="connsiteY15" fmla="*/ 166842 h 360983"/>
              <a:gd name="connsiteX16" fmla="*/ 0 w 685240"/>
              <a:gd name="connsiteY16" fmla="*/ 147792 h 360983"/>
              <a:gd name="connsiteX17" fmla="*/ 123825 w 685240"/>
              <a:gd name="connsiteY17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578084 w 685240"/>
              <a:gd name="connsiteY3" fmla="*/ 144289 h 360983"/>
              <a:gd name="connsiteX4" fmla="*/ 685240 w 685240"/>
              <a:gd name="connsiteY4" fmla="*/ 356220 h 360983"/>
              <a:gd name="connsiteX5" fmla="*/ 589991 w 685240"/>
              <a:gd name="connsiteY5" fmla="*/ 360983 h 360983"/>
              <a:gd name="connsiteX6" fmla="*/ 649521 w 685240"/>
              <a:gd name="connsiteY6" fmla="*/ 296689 h 360983"/>
              <a:gd name="connsiteX7" fmla="*/ 578084 w 685240"/>
              <a:gd name="connsiteY7" fmla="*/ 268115 h 360983"/>
              <a:gd name="connsiteX8" fmla="*/ 528077 w 685240"/>
              <a:gd name="connsiteY8" fmla="*/ 194295 h 360983"/>
              <a:gd name="connsiteX9" fmla="*/ 413779 w 685240"/>
              <a:gd name="connsiteY9" fmla="*/ 153814 h 360983"/>
              <a:gd name="connsiteX10" fmla="*/ 292334 w 685240"/>
              <a:gd name="connsiteY10" fmla="*/ 118096 h 360983"/>
              <a:gd name="connsiteX11" fmla="*/ 256616 w 685240"/>
              <a:gd name="connsiteY11" fmla="*/ 79995 h 360983"/>
              <a:gd name="connsiteX12" fmla="*/ 189941 w 685240"/>
              <a:gd name="connsiteY12" fmla="*/ 91902 h 360983"/>
              <a:gd name="connsiteX13" fmla="*/ 244709 w 685240"/>
              <a:gd name="connsiteY13" fmla="*/ 208583 h 360983"/>
              <a:gd name="connsiteX14" fmla="*/ 158985 w 685240"/>
              <a:gd name="connsiteY14" fmla="*/ 189533 h 360983"/>
              <a:gd name="connsiteX15" fmla="*/ 137553 w 685240"/>
              <a:gd name="connsiteY15" fmla="*/ 137146 h 360983"/>
              <a:gd name="connsiteX16" fmla="*/ 61493 w 685240"/>
              <a:gd name="connsiteY16" fmla="*/ 166842 h 360983"/>
              <a:gd name="connsiteX17" fmla="*/ 0 w 685240"/>
              <a:gd name="connsiteY17" fmla="*/ 147792 h 360983"/>
              <a:gd name="connsiteX18" fmla="*/ 123825 w 685240"/>
              <a:gd name="connsiteY18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623328 w 685240"/>
              <a:gd name="connsiteY3" fmla="*/ 79995 h 360983"/>
              <a:gd name="connsiteX4" fmla="*/ 685240 w 685240"/>
              <a:gd name="connsiteY4" fmla="*/ 356220 h 360983"/>
              <a:gd name="connsiteX5" fmla="*/ 589991 w 685240"/>
              <a:gd name="connsiteY5" fmla="*/ 360983 h 360983"/>
              <a:gd name="connsiteX6" fmla="*/ 649521 w 685240"/>
              <a:gd name="connsiteY6" fmla="*/ 296689 h 360983"/>
              <a:gd name="connsiteX7" fmla="*/ 578084 w 685240"/>
              <a:gd name="connsiteY7" fmla="*/ 268115 h 360983"/>
              <a:gd name="connsiteX8" fmla="*/ 528077 w 685240"/>
              <a:gd name="connsiteY8" fmla="*/ 194295 h 360983"/>
              <a:gd name="connsiteX9" fmla="*/ 413779 w 685240"/>
              <a:gd name="connsiteY9" fmla="*/ 153814 h 360983"/>
              <a:gd name="connsiteX10" fmla="*/ 292334 w 685240"/>
              <a:gd name="connsiteY10" fmla="*/ 118096 h 360983"/>
              <a:gd name="connsiteX11" fmla="*/ 256616 w 685240"/>
              <a:gd name="connsiteY11" fmla="*/ 79995 h 360983"/>
              <a:gd name="connsiteX12" fmla="*/ 189941 w 685240"/>
              <a:gd name="connsiteY12" fmla="*/ 91902 h 360983"/>
              <a:gd name="connsiteX13" fmla="*/ 244709 w 685240"/>
              <a:gd name="connsiteY13" fmla="*/ 208583 h 360983"/>
              <a:gd name="connsiteX14" fmla="*/ 158985 w 685240"/>
              <a:gd name="connsiteY14" fmla="*/ 189533 h 360983"/>
              <a:gd name="connsiteX15" fmla="*/ 137553 w 685240"/>
              <a:gd name="connsiteY15" fmla="*/ 137146 h 360983"/>
              <a:gd name="connsiteX16" fmla="*/ 61493 w 685240"/>
              <a:gd name="connsiteY16" fmla="*/ 166842 h 360983"/>
              <a:gd name="connsiteX17" fmla="*/ 0 w 685240"/>
              <a:gd name="connsiteY17" fmla="*/ 147792 h 360983"/>
              <a:gd name="connsiteX18" fmla="*/ 123825 w 685240"/>
              <a:gd name="connsiteY18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623328 w 685240"/>
              <a:gd name="connsiteY3" fmla="*/ 79995 h 360983"/>
              <a:gd name="connsiteX4" fmla="*/ 635234 w 685240"/>
              <a:gd name="connsiteY4" fmla="*/ 137145 h 360983"/>
              <a:gd name="connsiteX5" fmla="*/ 685240 w 685240"/>
              <a:gd name="connsiteY5" fmla="*/ 356220 h 360983"/>
              <a:gd name="connsiteX6" fmla="*/ 589991 w 685240"/>
              <a:gd name="connsiteY6" fmla="*/ 360983 h 360983"/>
              <a:gd name="connsiteX7" fmla="*/ 649521 w 685240"/>
              <a:gd name="connsiteY7" fmla="*/ 296689 h 360983"/>
              <a:gd name="connsiteX8" fmla="*/ 578084 w 685240"/>
              <a:gd name="connsiteY8" fmla="*/ 268115 h 360983"/>
              <a:gd name="connsiteX9" fmla="*/ 528077 w 685240"/>
              <a:gd name="connsiteY9" fmla="*/ 194295 h 360983"/>
              <a:gd name="connsiteX10" fmla="*/ 413779 w 685240"/>
              <a:gd name="connsiteY10" fmla="*/ 153814 h 360983"/>
              <a:gd name="connsiteX11" fmla="*/ 292334 w 685240"/>
              <a:gd name="connsiteY11" fmla="*/ 118096 h 360983"/>
              <a:gd name="connsiteX12" fmla="*/ 256616 w 685240"/>
              <a:gd name="connsiteY12" fmla="*/ 79995 h 360983"/>
              <a:gd name="connsiteX13" fmla="*/ 189941 w 685240"/>
              <a:gd name="connsiteY13" fmla="*/ 91902 h 360983"/>
              <a:gd name="connsiteX14" fmla="*/ 244709 w 685240"/>
              <a:gd name="connsiteY14" fmla="*/ 208583 h 360983"/>
              <a:gd name="connsiteX15" fmla="*/ 158985 w 685240"/>
              <a:gd name="connsiteY15" fmla="*/ 189533 h 360983"/>
              <a:gd name="connsiteX16" fmla="*/ 137553 w 685240"/>
              <a:gd name="connsiteY16" fmla="*/ 137146 h 360983"/>
              <a:gd name="connsiteX17" fmla="*/ 61493 w 685240"/>
              <a:gd name="connsiteY17" fmla="*/ 166842 h 360983"/>
              <a:gd name="connsiteX18" fmla="*/ 0 w 685240"/>
              <a:gd name="connsiteY18" fmla="*/ 147792 h 360983"/>
              <a:gd name="connsiteX19" fmla="*/ 123825 w 685240"/>
              <a:gd name="connsiteY19" fmla="*/ 35718 h 360983"/>
              <a:gd name="connsiteX0" fmla="*/ 123825 w 742391"/>
              <a:gd name="connsiteY0" fmla="*/ 35718 h 360983"/>
              <a:gd name="connsiteX1" fmla="*/ 361530 w 742391"/>
              <a:gd name="connsiteY1" fmla="*/ 0 h 360983"/>
              <a:gd name="connsiteX2" fmla="*/ 551891 w 742391"/>
              <a:gd name="connsiteY2" fmla="*/ 91901 h 360983"/>
              <a:gd name="connsiteX3" fmla="*/ 623328 w 742391"/>
              <a:gd name="connsiteY3" fmla="*/ 79995 h 360983"/>
              <a:gd name="connsiteX4" fmla="*/ 742391 w 742391"/>
              <a:gd name="connsiteY4" fmla="*/ 206202 h 360983"/>
              <a:gd name="connsiteX5" fmla="*/ 685240 w 742391"/>
              <a:gd name="connsiteY5" fmla="*/ 356220 h 360983"/>
              <a:gd name="connsiteX6" fmla="*/ 589991 w 742391"/>
              <a:gd name="connsiteY6" fmla="*/ 360983 h 360983"/>
              <a:gd name="connsiteX7" fmla="*/ 649521 w 742391"/>
              <a:gd name="connsiteY7" fmla="*/ 296689 h 360983"/>
              <a:gd name="connsiteX8" fmla="*/ 578084 w 742391"/>
              <a:gd name="connsiteY8" fmla="*/ 268115 h 360983"/>
              <a:gd name="connsiteX9" fmla="*/ 528077 w 742391"/>
              <a:gd name="connsiteY9" fmla="*/ 194295 h 360983"/>
              <a:gd name="connsiteX10" fmla="*/ 413779 w 742391"/>
              <a:gd name="connsiteY10" fmla="*/ 153814 h 360983"/>
              <a:gd name="connsiteX11" fmla="*/ 292334 w 742391"/>
              <a:gd name="connsiteY11" fmla="*/ 118096 h 360983"/>
              <a:gd name="connsiteX12" fmla="*/ 256616 w 742391"/>
              <a:gd name="connsiteY12" fmla="*/ 79995 h 360983"/>
              <a:gd name="connsiteX13" fmla="*/ 189941 w 742391"/>
              <a:gd name="connsiteY13" fmla="*/ 91902 h 360983"/>
              <a:gd name="connsiteX14" fmla="*/ 244709 w 742391"/>
              <a:gd name="connsiteY14" fmla="*/ 208583 h 360983"/>
              <a:gd name="connsiteX15" fmla="*/ 158985 w 742391"/>
              <a:gd name="connsiteY15" fmla="*/ 189533 h 360983"/>
              <a:gd name="connsiteX16" fmla="*/ 137553 w 742391"/>
              <a:gd name="connsiteY16" fmla="*/ 137146 h 360983"/>
              <a:gd name="connsiteX17" fmla="*/ 61493 w 742391"/>
              <a:gd name="connsiteY17" fmla="*/ 166842 h 360983"/>
              <a:gd name="connsiteX18" fmla="*/ 0 w 742391"/>
              <a:gd name="connsiteY18" fmla="*/ 147792 h 360983"/>
              <a:gd name="connsiteX19" fmla="*/ 123825 w 742391"/>
              <a:gd name="connsiteY19" fmla="*/ 35718 h 360983"/>
              <a:gd name="connsiteX0" fmla="*/ 123825 w 742391"/>
              <a:gd name="connsiteY0" fmla="*/ 35718 h 360983"/>
              <a:gd name="connsiteX1" fmla="*/ 361530 w 742391"/>
              <a:gd name="connsiteY1" fmla="*/ 0 h 360983"/>
              <a:gd name="connsiteX2" fmla="*/ 551891 w 742391"/>
              <a:gd name="connsiteY2" fmla="*/ 91901 h 360983"/>
              <a:gd name="connsiteX3" fmla="*/ 623328 w 742391"/>
              <a:gd name="connsiteY3" fmla="*/ 79995 h 360983"/>
              <a:gd name="connsiteX4" fmla="*/ 742391 w 742391"/>
              <a:gd name="connsiteY4" fmla="*/ 206202 h 360983"/>
              <a:gd name="connsiteX5" fmla="*/ 728103 w 742391"/>
              <a:gd name="connsiteY5" fmla="*/ 227633 h 360983"/>
              <a:gd name="connsiteX6" fmla="*/ 685240 w 742391"/>
              <a:gd name="connsiteY6" fmla="*/ 356220 h 360983"/>
              <a:gd name="connsiteX7" fmla="*/ 589991 w 742391"/>
              <a:gd name="connsiteY7" fmla="*/ 360983 h 360983"/>
              <a:gd name="connsiteX8" fmla="*/ 649521 w 742391"/>
              <a:gd name="connsiteY8" fmla="*/ 296689 h 360983"/>
              <a:gd name="connsiteX9" fmla="*/ 578084 w 742391"/>
              <a:gd name="connsiteY9" fmla="*/ 268115 h 360983"/>
              <a:gd name="connsiteX10" fmla="*/ 528077 w 742391"/>
              <a:gd name="connsiteY10" fmla="*/ 194295 h 360983"/>
              <a:gd name="connsiteX11" fmla="*/ 413779 w 742391"/>
              <a:gd name="connsiteY11" fmla="*/ 153814 h 360983"/>
              <a:gd name="connsiteX12" fmla="*/ 292334 w 742391"/>
              <a:gd name="connsiteY12" fmla="*/ 118096 h 360983"/>
              <a:gd name="connsiteX13" fmla="*/ 256616 w 742391"/>
              <a:gd name="connsiteY13" fmla="*/ 79995 h 360983"/>
              <a:gd name="connsiteX14" fmla="*/ 189941 w 742391"/>
              <a:gd name="connsiteY14" fmla="*/ 91902 h 360983"/>
              <a:gd name="connsiteX15" fmla="*/ 244709 w 742391"/>
              <a:gd name="connsiteY15" fmla="*/ 208583 h 360983"/>
              <a:gd name="connsiteX16" fmla="*/ 158985 w 742391"/>
              <a:gd name="connsiteY16" fmla="*/ 189533 h 360983"/>
              <a:gd name="connsiteX17" fmla="*/ 137553 w 742391"/>
              <a:gd name="connsiteY17" fmla="*/ 137146 h 360983"/>
              <a:gd name="connsiteX18" fmla="*/ 61493 w 742391"/>
              <a:gd name="connsiteY18" fmla="*/ 166842 h 360983"/>
              <a:gd name="connsiteX19" fmla="*/ 0 w 742391"/>
              <a:gd name="connsiteY19" fmla="*/ 147792 h 360983"/>
              <a:gd name="connsiteX20" fmla="*/ 123825 w 742391"/>
              <a:gd name="connsiteY20" fmla="*/ 35718 h 360983"/>
              <a:gd name="connsiteX0" fmla="*/ 123825 w 863834"/>
              <a:gd name="connsiteY0" fmla="*/ 35718 h 360983"/>
              <a:gd name="connsiteX1" fmla="*/ 361530 w 863834"/>
              <a:gd name="connsiteY1" fmla="*/ 0 h 360983"/>
              <a:gd name="connsiteX2" fmla="*/ 551891 w 863834"/>
              <a:gd name="connsiteY2" fmla="*/ 91901 h 360983"/>
              <a:gd name="connsiteX3" fmla="*/ 623328 w 863834"/>
              <a:gd name="connsiteY3" fmla="*/ 79995 h 360983"/>
              <a:gd name="connsiteX4" fmla="*/ 742391 w 863834"/>
              <a:gd name="connsiteY4" fmla="*/ 206202 h 360983"/>
              <a:gd name="connsiteX5" fmla="*/ 863834 w 863834"/>
              <a:gd name="connsiteY5" fmla="*/ 270495 h 360983"/>
              <a:gd name="connsiteX6" fmla="*/ 685240 w 863834"/>
              <a:gd name="connsiteY6" fmla="*/ 356220 h 360983"/>
              <a:gd name="connsiteX7" fmla="*/ 589991 w 863834"/>
              <a:gd name="connsiteY7" fmla="*/ 360983 h 360983"/>
              <a:gd name="connsiteX8" fmla="*/ 649521 w 863834"/>
              <a:gd name="connsiteY8" fmla="*/ 296689 h 360983"/>
              <a:gd name="connsiteX9" fmla="*/ 578084 w 863834"/>
              <a:gd name="connsiteY9" fmla="*/ 268115 h 360983"/>
              <a:gd name="connsiteX10" fmla="*/ 528077 w 863834"/>
              <a:gd name="connsiteY10" fmla="*/ 194295 h 360983"/>
              <a:gd name="connsiteX11" fmla="*/ 413779 w 863834"/>
              <a:gd name="connsiteY11" fmla="*/ 153814 h 360983"/>
              <a:gd name="connsiteX12" fmla="*/ 292334 w 863834"/>
              <a:gd name="connsiteY12" fmla="*/ 118096 h 360983"/>
              <a:gd name="connsiteX13" fmla="*/ 256616 w 863834"/>
              <a:gd name="connsiteY13" fmla="*/ 79995 h 360983"/>
              <a:gd name="connsiteX14" fmla="*/ 189941 w 863834"/>
              <a:gd name="connsiteY14" fmla="*/ 91902 h 360983"/>
              <a:gd name="connsiteX15" fmla="*/ 244709 w 863834"/>
              <a:gd name="connsiteY15" fmla="*/ 208583 h 360983"/>
              <a:gd name="connsiteX16" fmla="*/ 158985 w 863834"/>
              <a:gd name="connsiteY16" fmla="*/ 189533 h 360983"/>
              <a:gd name="connsiteX17" fmla="*/ 137553 w 863834"/>
              <a:gd name="connsiteY17" fmla="*/ 137146 h 360983"/>
              <a:gd name="connsiteX18" fmla="*/ 61493 w 863834"/>
              <a:gd name="connsiteY18" fmla="*/ 166842 h 360983"/>
              <a:gd name="connsiteX19" fmla="*/ 0 w 863834"/>
              <a:gd name="connsiteY19" fmla="*/ 147792 h 360983"/>
              <a:gd name="connsiteX20" fmla="*/ 123825 w 863834"/>
              <a:gd name="connsiteY20" fmla="*/ 35718 h 360983"/>
              <a:gd name="connsiteX0" fmla="*/ 123825 w 863834"/>
              <a:gd name="connsiteY0" fmla="*/ 35718 h 360983"/>
              <a:gd name="connsiteX1" fmla="*/ 361530 w 863834"/>
              <a:gd name="connsiteY1" fmla="*/ 0 h 360983"/>
              <a:gd name="connsiteX2" fmla="*/ 551891 w 863834"/>
              <a:gd name="connsiteY2" fmla="*/ 91901 h 360983"/>
              <a:gd name="connsiteX3" fmla="*/ 623328 w 863834"/>
              <a:gd name="connsiteY3" fmla="*/ 79995 h 360983"/>
              <a:gd name="connsiteX4" fmla="*/ 742391 w 863834"/>
              <a:gd name="connsiteY4" fmla="*/ 206202 h 360983"/>
              <a:gd name="connsiteX5" fmla="*/ 863834 w 863834"/>
              <a:gd name="connsiteY5" fmla="*/ 270495 h 360983"/>
              <a:gd name="connsiteX6" fmla="*/ 832877 w 863834"/>
              <a:gd name="connsiteY6" fmla="*/ 282402 h 360983"/>
              <a:gd name="connsiteX7" fmla="*/ 685240 w 863834"/>
              <a:gd name="connsiteY7" fmla="*/ 356220 h 360983"/>
              <a:gd name="connsiteX8" fmla="*/ 589991 w 863834"/>
              <a:gd name="connsiteY8" fmla="*/ 360983 h 360983"/>
              <a:gd name="connsiteX9" fmla="*/ 649521 w 863834"/>
              <a:gd name="connsiteY9" fmla="*/ 296689 h 360983"/>
              <a:gd name="connsiteX10" fmla="*/ 578084 w 863834"/>
              <a:gd name="connsiteY10" fmla="*/ 268115 h 360983"/>
              <a:gd name="connsiteX11" fmla="*/ 528077 w 863834"/>
              <a:gd name="connsiteY11" fmla="*/ 194295 h 360983"/>
              <a:gd name="connsiteX12" fmla="*/ 413779 w 863834"/>
              <a:gd name="connsiteY12" fmla="*/ 153814 h 360983"/>
              <a:gd name="connsiteX13" fmla="*/ 292334 w 863834"/>
              <a:gd name="connsiteY13" fmla="*/ 118096 h 360983"/>
              <a:gd name="connsiteX14" fmla="*/ 256616 w 863834"/>
              <a:gd name="connsiteY14" fmla="*/ 79995 h 360983"/>
              <a:gd name="connsiteX15" fmla="*/ 189941 w 863834"/>
              <a:gd name="connsiteY15" fmla="*/ 91902 h 360983"/>
              <a:gd name="connsiteX16" fmla="*/ 244709 w 863834"/>
              <a:gd name="connsiteY16" fmla="*/ 208583 h 360983"/>
              <a:gd name="connsiteX17" fmla="*/ 158985 w 863834"/>
              <a:gd name="connsiteY17" fmla="*/ 189533 h 360983"/>
              <a:gd name="connsiteX18" fmla="*/ 137553 w 863834"/>
              <a:gd name="connsiteY18" fmla="*/ 137146 h 360983"/>
              <a:gd name="connsiteX19" fmla="*/ 61493 w 863834"/>
              <a:gd name="connsiteY19" fmla="*/ 166842 h 360983"/>
              <a:gd name="connsiteX20" fmla="*/ 0 w 863834"/>
              <a:gd name="connsiteY20" fmla="*/ 147792 h 360983"/>
              <a:gd name="connsiteX21" fmla="*/ 123825 w 863834"/>
              <a:gd name="connsiteY21" fmla="*/ 35718 h 360983"/>
              <a:gd name="connsiteX0" fmla="*/ 123825 w 935270"/>
              <a:gd name="connsiteY0" fmla="*/ 35718 h 360983"/>
              <a:gd name="connsiteX1" fmla="*/ 361530 w 935270"/>
              <a:gd name="connsiteY1" fmla="*/ 0 h 360983"/>
              <a:gd name="connsiteX2" fmla="*/ 551891 w 935270"/>
              <a:gd name="connsiteY2" fmla="*/ 91901 h 360983"/>
              <a:gd name="connsiteX3" fmla="*/ 623328 w 935270"/>
              <a:gd name="connsiteY3" fmla="*/ 79995 h 360983"/>
              <a:gd name="connsiteX4" fmla="*/ 742391 w 935270"/>
              <a:gd name="connsiteY4" fmla="*/ 206202 h 360983"/>
              <a:gd name="connsiteX5" fmla="*/ 863834 w 935270"/>
              <a:gd name="connsiteY5" fmla="*/ 270495 h 360983"/>
              <a:gd name="connsiteX6" fmla="*/ 935270 w 935270"/>
              <a:gd name="connsiteY6" fmla="*/ 330027 h 360983"/>
              <a:gd name="connsiteX7" fmla="*/ 685240 w 935270"/>
              <a:gd name="connsiteY7" fmla="*/ 356220 h 360983"/>
              <a:gd name="connsiteX8" fmla="*/ 589991 w 935270"/>
              <a:gd name="connsiteY8" fmla="*/ 360983 h 360983"/>
              <a:gd name="connsiteX9" fmla="*/ 649521 w 935270"/>
              <a:gd name="connsiteY9" fmla="*/ 296689 h 360983"/>
              <a:gd name="connsiteX10" fmla="*/ 578084 w 935270"/>
              <a:gd name="connsiteY10" fmla="*/ 268115 h 360983"/>
              <a:gd name="connsiteX11" fmla="*/ 528077 w 935270"/>
              <a:gd name="connsiteY11" fmla="*/ 194295 h 360983"/>
              <a:gd name="connsiteX12" fmla="*/ 413779 w 935270"/>
              <a:gd name="connsiteY12" fmla="*/ 153814 h 360983"/>
              <a:gd name="connsiteX13" fmla="*/ 292334 w 935270"/>
              <a:gd name="connsiteY13" fmla="*/ 118096 h 360983"/>
              <a:gd name="connsiteX14" fmla="*/ 256616 w 935270"/>
              <a:gd name="connsiteY14" fmla="*/ 79995 h 360983"/>
              <a:gd name="connsiteX15" fmla="*/ 189941 w 935270"/>
              <a:gd name="connsiteY15" fmla="*/ 91902 h 360983"/>
              <a:gd name="connsiteX16" fmla="*/ 244709 w 935270"/>
              <a:gd name="connsiteY16" fmla="*/ 208583 h 360983"/>
              <a:gd name="connsiteX17" fmla="*/ 158985 w 935270"/>
              <a:gd name="connsiteY17" fmla="*/ 189533 h 360983"/>
              <a:gd name="connsiteX18" fmla="*/ 137553 w 935270"/>
              <a:gd name="connsiteY18" fmla="*/ 137146 h 360983"/>
              <a:gd name="connsiteX19" fmla="*/ 61493 w 935270"/>
              <a:gd name="connsiteY19" fmla="*/ 166842 h 360983"/>
              <a:gd name="connsiteX20" fmla="*/ 0 w 935270"/>
              <a:gd name="connsiteY20" fmla="*/ 147792 h 360983"/>
              <a:gd name="connsiteX21" fmla="*/ 123825 w 935270"/>
              <a:gd name="connsiteY21" fmla="*/ 35718 h 360983"/>
              <a:gd name="connsiteX0" fmla="*/ 188539 w 999984"/>
              <a:gd name="connsiteY0" fmla="*/ 35718 h 360983"/>
              <a:gd name="connsiteX1" fmla="*/ 426244 w 999984"/>
              <a:gd name="connsiteY1" fmla="*/ 0 h 360983"/>
              <a:gd name="connsiteX2" fmla="*/ 616605 w 999984"/>
              <a:gd name="connsiteY2" fmla="*/ 91901 h 360983"/>
              <a:gd name="connsiteX3" fmla="*/ 688042 w 999984"/>
              <a:gd name="connsiteY3" fmla="*/ 79995 h 360983"/>
              <a:gd name="connsiteX4" fmla="*/ 807105 w 999984"/>
              <a:gd name="connsiteY4" fmla="*/ 206202 h 360983"/>
              <a:gd name="connsiteX5" fmla="*/ 928548 w 999984"/>
              <a:gd name="connsiteY5" fmla="*/ 270495 h 360983"/>
              <a:gd name="connsiteX6" fmla="*/ 999984 w 999984"/>
              <a:gd name="connsiteY6" fmla="*/ 330027 h 360983"/>
              <a:gd name="connsiteX7" fmla="*/ 749954 w 999984"/>
              <a:gd name="connsiteY7" fmla="*/ 356220 h 360983"/>
              <a:gd name="connsiteX8" fmla="*/ 654705 w 999984"/>
              <a:gd name="connsiteY8" fmla="*/ 360983 h 360983"/>
              <a:gd name="connsiteX9" fmla="*/ 714235 w 999984"/>
              <a:gd name="connsiteY9" fmla="*/ 296689 h 360983"/>
              <a:gd name="connsiteX10" fmla="*/ 642798 w 999984"/>
              <a:gd name="connsiteY10" fmla="*/ 268115 h 360983"/>
              <a:gd name="connsiteX11" fmla="*/ 592791 w 999984"/>
              <a:gd name="connsiteY11" fmla="*/ 194295 h 360983"/>
              <a:gd name="connsiteX12" fmla="*/ 478493 w 999984"/>
              <a:gd name="connsiteY12" fmla="*/ 153814 h 360983"/>
              <a:gd name="connsiteX13" fmla="*/ 357048 w 999984"/>
              <a:gd name="connsiteY13" fmla="*/ 118096 h 360983"/>
              <a:gd name="connsiteX14" fmla="*/ 321330 w 999984"/>
              <a:gd name="connsiteY14" fmla="*/ 79995 h 360983"/>
              <a:gd name="connsiteX15" fmla="*/ 254655 w 999984"/>
              <a:gd name="connsiteY15" fmla="*/ 91902 h 360983"/>
              <a:gd name="connsiteX16" fmla="*/ 309423 w 999984"/>
              <a:gd name="connsiteY16" fmla="*/ 208583 h 360983"/>
              <a:gd name="connsiteX17" fmla="*/ 223699 w 999984"/>
              <a:gd name="connsiteY17" fmla="*/ 189533 h 360983"/>
              <a:gd name="connsiteX18" fmla="*/ 202267 w 999984"/>
              <a:gd name="connsiteY18" fmla="*/ 137146 h 360983"/>
              <a:gd name="connsiteX19" fmla="*/ 0 w 999984"/>
              <a:gd name="connsiteY19" fmla="*/ 350198 h 360983"/>
              <a:gd name="connsiteX20" fmla="*/ 64714 w 999984"/>
              <a:gd name="connsiteY20" fmla="*/ 147792 h 360983"/>
              <a:gd name="connsiteX21" fmla="*/ 188539 w 999984"/>
              <a:gd name="connsiteY21" fmla="*/ 35718 h 360983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21330 w 999984"/>
              <a:gd name="connsiteY14" fmla="*/ 79995 h 389558"/>
              <a:gd name="connsiteX15" fmla="*/ 254655 w 999984"/>
              <a:gd name="connsiteY15" fmla="*/ 91902 h 389558"/>
              <a:gd name="connsiteX16" fmla="*/ 309423 w 999984"/>
              <a:gd name="connsiteY16" fmla="*/ 208583 h 389558"/>
              <a:gd name="connsiteX17" fmla="*/ 223699 w 999984"/>
              <a:gd name="connsiteY17" fmla="*/ 189533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21330 w 999984"/>
              <a:gd name="connsiteY14" fmla="*/ 79995 h 389558"/>
              <a:gd name="connsiteX15" fmla="*/ 254655 w 999984"/>
              <a:gd name="connsiteY15" fmla="*/ 91902 h 389558"/>
              <a:gd name="connsiteX16" fmla="*/ 309423 w 999984"/>
              <a:gd name="connsiteY16" fmla="*/ 208583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21330 w 999984"/>
              <a:gd name="connsiteY14" fmla="*/ 79995 h 389558"/>
              <a:gd name="connsiteX15" fmla="*/ 254655 w 999984"/>
              <a:gd name="connsiteY15" fmla="*/ 91902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21330 w 999984"/>
              <a:gd name="connsiteY14" fmla="*/ 79995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295136 w 999984"/>
              <a:gd name="connsiteY12" fmla="*/ 213345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211791 w 999984"/>
              <a:gd name="connsiteY11" fmla="*/ 196677 h 389558"/>
              <a:gd name="connsiteX12" fmla="*/ 295136 w 999984"/>
              <a:gd name="connsiteY12" fmla="*/ 213345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192741 w 999984"/>
              <a:gd name="connsiteY10" fmla="*/ 146671 h 389558"/>
              <a:gd name="connsiteX11" fmla="*/ 211791 w 999984"/>
              <a:gd name="connsiteY11" fmla="*/ 196677 h 389558"/>
              <a:gd name="connsiteX12" fmla="*/ 295136 w 999984"/>
              <a:gd name="connsiteY12" fmla="*/ 213345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430867 w 999984"/>
              <a:gd name="connsiteY9" fmla="*/ 75233 h 389558"/>
              <a:gd name="connsiteX10" fmla="*/ 192741 w 999984"/>
              <a:gd name="connsiteY10" fmla="*/ 146671 h 389558"/>
              <a:gd name="connsiteX11" fmla="*/ 211791 w 999984"/>
              <a:gd name="connsiteY11" fmla="*/ 196677 h 389558"/>
              <a:gd name="connsiteX12" fmla="*/ 295136 w 999984"/>
              <a:gd name="connsiteY12" fmla="*/ 213345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192741 w 999984"/>
              <a:gd name="connsiteY9" fmla="*/ 146671 h 389558"/>
              <a:gd name="connsiteX10" fmla="*/ 211791 w 999984"/>
              <a:gd name="connsiteY10" fmla="*/ 196677 h 389558"/>
              <a:gd name="connsiteX11" fmla="*/ 295136 w 999984"/>
              <a:gd name="connsiteY11" fmla="*/ 213345 h 389558"/>
              <a:gd name="connsiteX12" fmla="*/ 340379 w 999984"/>
              <a:gd name="connsiteY12" fmla="*/ 280021 h 389558"/>
              <a:gd name="connsiteX13" fmla="*/ 307043 w 999984"/>
              <a:gd name="connsiteY13" fmla="*/ 325264 h 389558"/>
              <a:gd name="connsiteX14" fmla="*/ 257036 w 999984"/>
              <a:gd name="connsiteY14" fmla="*/ 296690 h 389558"/>
              <a:gd name="connsiteX15" fmla="*/ 192741 w 999984"/>
              <a:gd name="connsiteY15" fmla="*/ 308595 h 389558"/>
              <a:gd name="connsiteX16" fmla="*/ 90349 w 999984"/>
              <a:gd name="connsiteY16" fmla="*/ 313358 h 389558"/>
              <a:gd name="connsiteX17" fmla="*/ 42724 w 999984"/>
              <a:gd name="connsiteY17" fmla="*/ 389558 h 389558"/>
              <a:gd name="connsiteX18" fmla="*/ 0 w 999984"/>
              <a:gd name="connsiteY18" fmla="*/ 350198 h 389558"/>
              <a:gd name="connsiteX19" fmla="*/ 64714 w 999984"/>
              <a:gd name="connsiteY19" fmla="*/ 147792 h 389558"/>
              <a:gd name="connsiteX20" fmla="*/ 188539 w 999984"/>
              <a:gd name="connsiteY20" fmla="*/ 35718 h 389558"/>
              <a:gd name="connsiteX0" fmla="*/ 188539 w 999984"/>
              <a:gd name="connsiteY0" fmla="*/ 0 h 353840"/>
              <a:gd name="connsiteX1" fmla="*/ 616605 w 999984"/>
              <a:gd name="connsiteY1" fmla="*/ 56183 h 353840"/>
              <a:gd name="connsiteX2" fmla="*/ 688042 w 999984"/>
              <a:gd name="connsiteY2" fmla="*/ 44277 h 353840"/>
              <a:gd name="connsiteX3" fmla="*/ 807105 w 999984"/>
              <a:gd name="connsiteY3" fmla="*/ 170484 h 353840"/>
              <a:gd name="connsiteX4" fmla="*/ 928548 w 999984"/>
              <a:gd name="connsiteY4" fmla="*/ 234777 h 353840"/>
              <a:gd name="connsiteX5" fmla="*/ 999984 w 999984"/>
              <a:gd name="connsiteY5" fmla="*/ 294309 h 353840"/>
              <a:gd name="connsiteX6" fmla="*/ 749954 w 999984"/>
              <a:gd name="connsiteY6" fmla="*/ 320502 h 353840"/>
              <a:gd name="connsiteX7" fmla="*/ 654705 w 999984"/>
              <a:gd name="connsiteY7" fmla="*/ 325265 h 353840"/>
              <a:gd name="connsiteX8" fmla="*/ 192741 w 999984"/>
              <a:gd name="connsiteY8" fmla="*/ 110953 h 353840"/>
              <a:gd name="connsiteX9" fmla="*/ 211791 w 999984"/>
              <a:gd name="connsiteY9" fmla="*/ 160959 h 353840"/>
              <a:gd name="connsiteX10" fmla="*/ 295136 w 999984"/>
              <a:gd name="connsiteY10" fmla="*/ 177627 h 353840"/>
              <a:gd name="connsiteX11" fmla="*/ 340379 w 999984"/>
              <a:gd name="connsiteY11" fmla="*/ 244303 h 353840"/>
              <a:gd name="connsiteX12" fmla="*/ 307043 w 999984"/>
              <a:gd name="connsiteY12" fmla="*/ 289546 h 353840"/>
              <a:gd name="connsiteX13" fmla="*/ 257036 w 999984"/>
              <a:gd name="connsiteY13" fmla="*/ 260972 h 353840"/>
              <a:gd name="connsiteX14" fmla="*/ 192741 w 999984"/>
              <a:gd name="connsiteY14" fmla="*/ 272877 h 353840"/>
              <a:gd name="connsiteX15" fmla="*/ 90349 w 999984"/>
              <a:gd name="connsiteY15" fmla="*/ 277640 h 353840"/>
              <a:gd name="connsiteX16" fmla="*/ 42724 w 999984"/>
              <a:gd name="connsiteY16" fmla="*/ 353840 h 353840"/>
              <a:gd name="connsiteX17" fmla="*/ 0 w 999984"/>
              <a:gd name="connsiteY17" fmla="*/ 314480 h 353840"/>
              <a:gd name="connsiteX18" fmla="*/ 64714 w 999984"/>
              <a:gd name="connsiteY18" fmla="*/ 112074 h 353840"/>
              <a:gd name="connsiteX19" fmla="*/ 188539 w 999984"/>
              <a:gd name="connsiteY19" fmla="*/ 0 h 353840"/>
              <a:gd name="connsiteX0" fmla="*/ 64714 w 999984"/>
              <a:gd name="connsiteY0" fmla="*/ 67797 h 309563"/>
              <a:gd name="connsiteX1" fmla="*/ 616605 w 999984"/>
              <a:gd name="connsiteY1" fmla="*/ 11906 h 309563"/>
              <a:gd name="connsiteX2" fmla="*/ 688042 w 999984"/>
              <a:gd name="connsiteY2" fmla="*/ 0 h 309563"/>
              <a:gd name="connsiteX3" fmla="*/ 807105 w 999984"/>
              <a:gd name="connsiteY3" fmla="*/ 126207 h 309563"/>
              <a:gd name="connsiteX4" fmla="*/ 928548 w 999984"/>
              <a:gd name="connsiteY4" fmla="*/ 190500 h 309563"/>
              <a:gd name="connsiteX5" fmla="*/ 999984 w 999984"/>
              <a:gd name="connsiteY5" fmla="*/ 250032 h 309563"/>
              <a:gd name="connsiteX6" fmla="*/ 749954 w 999984"/>
              <a:gd name="connsiteY6" fmla="*/ 276225 h 309563"/>
              <a:gd name="connsiteX7" fmla="*/ 654705 w 999984"/>
              <a:gd name="connsiteY7" fmla="*/ 280988 h 309563"/>
              <a:gd name="connsiteX8" fmla="*/ 192741 w 999984"/>
              <a:gd name="connsiteY8" fmla="*/ 66676 h 309563"/>
              <a:gd name="connsiteX9" fmla="*/ 211791 w 999984"/>
              <a:gd name="connsiteY9" fmla="*/ 116682 h 309563"/>
              <a:gd name="connsiteX10" fmla="*/ 295136 w 999984"/>
              <a:gd name="connsiteY10" fmla="*/ 133350 h 309563"/>
              <a:gd name="connsiteX11" fmla="*/ 340379 w 999984"/>
              <a:gd name="connsiteY11" fmla="*/ 200026 h 309563"/>
              <a:gd name="connsiteX12" fmla="*/ 307043 w 999984"/>
              <a:gd name="connsiteY12" fmla="*/ 245269 h 309563"/>
              <a:gd name="connsiteX13" fmla="*/ 257036 w 999984"/>
              <a:gd name="connsiteY13" fmla="*/ 216695 h 309563"/>
              <a:gd name="connsiteX14" fmla="*/ 192741 w 999984"/>
              <a:gd name="connsiteY14" fmla="*/ 228600 h 309563"/>
              <a:gd name="connsiteX15" fmla="*/ 90349 w 999984"/>
              <a:gd name="connsiteY15" fmla="*/ 233363 h 309563"/>
              <a:gd name="connsiteX16" fmla="*/ 42724 w 999984"/>
              <a:gd name="connsiteY16" fmla="*/ 309563 h 309563"/>
              <a:gd name="connsiteX17" fmla="*/ 0 w 999984"/>
              <a:gd name="connsiteY17" fmla="*/ 270203 h 309563"/>
              <a:gd name="connsiteX18" fmla="*/ 64714 w 999984"/>
              <a:gd name="connsiteY18" fmla="*/ 67797 h 309563"/>
              <a:gd name="connsiteX0" fmla="*/ 64714 w 999984"/>
              <a:gd name="connsiteY0" fmla="*/ 67797 h 309563"/>
              <a:gd name="connsiteX1" fmla="*/ 688042 w 999984"/>
              <a:gd name="connsiteY1" fmla="*/ 0 h 309563"/>
              <a:gd name="connsiteX2" fmla="*/ 807105 w 999984"/>
              <a:gd name="connsiteY2" fmla="*/ 126207 h 309563"/>
              <a:gd name="connsiteX3" fmla="*/ 928548 w 999984"/>
              <a:gd name="connsiteY3" fmla="*/ 190500 h 309563"/>
              <a:gd name="connsiteX4" fmla="*/ 999984 w 999984"/>
              <a:gd name="connsiteY4" fmla="*/ 250032 h 309563"/>
              <a:gd name="connsiteX5" fmla="*/ 749954 w 999984"/>
              <a:gd name="connsiteY5" fmla="*/ 276225 h 309563"/>
              <a:gd name="connsiteX6" fmla="*/ 654705 w 999984"/>
              <a:gd name="connsiteY6" fmla="*/ 280988 h 309563"/>
              <a:gd name="connsiteX7" fmla="*/ 192741 w 999984"/>
              <a:gd name="connsiteY7" fmla="*/ 66676 h 309563"/>
              <a:gd name="connsiteX8" fmla="*/ 211791 w 999984"/>
              <a:gd name="connsiteY8" fmla="*/ 116682 h 309563"/>
              <a:gd name="connsiteX9" fmla="*/ 295136 w 999984"/>
              <a:gd name="connsiteY9" fmla="*/ 133350 h 309563"/>
              <a:gd name="connsiteX10" fmla="*/ 340379 w 999984"/>
              <a:gd name="connsiteY10" fmla="*/ 200026 h 309563"/>
              <a:gd name="connsiteX11" fmla="*/ 307043 w 999984"/>
              <a:gd name="connsiteY11" fmla="*/ 245269 h 309563"/>
              <a:gd name="connsiteX12" fmla="*/ 257036 w 999984"/>
              <a:gd name="connsiteY12" fmla="*/ 216695 h 309563"/>
              <a:gd name="connsiteX13" fmla="*/ 192741 w 999984"/>
              <a:gd name="connsiteY13" fmla="*/ 228600 h 309563"/>
              <a:gd name="connsiteX14" fmla="*/ 90349 w 999984"/>
              <a:gd name="connsiteY14" fmla="*/ 233363 h 309563"/>
              <a:gd name="connsiteX15" fmla="*/ 42724 w 999984"/>
              <a:gd name="connsiteY15" fmla="*/ 309563 h 309563"/>
              <a:gd name="connsiteX16" fmla="*/ 0 w 999984"/>
              <a:gd name="connsiteY16" fmla="*/ 270203 h 309563"/>
              <a:gd name="connsiteX17" fmla="*/ 64714 w 999984"/>
              <a:gd name="connsiteY17" fmla="*/ 67797 h 309563"/>
              <a:gd name="connsiteX0" fmla="*/ 64714 w 999984"/>
              <a:gd name="connsiteY0" fmla="*/ 1121 h 242887"/>
              <a:gd name="connsiteX1" fmla="*/ 807105 w 999984"/>
              <a:gd name="connsiteY1" fmla="*/ 59531 h 242887"/>
              <a:gd name="connsiteX2" fmla="*/ 928548 w 999984"/>
              <a:gd name="connsiteY2" fmla="*/ 123824 h 242887"/>
              <a:gd name="connsiteX3" fmla="*/ 999984 w 999984"/>
              <a:gd name="connsiteY3" fmla="*/ 183356 h 242887"/>
              <a:gd name="connsiteX4" fmla="*/ 749954 w 999984"/>
              <a:gd name="connsiteY4" fmla="*/ 209549 h 242887"/>
              <a:gd name="connsiteX5" fmla="*/ 654705 w 999984"/>
              <a:gd name="connsiteY5" fmla="*/ 214312 h 242887"/>
              <a:gd name="connsiteX6" fmla="*/ 192741 w 999984"/>
              <a:gd name="connsiteY6" fmla="*/ 0 h 242887"/>
              <a:gd name="connsiteX7" fmla="*/ 211791 w 999984"/>
              <a:gd name="connsiteY7" fmla="*/ 50006 h 242887"/>
              <a:gd name="connsiteX8" fmla="*/ 295136 w 999984"/>
              <a:gd name="connsiteY8" fmla="*/ 66674 h 242887"/>
              <a:gd name="connsiteX9" fmla="*/ 340379 w 999984"/>
              <a:gd name="connsiteY9" fmla="*/ 133350 h 242887"/>
              <a:gd name="connsiteX10" fmla="*/ 307043 w 999984"/>
              <a:gd name="connsiteY10" fmla="*/ 178593 h 242887"/>
              <a:gd name="connsiteX11" fmla="*/ 257036 w 999984"/>
              <a:gd name="connsiteY11" fmla="*/ 150019 h 242887"/>
              <a:gd name="connsiteX12" fmla="*/ 192741 w 999984"/>
              <a:gd name="connsiteY12" fmla="*/ 161924 h 242887"/>
              <a:gd name="connsiteX13" fmla="*/ 90349 w 999984"/>
              <a:gd name="connsiteY13" fmla="*/ 166687 h 242887"/>
              <a:gd name="connsiteX14" fmla="*/ 42724 w 999984"/>
              <a:gd name="connsiteY14" fmla="*/ 242887 h 242887"/>
              <a:gd name="connsiteX15" fmla="*/ 0 w 999984"/>
              <a:gd name="connsiteY15" fmla="*/ 203527 h 242887"/>
              <a:gd name="connsiteX16" fmla="*/ 64714 w 999984"/>
              <a:gd name="connsiteY16" fmla="*/ 1121 h 242887"/>
              <a:gd name="connsiteX0" fmla="*/ 64714 w 999984"/>
              <a:gd name="connsiteY0" fmla="*/ 1121 h 242887"/>
              <a:gd name="connsiteX1" fmla="*/ 928548 w 999984"/>
              <a:gd name="connsiteY1" fmla="*/ 123824 h 242887"/>
              <a:gd name="connsiteX2" fmla="*/ 999984 w 999984"/>
              <a:gd name="connsiteY2" fmla="*/ 183356 h 242887"/>
              <a:gd name="connsiteX3" fmla="*/ 749954 w 999984"/>
              <a:gd name="connsiteY3" fmla="*/ 209549 h 242887"/>
              <a:gd name="connsiteX4" fmla="*/ 654705 w 999984"/>
              <a:gd name="connsiteY4" fmla="*/ 214312 h 242887"/>
              <a:gd name="connsiteX5" fmla="*/ 192741 w 999984"/>
              <a:gd name="connsiteY5" fmla="*/ 0 h 242887"/>
              <a:gd name="connsiteX6" fmla="*/ 211791 w 999984"/>
              <a:gd name="connsiteY6" fmla="*/ 50006 h 242887"/>
              <a:gd name="connsiteX7" fmla="*/ 295136 w 999984"/>
              <a:gd name="connsiteY7" fmla="*/ 66674 h 242887"/>
              <a:gd name="connsiteX8" fmla="*/ 340379 w 999984"/>
              <a:gd name="connsiteY8" fmla="*/ 133350 h 242887"/>
              <a:gd name="connsiteX9" fmla="*/ 307043 w 999984"/>
              <a:gd name="connsiteY9" fmla="*/ 178593 h 242887"/>
              <a:gd name="connsiteX10" fmla="*/ 257036 w 999984"/>
              <a:gd name="connsiteY10" fmla="*/ 150019 h 242887"/>
              <a:gd name="connsiteX11" fmla="*/ 192741 w 999984"/>
              <a:gd name="connsiteY11" fmla="*/ 161924 h 242887"/>
              <a:gd name="connsiteX12" fmla="*/ 90349 w 999984"/>
              <a:gd name="connsiteY12" fmla="*/ 166687 h 242887"/>
              <a:gd name="connsiteX13" fmla="*/ 42724 w 999984"/>
              <a:gd name="connsiteY13" fmla="*/ 242887 h 242887"/>
              <a:gd name="connsiteX14" fmla="*/ 0 w 999984"/>
              <a:gd name="connsiteY14" fmla="*/ 203527 h 242887"/>
              <a:gd name="connsiteX15" fmla="*/ 64714 w 999984"/>
              <a:gd name="connsiteY15" fmla="*/ 1121 h 242887"/>
              <a:gd name="connsiteX0" fmla="*/ 64714 w 999984"/>
              <a:gd name="connsiteY0" fmla="*/ 1121 h 242887"/>
              <a:gd name="connsiteX1" fmla="*/ 999984 w 999984"/>
              <a:gd name="connsiteY1" fmla="*/ 183356 h 242887"/>
              <a:gd name="connsiteX2" fmla="*/ 749954 w 999984"/>
              <a:gd name="connsiteY2" fmla="*/ 209549 h 242887"/>
              <a:gd name="connsiteX3" fmla="*/ 654705 w 999984"/>
              <a:gd name="connsiteY3" fmla="*/ 214312 h 242887"/>
              <a:gd name="connsiteX4" fmla="*/ 192741 w 999984"/>
              <a:gd name="connsiteY4" fmla="*/ 0 h 242887"/>
              <a:gd name="connsiteX5" fmla="*/ 211791 w 999984"/>
              <a:gd name="connsiteY5" fmla="*/ 50006 h 242887"/>
              <a:gd name="connsiteX6" fmla="*/ 295136 w 999984"/>
              <a:gd name="connsiteY6" fmla="*/ 66674 h 242887"/>
              <a:gd name="connsiteX7" fmla="*/ 340379 w 999984"/>
              <a:gd name="connsiteY7" fmla="*/ 133350 h 242887"/>
              <a:gd name="connsiteX8" fmla="*/ 307043 w 999984"/>
              <a:gd name="connsiteY8" fmla="*/ 178593 h 242887"/>
              <a:gd name="connsiteX9" fmla="*/ 257036 w 999984"/>
              <a:gd name="connsiteY9" fmla="*/ 150019 h 242887"/>
              <a:gd name="connsiteX10" fmla="*/ 192741 w 999984"/>
              <a:gd name="connsiteY10" fmla="*/ 161924 h 242887"/>
              <a:gd name="connsiteX11" fmla="*/ 90349 w 999984"/>
              <a:gd name="connsiteY11" fmla="*/ 166687 h 242887"/>
              <a:gd name="connsiteX12" fmla="*/ 42724 w 999984"/>
              <a:gd name="connsiteY12" fmla="*/ 242887 h 242887"/>
              <a:gd name="connsiteX13" fmla="*/ 0 w 999984"/>
              <a:gd name="connsiteY13" fmla="*/ 203527 h 242887"/>
              <a:gd name="connsiteX14" fmla="*/ 64714 w 999984"/>
              <a:gd name="connsiteY14" fmla="*/ 1121 h 242887"/>
              <a:gd name="connsiteX0" fmla="*/ 64714 w 749954"/>
              <a:gd name="connsiteY0" fmla="*/ 1121 h 242887"/>
              <a:gd name="connsiteX1" fmla="*/ 749954 w 749954"/>
              <a:gd name="connsiteY1" fmla="*/ 209549 h 242887"/>
              <a:gd name="connsiteX2" fmla="*/ 654705 w 749954"/>
              <a:gd name="connsiteY2" fmla="*/ 214312 h 242887"/>
              <a:gd name="connsiteX3" fmla="*/ 192741 w 749954"/>
              <a:gd name="connsiteY3" fmla="*/ 0 h 242887"/>
              <a:gd name="connsiteX4" fmla="*/ 211791 w 749954"/>
              <a:gd name="connsiteY4" fmla="*/ 50006 h 242887"/>
              <a:gd name="connsiteX5" fmla="*/ 295136 w 749954"/>
              <a:gd name="connsiteY5" fmla="*/ 66674 h 242887"/>
              <a:gd name="connsiteX6" fmla="*/ 340379 w 749954"/>
              <a:gd name="connsiteY6" fmla="*/ 133350 h 242887"/>
              <a:gd name="connsiteX7" fmla="*/ 307043 w 749954"/>
              <a:gd name="connsiteY7" fmla="*/ 178593 h 242887"/>
              <a:gd name="connsiteX8" fmla="*/ 257036 w 749954"/>
              <a:gd name="connsiteY8" fmla="*/ 150019 h 242887"/>
              <a:gd name="connsiteX9" fmla="*/ 192741 w 749954"/>
              <a:gd name="connsiteY9" fmla="*/ 161924 h 242887"/>
              <a:gd name="connsiteX10" fmla="*/ 90349 w 749954"/>
              <a:gd name="connsiteY10" fmla="*/ 166687 h 242887"/>
              <a:gd name="connsiteX11" fmla="*/ 42724 w 749954"/>
              <a:gd name="connsiteY11" fmla="*/ 242887 h 242887"/>
              <a:gd name="connsiteX12" fmla="*/ 0 w 749954"/>
              <a:gd name="connsiteY12" fmla="*/ 203527 h 242887"/>
              <a:gd name="connsiteX13" fmla="*/ 64714 w 749954"/>
              <a:gd name="connsiteY13" fmla="*/ 1121 h 242887"/>
              <a:gd name="connsiteX0" fmla="*/ 64714 w 654705"/>
              <a:gd name="connsiteY0" fmla="*/ 1121 h 242887"/>
              <a:gd name="connsiteX1" fmla="*/ 654705 w 654705"/>
              <a:gd name="connsiteY1" fmla="*/ 214312 h 242887"/>
              <a:gd name="connsiteX2" fmla="*/ 192741 w 654705"/>
              <a:gd name="connsiteY2" fmla="*/ 0 h 242887"/>
              <a:gd name="connsiteX3" fmla="*/ 211791 w 654705"/>
              <a:gd name="connsiteY3" fmla="*/ 50006 h 242887"/>
              <a:gd name="connsiteX4" fmla="*/ 295136 w 654705"/>
              <a:gd name="connsiteY4" fmla="*/ 66674 h 242887"/>
              <a:gd name="connsiteX5" fmla="*/ 340379 w 654705"/>
              <a:gd name="connsiteY5" fmla="*/ 133350 h 242887"/>
              <a:gd name="connsiteX6" fmla="*/ 307043 w 654705"/>
              <a:gd name="connsiteY6" fmla="*/ 178593 h 242887"/>
              <a:gd name="connsiteX7" fmla="*/ 257036 w 654705"/>
              <a:gd name="connsiteY7" fmla="*/ 150019 h 242887"/>
              <a:gd name="connsiteX8" fmla="*/ 192741 w 654705"/>
              <a:gd name="connsiteY8" fmla="*/ 161924 h 242887"/>
              <a:gd name="connsiteX9" fmla="*/ 90349 w 654705"/>
              <a:gd name="connsiteY9" fmla="*/ 166687 h 242887"/>
              <a:gd name="connsiteX10" fmla="*/ 42724 w 654705"/>
              <a:gd name="connsiteY10" fmla="*/ 242887 h 242887"/>
              <a:gd name="connsiteX11" fmla="*/ 0 w 654705"/>
              <a:gd name="connsiteY11" fmla="*/ 203527 h 242887"/>
              <a:gd name="connsiteX12" fmla="*/ 64714 w 654705"/>
              <a:gd name="connsiteY12" fmla="*/ 1121 h 242887"/>
              <a:gd name="connsiteX0" fmla="*/ 64714 w 340379"/>
              <a:gd name="connsiteY0" fmla="*/ 1121 h 242887"/>
              <a:gd name="connsiteX1" fmla="*/ 192741 w 340379"/>
              <a:gd name="connsiteY1" fmla="*/ 0 h 242887"/>
              <a:gd name="connsiteX2" fmla="*/ 211791 w 340379"/>
              <a:gd name="connsiteY2" fmla="*/ 50006 h 242887"/>
              <a:gd name="connsiteX3" fmla="*/ 295136 w 340379"/>
              <a:gd name="connsiteY3" fmla="*/ 66674 h 242887"/>
              <a:gd name="connsiteX4" fmla="*/ 340379 w 340379"/>
              <a:gd name="connsiteY4" fmla="*/ 133350 h 242887"/>
              <a:gd name="connsiteX5" fmla="*/ 307043 w 340379"/>
              <a:gd name="connsiteY5" fmla="*/ 178593 h 242887"/>
              <a:gd name="connsiteX6" fmla="*/ 257036 w 340379"/>
              <a:gd name="connsiteY6" fmla="*/ 150019 h 242887"/>
              <a:gd name="connsiteX7" fmla="*/ 192741 w 340379"/>
              <a:gd name="connsiteY7" fmla="*/ 161924 h 242887"/>
              <a:gd name="connsiteX8" fmla="*/ 90349 w 340379"/>
              <a:gd name="connsiteY8" fmla="*/ 166687 h 242887"/>
              <a:gd name="connsiteX9" fmla="*/ 42724 w 340379"/>
              <a:gd name="connsiteY9" fmla="*/ 242887 h 242887"/>
              <a:gd name="connsiteX10" fmla="*/ 0 w 340379"/>
              <a:gd name="connsiteY10" fmla="*/ 203527 h 242887"/>
              <a:gd name="connsiteX11" fmla="*/ 64714 w 340379"/>
              <a:gd name="connsiteY11" fmla="*/ 1121 h 242887"/>
              <a:gd name="connsiteX0" fmla="*/ 397 w 340379"/>
              <a:gd name="connsiteY0" fmla="*/ 1121 h 242887"/>
              <a:gd name="connsiteX1" fmla="*/ 192741 w 340379"/>
              <a:gd name="connsiteY1" fmla="*/ 0 h 242887"/>
              <a:gd name="connsiteX2" fmla="*/ 211791 w 340379"/>
              <a:gd name="connsiteY2" fmla="*/ 50006 h 242887"/>
              <a:gd name="connsiteX3" fmla="*/ 295136 w 340379"/>
              <a:gd name="connsiteY3" fmla="*/ 66674 h 242887"/>
              <a:gd name="connsiteX4" fmla="*/ 340379 w 340379"/>
              <a:gd name="connsiteY4" fmla="*/ 133350 h 242887"/>
              <a:gd name="connsiteX5" fmla="*/ 307043 w 340379"/>
              <a:gd name="connsiteY5" fmla="*/ 178593 h 242887"/>
              <a:gd name="connsiteX6" fmla="*/ 257036 w 340379"/>
              <a:gd name="connsiteY6" fmla="*/ 150019 h 242887"/>
              <a:gd name="connsiteX7" fmla="*/ 192741 w 340379"/>
              <a:gd name="connsiteY7" fmla="*/ 161924 h 242887"/>
              <a:gd name="connsiteX8" fmla="*/ 90349 w 340379"/>
              <a:gd name="connsiteY8" fmla="*/ 166687 h 242887"/>
              <a:gd name="connsiteX9" fmla="*/ 42724 w 340379"/>
              <a:gd name="connsiteY9" fmla="*/ 242887 h 242887"/>
              <a:gd name="connsiteX10" fmla="*/ 0 w 340379"/>
              <a:gd name="connsiteY10" fmla="*/ 203527 h 242887"/>
              <a:gd name="connsiteX11" fmla="*/ 397 w 340379"/>
              <a:gd name="connsiteY11" fmla="*/ 1121 h 242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0379" h="242887">
                <a:moveTo>
                  <a:pt x="397" y="1121"/>
                </a:moveTo>
                <a:lnTo>
                  <a:pt x="192741" y="0"/>
                </a:lnTo>
                <a:lnTo>
                  <a:pt x="211791" y="50006"/>
                </a:lnTo>
                <a:lnTo>
                  <a:pt x="295136" y="66674"/>
                </a:lnTo>
                <a:lnTo>
                  <a:pt x="340379" y="133350"/>
                </a:lnTo>
                <a:lnTo>
                  <a:pt x="307043" y="178593"/>
                </a:lnTo>
                <a:lnTo>
                  <a:pt x="257036" y="150019"/>
                </a:lnTo>
                <a:lnTo>
                  <a:pt x="192741" y="161924"/>
                </a:lnTo>
                <a:lnTo>
                  <a:pt x="90349" y="166687"/>
                </a:lnTo>
                <a:lnTo>
                  <a:pt x="42724" y="242887"/>
                </a:lnTo>
                <a:lnTo>
                  <a:pt x="0" y="203527"/>
                </a:lnTo>
                <a:cubicBezTo>
                  <a:pt x="132" y="136058"/>
                  <a:pt x="265" y="68590"/>
                  <a:pt x="397" y="1121"/>
                </a:cubicBezTo>
                <a:close/>
              </a:path>
            </a:pathLst>
          </a:custGeom>
          <a:solidFill>
            <a:srgbClr val="8E0000"/>
          </a:solidFill>
          <a:ln w="127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latin typeface="Geomanist" panose="02000503000000020004" pitchFamily="50" charset="0"/>
            </a:endParaRPr>
          </a:p>
        </p:txBody>
      </p:sp>
      <p:sp>
        <p:nvSpPr>
          <p:cNvPr id="6242" name="Rectángulo 63">
            <a:extLst>
              <a:ext uri="{FF2B5EF4-FFF2-40B4-BE49-F238E27FC236}">
                <a16:creationId xmlns:a16="http://schemas.microsoft.com/office/drawing/2014/main" id="{C5ED4D83-80EA-1BB8-BEA8-1D822BAA7892}"/>
              </a:ext>
            </a:extLst>
          </p:cNvPr>
          <p:cNvSpPr/>
          <p:nvPr/>
        </p:nvSpPr>
        <p:spPr>
          <a:xfrm>
            <a:off x="5114928" y="5353048"/>
            <a:ext cx="711559" cy="1245198"/>
          </a:xfrm>
          <a:custGeom>
            <a:avLst/>
            <a:gdLst>
              <a:gd name="connsiteX0" fmla="*/ 0 w 1111624"/>
              <a:gd name="connsiteY0" fmla="*/ 0 h 407348"/>
              <a:gd name="connsiteX1" fmla="*/ 1111624 w 1111624"/>
              <a:gd name="connsiteY1" fmla="*/ 0 h 407348"/>
              <a:gd name="connsiteX2" fmla="*/ 1111624 w 1111624"/>
              <a:gd name="connsiteY2" fmla="*/ 407348 h 407348"/>
              <a:gd name="connsiteX3" fmla="*/ 0 w 1111624"/>
              <a:gd name="connsiteY3" fmla="*/ 407348 h 407348"/>
              <a:gd name="connsiteX4" fmla="*/ 0 w 1111624"/>
              <a:gd name="connsiteY4" fmla="*/ 0 h 407348"/>
              <a:gd name="connsiteX0" fmla="*/ 202406 w 1111624"/>
              <a:gd name="connsiteY0" fmla="*/ 11906 h 407348"/>
              <a:gd name="connsiteX1" fmla="*/ 1111624 w 1111624"/>
              <a:gd name="connsiteY1" fmla="*/ 0 h 407348"/>
              <a:gd name="connsiteX2" fmla="*/ 1111624 w 1111624"/>
              <a:gd name="connsiteY2" fmla="*/ 407348 h 407348"/>
              <a:gd name="connsiteX3" fmla="*/ 0 w 1111624"/>
              <a:gd name="connsiteY3" fmla="*/ 407348 h 407348"/>
              <a:gd name="connsiteX4" fmla="*/ 202406 w 1111624"/>
              <a:gd name="connsiteY4" fmla="*/ 11906 h 407348"/>
              <a:gd name="connsiteX0" fmla="*/ 123825 w 1033043"/>
              <a:gd name="connsiteY0" fmla="*/ 11906 h 407348"/>
              <a:gd name="connsiteX1" fmla="*/ 1033043 w 1033043"/>
              <a:gd name="connsiteY1" fmla="*/ 0 h 407348"/>
              <a:gd name="connsiteX2" fmla="*/ 1033043 w 1033043"/>
              <a:gd name="connsiteY2" fmla="*/ 407348 h 407348"/>
              <a:gd name="connsiteX3" fmla="*/ 0 w 1033043"/>
              <a:gd name="connsiteY3" fmla="*/ 123980 h 407348"/>
              <a:gd name="connsiteX4" fmla="*/ 123825 w 1033043"/>
              <a:gd name="connsiteY4" fmla="*/ 11906 h 407348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61493 w 1033043"/>
              <a:gd name="connsiteY2" fmla="*/ 143030 h 143030"/>
              <a:gd name="connsiteX3" fmla="*/ 0 w 1033043"/>
              <a:gd name="connsiteY3" fmla="*/ 123980 h 143030"/>
              <a:gd name="connsiteX4" fmla="*/ 123825 w 1033043"/>
              <a:gd name="connsiteY4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297097 w 1033043"/>
              <a:gd name="connsiteY2" fmla="*/ 101427 h 143030"/>
              <a:gd name="connsiteX3" fmla="*/ 61493 w 1033043"/>
              <a:gd name="connsiteY3" fmla="*/ 143030 h 143030"/>
              <a:gd name="connsiteX4" fmla="*/ 0 w 1033043"/>
              <a:gd name="connsiteY4" fmla="*/ 123980 h 143030"/>
              <a:gd name="connsiteX5" fmla="*/ 123825 w 1033043"/>
              <a:gd name="connsiteY5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189940 w 1033043"/>
              <a:gd name="connsiteY2" fmla="*/ 87140 h 143030"/>
              <a:gd name="connsiteX3" fmla="*/ 61493 w 1033043"/>
              <a:gd name="connsiteY3" fmla="*/ 143030 h 143030"/>
              <a:gd name="connsiteX4" fmla="*/ 0 w 1033043"/>
              <a:gd name="connsiteY4" fmla="*/ 123980 h 143030"/>
              <a:gd name="connsiteX5" fmla="*/ 123825 w 1033043"/>
              <a:gd name="connsiteY5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137553 w 1033043"/>
              <a:gd name="connsiteY2" fmla="*/ 113334 h 143030"/>
              <a:gd name="connsiteX3" fmla="*/ 61493 w 1033043"/>
              <a:gd name="connsiteY3" fmla="*/ 143030 h 143030"/>
              <a:gd name="connsiteX4" fmla="*/ 0 w 1033043"/>
              <a:gd name="connsiteY4" fmla="*/ 123980 h 143030"/>
              <a:gd name="connsiteX5" fmla="*/ 123825 w 1033043"/>
              <a:gd name="connsiteY5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258997 w 1033043"/>
              <a:gd name="connsiteY2" fmla="*/ 96665 h 143030"/>
              <a:gd name="connsiteX3" fmla="*/ 137553 w 1033043"/>
              <a:gd name="connsiteY3" fmla="*/ 113334 h 143030"/>
              <a:gd name="connsiteX4" fmla="*/ 61493 w 1033043"/>
              <a:gd name="connsiteY4" fmla="*/ 143030 h 143030"/>
              <a:gd name="connsiteX5" fmla="*/ 0 w 1033043"/>
              <a:gd name="connsiteY5" fmla="*/ 123980 h 143030"/>
              <a:gd name="connsiteX6" fmla="*/ 123825 w 1033043"/>
              <a:gd name="connsiteY6" fmla="*/ 11906 h 143030"/>
              <a:gd name="connsiteX0" fmla="*/ 123825 w 1033043"/>
              <a:gd name="connsiteY0" fmla="*/ 11906 h 165721"/>
              <a:gd name="connsiteX1" fmla="*/ 1033043 w 1033043"/>
              <a:gd name="connsiteY1" fmla="*/ 0 h 165721"/>
              <a:gd name="connsiteX2" fmla="*/ 158985 w 1033043"/>
              <a:gd name="connsiteY2" fmla="*/ 165721 h 165721"/>
              <a:gd name="connsiteX3" fmla="*/ 137553 w 1033043"/>
              <a:gd name="connsiteY3" fmla="*/ 113334 h 165721"/>
              <a:gd name="connsiteX4" fmla="*/ 61493 w 1033043"/>
              <a:gd name="connsiteY4" fmla="*/ 143030 h 165721"/>
              <a:gd name="connsiteX5" fmla="*/ 0 w 1033043"/>
              <a:gd name="connsiteY5" fmla="*/ 123980 h 165721"/>
              <a:gd name="connsiteX6" fmla="*/ 123825 w 1033043"/>
              <a:gd name="connsiteY6" fmla="*/ 11906 h 165721"/>
              <a:gd name="connsiteX0" fmla="*/ 123825 w 1033043"/>
              <a:gd name="connsiteY0" fmla="*/ 11906 h 165721"/>
              <a:gd name="connsiteX1" fmla="*/ 1033043 w 1033043"/>
              <a:gd name="connsiteY1" fmla="*/ 0 h 165721"/>
              <a:gd name="connsiteX2" fmla="*/ 349484 w 1033043"/>
              <a:gd name="connsiteY2" fmla="*/ 132383 h 165721"/>
              <a:gd name="connsiteX3" fmla="*/ 158985 w 1033043"/>
              <a:gd name="connsiteY3" fmla="*/ 165721 h 165721"/>
              <a:gd name="connsiteX4" fmla="*/ 137553 w 1033043"/>
              <a:gd name="connsiteY4" fmla="*/ 113334 h 165721"/>
              <a:gd name="connsiteX5" fmla="*/ 61493 w 1033043"/>
              <a:gd name="connsiteY5" fmla="*/ 143030 h 165721"/>
              <a:gd name="connsiteX6" fmla="*/ 0 w 1033043"/>
              <a:gd name="connsiteY6" fmla="*/ 123980 h 165721"/>
              <a:gd name="connsiteX7" fmla="*/ 123825 w 1033043"/>
              <a:gd name="connsiteY7" fmla="*/ 11906 h 16572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244709 w 1033043"/>
              <a:gd name="connsiteY2" fmla="*/ 184771 h 184771"/>
              <a:gd name="connsiteX3" fmla="*/ 158985 w 1033043"/>
              <a:gd name="connsiteY3" fmla="*/ 165721 h 184771"/>
              <a:gd name="connsiteX4" fmla="*/ 137553 w 1033043"/>
              <a:gd name="connsiteY4" fmla="*/ 113334 h 184771"/>
              <a:gd name="connsiteX5" fmla="*/ 61493 w 1033043"/>
              <a:gd name="connsiteY5" fmla="*/ 143030 h 184771"/>
              <a:gd name="connsiteX6" fmla="*/ 0 w 1033043"/>
              <a:gd name="connsiteY6" fmla="*/ 123980 h 184771"/>
              <a:gd name="connsiteX7" fmla="*/ 123825 w 1033043"/>
              <a:gd name="connsiteY7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375678 w 1033043"/>
              <a:gd name="connsiteY2" fmla="*/ 156196 h 184771"/>
              <a:gd name="connsiteX3" fmla="*/ 244709 w 1033043"/>
              <a:gd name="connsiteY3" fmla="*/ 184771 h 184771"/>
              <a:gd name="connsiteX4" fmla="*/ 158985 w 1033043"/>
              <a:gd name="connsiteY4" fmla="*/ 165721 h 184771"/>
              <a:gd name="connsiteX5" fmla="*/ 137553 w 1033043"/>
              <a:gd name="connsiteY5" fmla="*/ 113334 h 184771"/>
              <a:gd name="connsiteX6" fmla="*/ 61493 w 1033043"/>
              <a:gd name="connsiteY6" fmla="*/ 143030 h 184771"/>
              <a:gd name="connsiteX7" fmla="*/ 0 w 1033043"/>
              <a:gd name="connsiteY7" fmla="*/ 123980 h 184771"/>
              <a:gd name="connsiteX8" fmla="*/ 123825 w 1033043"/>
              <a:gd name="connsiteY8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189941 w 1033043"/>
              <a:gd name="connsiteY2" fmla="*/ 68090 h 184771"/>
              <a:gd name="connsiteX3" fmla="*/ 244709 w 1033043"/>
              <a:gd name="connsiteY3" fmla="*/ 184771 h 184771"/>
              <a:gd name="connsiteX4" fmla="*/ 158985 w 1033043"/>
              <a:gd name="connsiteY4" fmla="*/ 165721 h 184771"/>
              <a:gd name="connsiteX5" fmla="*/ 137553 w 1033043"/>
              <a:gd name="connsiteY5" fmla="*/ 113334 h 184771"/>
              <a:gd name="connsiteX6" fmla="*/ 61493 w 1033043"/>
              <a:gd name="connsiteY6" fmla="*/ 143030 h 184771"/>
              <a:gd name="connsiteX7" fmla="*/ 0 w 1033043"/>
              <a:gd name="connsiteY7" fmla="*/ 123980 h 184771"/>
              <a:gd name="connsiteX8" fmla="*/ 123825 w 1033043"/>
              <a:gd name="connsiteY8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423303 w 1033043"/>
              <a:gd name="connsiteY2" fmla="*/ 46658 h 184771"/>
              <a:gd name="connsiteX3" fmla="*/ 189941 w 1033043"/>
              <a:gd name="connsiteY3" fmla="*/ 68090 h 184771"/>
              <a:gd name="connsiteX4" fmla="*/ 244709 w 1033043"/>
              <a:gd name="connsiteY4" fmla="*/ 184771 h 184771"/>
              <a:gd name="connsiteX5" fmla="*/ 158985 w 1033043"/>
              <a:gd name="connsiteY5" fmla="*/ 165721 h 184771"/>
              <a:gd name="connsiteX6" fmla="*/ 137553 w 1033043"/>
              <a:gd name="connsiteY6" fmla="*/ 113334 h 184771"/>
              <a:gd name="connsiteX7" fmla="*/ 61493 w 1033043"/>
              <a:gd name="connsiteY7" fmla="*/ 143030 h 184771"/>
              <a:gd name="connsiteX8" fmla="*/ 0 w 1033043"/>
              <a:gd name="connsiteY8" fmla="*/ 123980 h 184771"/>
              <a:gd name="connsiteX9" fmla="*/ 123825 w 1033043"/>
              <a:gd name="connsiteY9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256616 w 1033043"/>
              <a:gd name="connsiteY2" fmla="*/ 56183 h 184771"/>
              <a:gd name="connsiteX3" fmla="*/ 189941 w 1033043"/>
              <a:gd name="connsiteY3" fmla="*/ 68090 h 184771"/>
              <a:gd name="connsiteX4" fmla="*/ 244709 w 1033043"/>
              <a:gd name="connsiteY4" fmla="*/ 184771 h 184771"/>
              <a:gd name="connsiteX5" fmla="*/ 158985 w 1033043"/>
              <a:gd name="connsiteY5" fmla="*/ 165721 h 184771"/>
              <a:gd name="connsiteX6" fmla="*/ 137553 w 1033043"/>
              <a:gd name="connsiteY6" fmla="*/ 113334 h 184771"/>
              <a:gd name="connsiteX7" fmla="*/ 61493 w 1033043"/>
              <a:gd name="connsiteY7" fmla="*/ 143030 h 184771"/>
              <a:gd name="connsiteX8" fmla="*/ 0 w 1033043"/>
              <a:gd name="connsiteY8" fmla="*/ 123980 h 184771"/>
              <a:gd name="connsiteX9" fmla="*/ 123825 w 1033043"/>
              <a:gd name="connsiteY9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330434 w 1033043"/>
              <a:gd name="connsiteY2" fmla="*/ 53802 h 184771"/>
              <a:gd name="connsiteX3" fmla="*/ 256616 w 1033043"/>
              <a:gd name="connsiteY3" fmla="*/ 56183 h 184771"/>
              <a:gd name="connsiteX4" fmla="*/ 189941 w 1033043"/>
              <a:gd name="connsiteY4" fmla="*/ 68090 h 184771"/>
              <a:gd name="connsiteX5" fmla="*/ 244709 w 1033043"/>
              <a:gd name="connsiteY5" fmla="*/ 184771 h 184771"/>
              <a:gd name="connsiteX6" fmla="*/ 158985 w 1033043"/>
              <a:gd name="connsiteY6" fmla="*/ 165721 h 184771"/>
              <a:gd name="connsiteX7" fmla="*/ 137553 w 1033043"/>
              <a:gd name="connsiteY7" fmla="*/ 113334 h 184771"/>
              <a:gd name="connsiteX8" fmla="*/ 61493 w 1033043"/>
              <a:gd name="connsiteY8" fmla="*/ 143030 h 184771"/>
              <a:gd name="connsiteX9" fmla="*/ 0 w 1033043"/>
              <a:gd name="connsiteY9" fmla="*/ 123980 h 184771"/>
              <a:gd name="connsiteX10" fmla="*/ 123825 w 1033043"/>
              <a:gd name="connsiteY10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292334 w 1033043"/>
              <a:gd name="connsiteY2" fmla="*/ 94284 h 184771"/>
              <a:gd name="connsiteX3" fmla="*/ 256616 w 1033043"/>
              <a:gd name="connsiteY3" fmla="*/ 56183 h 184771"/>
              <a:gd name="connsiteX4" fmla="*/ 189941 w 1033043"/>
              <a:gd name="connsiteY4" fmla="*/ 68090 h 184771"/>
              <a:gd name="connsiteX5" fmla="*/ 244709 w 1033043"/>
              <a:gd name="connsiteY5" fmla="*/ 184771 h 184771"/>
              <a:gd name="connsiteX6" fmla="*/ 158985 w 1033043"/>
              <a:gd name="connsiteY6" fmla="*/ 165721 h 184771"/>
              <a:gd name="connsiteX7" fmla="*/ 137553 w 1033043"/>
              <a:gd name="connsiteY7" fmla="*/ 113334 h 184771"/>
              <a:gd name="connsiteX8" fmla="*/ 61493 w 1033043"/>
              <a:gd name="connsiteY8" fmla="*/ 143030 h 184771"/>
              <a:gd name="connsiteX9" fmla="*/ 0 w 1033043"/>
              <a:gd name="connsiteY9" fmla="*/ 123980 h 184771"/>
              <a:gd name="connsiteX10" fmla="*/ 123825 w 1033043"/>
              <a:gd name="connsiteY10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449497 w 1033043"/>
              <a:gd name="connsiteY2" fmla="*/ 75233 h 184771"/>
              <a:gd name="connsiteX3" fmla="*/ 292334 w 1033043"/>
              <a:gd name="connsiteY3" fmla="*/ 94284 h 184771"/>
              <a:gd name="connsiteX4" fmla="*/ 256616 w 1033043"/>
              <a:gd name="connsiteY4" fmla="*/ 56183 h 184771"/>
              <a:gd name="connsiteX5" fmla="*/ 189941 w 1033043"/>
              <a:gd name="connsiteY5" fmla="*/ 68090 h 184771"/>
              <a:gd name="connsiteX6" fmla="*/ 244709 w 1033043"/>
              <a:gd name="connsiteY6" fmla="*/ 184771 h 184771"/>
              <a:gd name="connsiteX7" fmla="*/ 158985 w 1033043"/>
              <a:gd name="connsiteY7" fmla="*/ 165721 h 184771"/>
              <a:gd name="connsiteX8" fmla="*/ 137553 w 1033043"/>
              <a:gd name="connsiteY8" fmla="*/ 113334 h 184771"/>
              <a:gd name="connsiteX9" fmla="*/ 61493 w 1033043"/>
              <a:gd name="connsiteY9" fmla="*/ 143030 h 184771"/>
              <a:gd name="connsiteX10" fmla="*/ 0 w 1033043"/>
              <a:gd name="connsiteY10" fmla="*/ 123980 h 184771"/>
              <a:gd name="connsiteX11" fmla="*/ 123825 w 1033043"/>
              <a:gd name="connsiteY11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413779 w 1033043"/>
              <a:gd name="connsiteY2" fmla="*/ 130002 h 184771"/>
              <a:gd name="connsiteX3" fmla="*/ 292334 w 1033043"/>
              <a:gd name="connsiteY3" fmla="*/ 94284 h 184771"/>
              <a:gd name="connsiteX4" fmla="*/ 256616 w 1033043"/>
              <a:gd name="connsiteY4" fmla="*/ 56183 h 184771"/>
              <a:gd name="connsiteX5" fmla="*/ 189941 w 1033043"/>
              <a:gd name="connsiteY5" fmla="*/ 68090 h 184771"/>
              <a:gd name="connsiteX6" fmla="*/ 244709 w 1033043"/>
              <a:gd name="connsiteY6" fmla="*/ 184771 h 184771"/>
              <a:gd name="connsiteX7" fmla="*/ 158985 w 1033043"/>
              <a:gd name="connsiteY7" fmla="*/ 165721 h 184771"/>
              <a:gd name="connsiteX8" fmla="*/ 137553 w 1033043"/>
              <a:gd name="connsiteY8" fmla="*/ 113334 h 184771"/>
              <a:gd name="connsiteX9" fmla="*/ 61493 w 1033043"/>
              <a:gd name="connsiteY9" fmla="*/ 143030 h 184771"/>
              <a:gd name="connsiteX10" fmla="*/ 0 w 1033043"/>
              <a:gd name="connsiteY10" fmla="*/ 123980 h 184771"/>
              <a:gd name="connsiteX11" fmla="*/ 123825 w 1033043"/>
              <a:gd name="connsiteY11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513790 w 1033043"/>
              <a:gd name="connsiteY2" fmla="*/ 108571 h 184771"/>
              <a:gd name="connsiteX3" fmla="*/ 413779 w 1033043"/>
              <a:gd name="connsiteY3" fmla="*/ 130002 h 184771"/>
              <a:gd name="connsiteX4" fmla="*/ 292334 w 1033043"/>
              <a:gd name="connsiteY4" fmla="*/ 94284 h 184771"/>
              <a:gd name="connsiteX5" fmla="*/ 256616 w 1033043"/>
              <a:gd name="connsiteY5" fmla="*/ 56183 h 184771"/>
              <a:gd name="connsiteX6" fmla="*/ 189941 w 1033043"/>
              <a:gd name="connsiteY6" fmla="*/ 68090 h 184771"/>
              <a:gd name="connsiteX7" fmla="*/ 244709 w 1033043"/>
              <a:gd name="connsiteY7" fmla="*/ 184771 h 184771"/>
              <a:gd name="connsiteX8" fmla="*/ 158985 w 1033043"/>
              <a:gd name="connsiteY8" fmla="*/ 165721 h 184771"/>
              <a:gd name="connsiteX9" fmla="*/ 137553 w 1033043"/>
              <a:gd name="connsiteY9" fmla="*/ 113334 h 184771"/>
              <a:gd name="connsiteX10" fmla="*/ 61493 w 1033043"/>
              <a:gd name="connsiteY10" fmla="*/ 143030 h 184771"/>
              <a:gd name="connsiteX11" fmla="*/ 0 w 1033043"/>
              <a:gd name="connsiteY11" fmla="*/ 123980 h 184771"/>
              <a:gd name="connsiteX12" fmla="*/ 123825 w 1033043"/>
              <a:gd name="connsiteY12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528077 w 1033043"/>
              <a:gd name="connsiteY2" fmla="*/ 170483 h 184771"/>
              <a:gd name="connsiteX3" fmla="*/ 413779 w 1033043"/>
              <a:gd name="connsiteY3" fmla="*/ 130002 h 184771"/>
              <a:gd name="connsiteX4" fmla="*/ 292334 w 1033043"/>
              <a:gd name="connsiteY4" fmla="*/ 94284 h 184771"/>
              <a:gd name="connsiteX5" fmla="*/ 256616 w 1033043"/>
              <a:gd name="connsiteY5" fmla="*/ 56183 h 184771"/>
              <a:gd name="connsiteX6" fmla="*/ 189941 w 1033043"/>
              <a:gd name="connsiteY6" fmla="*/ 68090 h 184771"/>
              <a:gd name="connsiteX7" fmla="*/ 244709 w 1033043"/>
              <a:gd name="connsiteY7" fmla="*/ 184771 h 184771"/>
              <a:gd name="connsiteX8" fmla="*/ 158985 w 1033043"/>
              <a:gd name="connsiteY8" fmla="*/ 165721 h 184771"/>
              <a:gd name="connsiteX9" fmla="*/ 137553 w 1033043"/>
              <a:gd name="connsiteY9" fmla="*/ 113334 h 184771"/>
              <a:gd name="connsiteX10" fmla="*/ 61493 w 1033043"/>
              <a:gd name="connsiteY10" fmla="*/ 143030 h 184771"/>
              <a:gd name="connsiteX11" fmla="*/ 0 w 1033043"/>
              <a:gd name="connsiteY11" fmla="*/ 123980 h 184771"/>
              <a:gd name="connsiteX12" fmla="*/ 123825 w 1033043"/>
              <a:gd name="connsiteY12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594753 w 1033043"/>
              <a:gd name="connsiteY2" fmla="*/ 144290 h 184771"/>
              <a:gd name="connsiteX3" fmla="*/ 528077 w 1033043"/>
              <a:gd name="connsiteY3" fmla="*/ 170483 h 184771"/>
              <a:gd name="connsiteX4" fmla="*/ 413779 w 1033043"/>
              <a:gd name="connsiteY4" fmla="*/ 130002 h 184771"/>
              <a:gd name="connsiteX5" fmla="*/ 292334 w 1033043"/>
              <a:gd name="connsiteY5" fmla="*/ 94284 h 184771"/>
              <a:gd name="connsiteX6" fmla="*/ 256616 w 1033043"/>
              <a:gd name="connsiteY6" fmla="*/ 56183 h 184771"/>
              <a:gd name="connsiteX7" fmla="*/ 189941 w 1033043"/>
              <a:gd name="connsiteY7" fmla="*/ 68090 h 184771"/>
              <a:gd name="connsiteX8" fmla="*/ 244709 w 1033043"/>
              <a:gd name="connsiteY8" fmla="*/ 184771 h 184771"/>
              <a:gd name="connsiteX9" fmla="*/ 158985 w 1033043"/>
              <a:gd name="connsiteY9" fmla="*/ 165721 h 184771"/>
              <a:gd name="connsiteX10" fmla="*/ 137553 w 1033043"/>
              <a:gd name="connsiteY10" fmla="*/ 113334 h 184771"/>
              <a:gd name="connsiteX11" fmla="*/ 61493 w 1033043"/>
              <a:gd name="connsiteY11" fmla="*/ 143030 h 184771"/>
              <a:gd name="connsiteX12" fmla="*/ 0 w 1033043"/>
              <a:gd name="connsiteY12" fmla="*/ 123980 h 184771"/>
              <a:gd name="connsiteX13" fmla="*/ 123825 w 1033043"/>
              <a:gd name="connsiteY13" fmla="*/ 11906 h 184771"/>
              <a:gd name="connsiteX0" fmla="*/ 123825 w 1033043"/>
              <a:gd name="connsiteY0" fmla="*/ 11906 h 244303"/>
              <a:gd name="connsiteX1" fmla="*/ 1033043 w 1033043"/>
              <a:gd name="connsiteY1" fmla="*/ 0 h 244303"/>
              <a:gd name="connsiteX2" fmla="*/ 578084 w 1033043"/>
              <a:gd name="connsiteY2" fmla="*/ 244303 h 244303"/>
              <a:gd name="connsiteX3" fmla="*/ 528077 w 1033043"/>
              <a:gd name="connsiteY3" fmla="*/ 170483 h 244303"/>
              <a:gd name="connsiteX4" fmla="*/ 413779 w 1033043"/>
              <a:gd name="connsiteY4" fmla="*/ 130002 h 244303"/>
              <a:gd name="connsiteX5" fmla="*/ 292334 w 1033043"/>
              <a:gd name="connsiteY5" fmla="*/ 94284 h 244303"/>
              <a:gd name="connsiteX6" fmla="*/ 256616 w 1033043"/>
              <a:gd name="connsiteY6" fmla="*/ 56183 h 244303"/>
              <a:gd name="connsiteX7" fmla="*/ 189941 w 1033043"/>
              <a:gd name="connsiteY7" fmla="*/ 68090 h 244303"/>
              <a:gd name="connsiteX8" fmla="*/ 244709 w 1033043"/>
              <a:gd name="connsiteY8" fmla="*/ 184771 h 244303"/>
              <a:gd name="connsiteX9" fmla="*/ 158985 w 1033043"/>
              <a:gd name="connsiteY9" fmla="*/ 165721 h 244303"/>
              <a:gd name="connsiteX10" fmla="*/ 137553 w 1033043"/>
              <a:gd name="connsiteY10" fmla="*/ 113334 h 244303"/>
              <a:gd name="connsiteX11" fmla="*/ 61493 w 1033043"/>
              <a:gd name="connsiteY11" fmla="*/ 143030 h 244303"/>
              <a:gd name="connsiteX12" fmla="*/ 0 w 1033043"/>
              <a:gd name="connsiteY12" fmla="*/ 123980 h 244303"/>
              <a:gd name="connsiteX13" fmla="*/ 123825 w 1033043"/>
              <a:gd name="connsiteY13" fmla="*/ 11906 h 244303"/>
              <a:gd name="connsiteX0" fmla="*/ 123825 w 1033043"/>
              <a:gd name="connsiteY0" fmla="*/ 11906 h 244303"/>
              <a:gd name="connsiteX1" fmla="*/ 1033043 w 1033043"/>
              <a:gd name="connsiteY1" fmla="*/ 0 h 244303"/>
              <a:gd name="connsiteX2" fmla="*/ 663809 w 1033043"/>
              <a:gd name="connsiteY2" fmla="*/ 194296 h 244303"/>
              <a:gd name="connsiteX3" fmla="*/ 578084 w 1033043"/>
              <a:gd name="connsiteY3" fmla="*/ 244303 h 244303"/>
              <a:gd name="connsiteX4" fmla="*/ 528077 w 1033043"/>
              <a:gd name="connsiteY4" fmla="*/ 170483 h 244303"/>
              <a:gd name="connsiteX5" fmla="*/ 413779 w 1033043"/>
              <a:gd name="connsiteY5" fmla="*/ 130002 h 244303"/>
              <a:gd name="connsiteX6" fmla="*/ 292334 w 1033043"/>
              <a:gd name="connsiteY6" fmla="*/ 94284 h 244303"/>
              <a:gd name="connsiteX7" fmla="*/ 256616 w 1033043"/>
              <a:gd name="connsiteY7" fmla="*/ 56183 h 244303"/>
              <a:gd name="connsiteX8" fmla="*/ 189941 w 1033043"/>
              <a:gd name="connsiteY8" fmla="*/ 68090 h 244303"/>
              <a:gd name="connsiteX9" fmla="*/ 244709 w 1033043"/>
              <a:gd name="connsiteY9" fmla="*/ 184771 h 244303"/>
              <a:gd name="connsiteX10" fmla="*/ 158985 w 1033043"/>
              <a:gd name="connsiteY10" fmla="*/ 165721 h 244303"/>
              <a:gd name="connsiteX11" fmla="*/ 137553 w 1033043"/>
              <a:gd name="connsiteY11" fmla="*/ 113334 h 244303"/>
              <a:gd name="connsiteX12" fmla="*/ 61493 w 1033043"/>
              <a:gd name="connsiteY12" fmla="*/ 143030 h 244303"/>
              <a:gd name="connsiteX13" fmla="*/ 0 w 1033043"/>
              <a:gd name="connsiteY13" fmla="*/ 123980 h 244303"/>
              <a:gd name="connsiteX14" fmla="*/ 123825 w 1033043"/>
              <a:gd name="connsiteY14" fmla="*/ 11906 h 244303"/>
              <a:gd name="connsiteX0" fmla="*/ 123825 w 1033043"/>
              <a:gd name="connsiteY0" fmla="*/ 11906 h 272877"/>
              <a:gd name="connsiteX1" fmla="*/ 1033043 w 1033043"/>
              <a:gd name="connsiteY1" fmla="*/ 0 h 272877"/>
              <a:gd name="connsiteX2" fmla="*/ 649521 w 1033043"/>
              <a:gd name="connsiteY2" fmla="*/ 272877 h 272877"/>
              <a:gd name="connsiteX3" fmla="*/ 578084 w 1033043"/>
              <a:gd name="connsiteY3" fmla="*/ 244303 h 272877"/>
              <a:gd name="connsiteX4" fmla="*/ 528077 w 1033043"/>
              <a:gd name="connsiteY4" fmla="*/ 170483 h 272877"/>
              <a:gd name="connsiteX5" fmla="*/ 413779 w 1033043"/>
              <a:gd name="connsiteY5" fmla="*/ 130002 h 272877"/>
              <a:gd name="connsiteX6" fmla="*/ 292334 w 1033043"/>
              <a:gd name="connsiteY6" fmla="*/ 94284 h 272877"/>
              <a:gd name="connsiteX7" fmla="*/ 256616 w 1033043"/>
              <a:gd name="connsiteY7" fmla="*/ 56183 h 272877"/>
              <a:gd name="connsiteX8" fmla="*/ 189941 w 1033043"/>
              <a:gd name="connsiteY8" fmla="*/ 68090 h 272877"/>
              <a:gd name="connsiteX9" fmla="*/ 244709 w 1033043"/>
              <a:gd name="connsiteY9" fmla="*/ 184771 h 272877"/>
              <a:gd name="connsiteX10" fmla="*/ 158985 w 1033043"/>
              <a:gd name="connsiteY10" fmla="*/ 165721 h 272877"/>
              <a:gd name="connsiteX11" fmla="*/ 137553 w 1033043"/>
              <a:gd name="connsiteY11" fmla="*/ 113334 h 272877"/>
              <a:gd name="connsiteX12" fmla="*/ 61493 w 1033043"/>
              <a:gd name="connsiteY12" fmla="*/ 143030 h 272877"/>
              <a:gd name="connsiteX13" fmla="*/ 0 w 1033043"/>
              <a:gd name="connsiteY13" fmla="*/ 123980 h 272877"/>
              <a:gd name="connsiteX14" fmla="*/ 123825 w 1033043"/>
              <a:gd name="connsiteY14" fmla="*/ 11906 h 272877"/>
              <a:gd name="connsiteX0" fmla="*/ 123825 w 1033043"/>
              <a:gd name="connsiteY0" fmla="*/ 11906 h 272877"/>
              <a:gd name="connsiteX1" fmla="*/ 1033043 w 1033043"/>
              <a:gd name="connsiteY1" fmla="*/ 0 h 272877"/>
              <a:gd name="connsiteX2" fmla="*/ 706672 w 1033043"/>
              <a:gd name="connsiteY2" fmla="*/ 234777 h 272877"/>
              <a:gd name="connsiteX3" fmla="*/ 649521 w 1033043"/>
              <a:gd name="connsiteY3" fmla="*/ 272877 h 272877"/>
              <a:gd name="connsiteX4" fmla="*/ 578084 w 1033043"/>
              <a:gd name="connsiteY4" fmla="*/ 244303 h 272877"/>
              <a:gd name="connsiteX5" fmla="*/ 528077 w 1033043"/>
              <a:gd name="connsiteY5" fmla="*/ 170483 h 272877"/>
              <a:gd name="connsiteX6" fmla="*/ 413779 w 1033043"/>
              <a:gd name="connsiteY6" fmla="*/ 130002 h 272877"/>
              <a:gd name="connsiteX7" fmla="*/ 292334 w 1033043"/>
              <a:gd name="connsiteY7" fmla="*/ 94284 h 272877"/>
              <a:gd name="connsiteX8" fmla="*/ 256616 w 1033043"/>
              <a:gd name="connsiteY8" fmla="*/ 56183 h 272877"/>
              <a:gd name="connsiteX9" fmla="*/ 189941 w 1033043"/>
              <a:gd name="connsiteY9" fmla="*/ 68090 h 272877"/>
              <a:gd name="connsiteX10" fmla="*/ 244709 w 1033043"/>
              <a:gd name="connsiteY10" fmla="*/ 184771 h 272877"/>
              <a:gd name="connsiteX11" fmla="*/ 158985 w 1033043"/>
              <a:gd name="connsiteY11" fmla="*/ 165721 h 272877"/>
              <a:gd name="connsiteX12" fmla="*/ 137553 w 1033043"/>
              <a:gd name="connsiteY12" fmla="*/ 113334 h 272877"/>
              <a:gd name="connsiteX13" fmla="*/ 61493 w 1033043"/>
              <a:gd name="connsiteY13" fmla="*/ 143030 h 272877"/>
              <a:gd name="connsiteX14" fmla="*/ 0 w 1033043"/>
              <a:gd name="connsiteY14" fmla="*/ 123980 h 272877"/>
              <a:gd name="connsiteX15" fmla="*/ 123825 w 1033043"/>
              <a:gd name="connsiteY15" fmla="*/ 11906 h 272877"/>
              <a:gd name="connsiteX0" fmla="*/ 123825 w 1033043"/>
              <a:gd name="connsiteY0" fmla="*/ 11906 h 337171"/>
              <a:gd name="connsiteX1" fmla="*/ 1033043 w 1033043"/>
              <a:gd name="connsiteY1" fmla="*/ 0 h 337171"/>
              <a:gd name="connsiteX2" fmla="*/ 589991 w 1033043"/>
              <a:gd name="connsiteY2" fmla="*/ 337171 h 337171"/>
              <a:gd name="connsiteX3" fmla="*/ 649521 w 1033043"/>
              <a:gd name="connsiteY3" fmla="*/ 272877 h 337171"/>
              <a:gd name="connsiteX4" fmla="*/ 578084 w 1033043"/>
              <a:gd name="connsiteY4" fmla="*/ 244303 h 337171"/>
              <a:gd name="connsiteX5" fmla="*/ 528077 w 1033043"/>
              <a:gd name="connsiteY5" fmla="*/ 170483 h 337171"/>
              <a:gd name="connsiteX6" fmla="*/ 413779 w 1033043"/>
              <a:gd name="connsiteY6" fmla="*/ 130002 h 337171"/>
              <a:gd name="connsiteX7" fmla="*/ 292334 w 1033043"/>
              <a:gd name="connsiteY7" fmla="*/ 94284 h 337171"/>
              <a:gd name="connsiteX8" fmla="*/ 256616 w 1033043"/>
              <a:gd name="connsiteY8" fmla="*/ 56183 h 337171"/>
              <a:gd name="connsiteX9" fmla="*/ 189941 w 1033043"/>
              <a:gd name="connsiteY9" fmla="*/ 68090 h 337171"/>
              <a:gd name="connsiteX10" fmla="*/ 244709 w 1033043"/>
              <a:gd name="connsiteY10" fmla="*/ 184771 h 337171"/>
              <a:gd name="connsiteX11" fmla="*/ 158985 w 1033043"/>
              <a:gd name="connsiteY11" fmla="*/ 165721 h 337171"/>
              <a:gd name="connsiteX12" fmla="*/ 137553 w 1033043"/>
              <a:gd name="connsiteY12" fmla="*/ 113334 h 337171"/>
              <a:gd name="connsiteX13" fmla="*/ 61493 w 1033043"/>
              <a:gd name="connsiteY13" fmla="*/ 143030 h 337171"/>
              <a:gd name="connsiteX14" fmla="*/ 0 w 1033043"/>
              <a:gd name="connsiteY14" fmla="*/ 123980 h 337171"/>
              <a:gd name="connsiteX15" fmla="*/ 123825 w 1033043"/>
              <a:gd name="connsiteY15" fmla="*/ 11906 h 337171"/>
              <a:gd name="connsiteX0" fmla="*/ 123825 w 1033043"/>
              <a:gd name="connsiteY0" fmla="*/ 11906 h 337171"/>
              <a:gd name="connsiteX1" fmla="*/ 1033043 w 1033043"/>
              <a:gd name="connsiteY1" fmla="*/ 0 h 337171"/>
              <a:gd name="connsiteX2" fmla="*/ 780490 w 1033043"/>
              <a:gd name="connsiteY2" fmla="*/ 194296 h 337171"/>
              <a:gd name="connsiteX3" fmla="*/ 589991 w 1033043"/>
              <a:gd name="connsiteY3" fmla="*/ 337171 h 337171"/>
              <a:gd name="connsiteX4" fmla="*/ 649521 w 1033043"/>
              <a:gd name="connsiteY4" fmla="*/ 272877 h 337171"/>
              <a:gd name="connsiteX5" fmla="*/ 578084 w 1033043"/>
              <a:gd name="connsiteY5" fmla="*/ 244303 h 337171"/>
              <a:gd name="connsiteX6" fmla="*/ 528077 w 1033043"/>
              <a:gd name="connsiteY6" fmla="*/ 170483 h 337171"/>
              <a:gd name="connsiteX7" fmla="*/ 413779 w 1033043"/>
              <a:gd name="connsiteY7" fmla="*/ 130002 h 337171"/>
              <a:gd name="connsiteX8" fmla="*/ 292334 w 1033043"/>
              <a:gd name="connsiteY8" fmla="*/ 94284 h 337171"/>
              <a:gd name="connsiteX9" fmla="*/ 256616 w 1033043"/>
              <a:gd name="connsiteY9" fmla="*/ 56183 h 337171"/>
              <a:gd name="connsiteX10" fmla="*/ 189941 w 1033043"/>
              <a:gd name="connsiteY10" fmla="*/ 68090 h 337171"/>
              <a:gd name="connsiteX11" fmla="*/ 244709 w 1033043"/>
              <a:gd name="connsiteY11" fmla="*/ 184771 h 337171"/>
              <a:gd name="connsiteX12" fmla="*/ 158985 w 1033043"/>
              <a:gd name="connsiteY12" fmla="*/ 165721 h 337171"/>
              <a:gd name="connsiteX13" fmla="*/ 137553 w 1033043"/>
              <a:gd name="connsiteY13" fmla="*/ 113334 h 337171"/>
              <a:gd name="connsiteX14" fmla="*/ 61493 w 1033043"/>
              <a:gd name="connsiteY14" fmla="*/ 143030 h 337171"/>
              <a:gd name="connsiteX15" fmla="*/ 0 w 1033043"/>
              <a:gd name="connsiteY15" fmla="*/ 123980 h 337171"/>
              <a:gd name="connsiteX16" fmla="*/ 123825 w 1033043"/>
              <a:gd name="connsiteY16" fmla="*/ 11906 h 337171"/>
              <a:gd name="connsiteX0" fmla="*/ 123825 w 1033043"/>
              <a:gd name="connsiteY0" fmla="*/ 11906 h 337171"/>
              <a:gd name="connsiteX1" fmla="*/ 1033043 w 1033043"/>
              <a:gd name="connsiteY1" fmla="*/ 0 h 337171"/>
              <a:gd name="connsiteX2" fmla="*/ 685240 w 1033043"/>
              <a:gd name="connsiteY2" fmla="*/ 332408 h 337171"/>
              <a:gd name="connsiteX3" fmla="*/ 589991 w 1033043"/>
              <a:gd name="connsiteY3" fmla="*/ 337171 h 337171"/>
              <a:gd name="connsiteX4" fmla="*/ 649521 w 1033043"/>
              <a:gd name="connsiteY4" fmla="*/ 272877 h 337171"/>
              <a:gd name="connsiteX5" fmla="*/ 578084 w 1033043"/>
              <a:gd name="connsiteY5" fmla="*/ 244303 h 337171"/>
              <a:gd name="connsiteX6" fmla="*/ 528077 w 1033043"/>
              <a:gd name="connsiteY6" fmla="*/ 170483 h 337171"/>
              <a:gd name="connsiteX7" fmla="*/ 413779 w 1033043"/>
              <a:gd name="connsiteY7" fmla="*/ 130002 h 337171"/>
              <a:gd name="connsiteX8" fmla="*/ 292334 w 1033043"/>
              <a:gd name="connsiteY8" fmla="*/ 94284 h 337171"/>
              <a:gd name="connsiteX9" fmla="*/ 256616 w 1033043"/>
              <a:gd name="connsiteY9" fmla="*/ 56183 h 337171"/>
              <a:gd name="connsiteX10" fmla="*/ 189941 w 1033043"/>
              <a:gd name="connsiteY10" fmla="*/ 68090 h 337171"/>
              <a:gd name="connsiteX11" fmla="*/ 244709 w 1033043"/>
              <a:gd name="connsiteY11" fmla="*/ 184771 h 337171"/>
              <a:gd name="connsiteX12" fmla="*/ 158985 w 1033043"/>
              <a:gd name="connsiteY12" fmla="*/ 165721 h 337171"/>
              <a:gd name="connsiteX13" fmla="*/ 137553 w 1033043"/>
              <a:gd name="connsiteY13" fmla="*/ 113334 h 337171"/>
              <a:gd name="connsiteX14" fmla="*/ 61493 w 1033043"/>
              <a:gd name="connsiteY14" fmla="*/ 143030 h 337171"/>
              <a:gd name="connsiteX15" fmla="*/ 0 w 1033043"/>
              <a:gd name="connsiteY15" fmla="*/ 123980 h 337171"/>
              <a:gd name="connsiteX16" fmla="*/ 123825 w 1033043"/>
              <a:gd name="connsiteY16" fmla="*/ 11906 h 337171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685240 w 685240"/>
              <a:gd name="connsiteY2" fmla="*/ 356220 h 360983"/>
              <a:gd name="connsiteX3" fmla="*/ 589991 w 685240"/>
              <a:gd name="connsiteY3" fmla="*/ 360983 h 360983"/>
              <a:gd name="connsiteX4" fmla="*/ 649521 w 685240"/>
              <a:gd name="connsiteY4" fmla="*/ 296689 h 360983"/>
              <a:gd name="connsiteX5" fmla="*/ 578084 w 685240"/>
              <a:gd name="connsiteY5" fmla="*/ 268115 h 360983"/>
              <a:gd name="connsiteX6" fmla="*/ 528077 w 685240"/>
              <a:gd name="connsiteY6" fmla="*/ 194295 h 360983"/>
              <a:gd name="connsiteX7" fmla="*/ 413779 w 685240"/>
              <a:gd name="connsiteY7" fmla="*/ 153814 h 360983"/>
              <a:gd name="connsiteX8" fmla="*/ 292334 w 685240"/>
              <a:gd name="connsiteY8" fmla="*/ 118096 h 360983"/>
              <a:gd name="connsiteX9" fmla="*/ 256616 w 685240"/>
              <a:gd name="connsiteY9" fmla="*/ 79995 h 360983"/>
              <a:gd name="connsiteX10" fmla="*/ 189941 w 685240"/>
              <a:gd name="connsiteY10" fmla="*/ 91902 h 360983"/>
              <a:gd name="connsiteX11" fmla="*/ 244709 w 685240"/>
              <a:gd name="connsiteY11" fmla="*/ 208583 h 360983"/>
              <a:gd name="connsiteX12" fmla="*/ 158985 w 685240"/>
              <a:gd name="connsiteY12" fmla="*/ 189533 h 360983"/>
              <a:gd name="connsiteX13" fmla="*/ 137553 w 685240"/>
              <a:gd name="connsiteY13" fmla="*/ 137146 h 360983"/>
              <a:gd name="connsiteX14" fmla="*/ 61493 w 685240"/>
              <a:gd name="connsiteY14" fmla="*/ 166842 h 360983"/>
              <a:gd name="connsiteX15" fmla="*/ 0 w 685240"/>
              <a:gd name="connsiteY15" fmla="*/ 147792 h 360983"/>
              <a:gd name="connsiteX16" fmla="*/ 123825 w 685240"/>
              <a:gd name="connsiteY16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423303 w 685240"/>
              <a:gd name="connsiteY2" fmla="*/ 70470 h 360983"/>
              <a:gd name="connsiteX3" fmla="*/ 685240 w 685240"/>
              <a:gd name="connsiteY3" fmla="*/ 356220 h 360983"/>
              <a:gd name="connsiteX4" fmla="*/ 589991 w 685240"/>
              <a:gd name="connsiteY4" fmla="*/ 360983 h 360983"/>
              <a:gd name="connsiteX5" fmla="*/ 649521 w 685240"/>
              <a:gd name="connsiteY5" fmla="*/ 296689 h 360983"/>
              <a:gd name="connsiteX6" fmla="*/ 578084 w 685240"/>
              <a:gd name="connsiteY6" fmla="*/ 268115 h 360983"/>
              <a:gd name="connsiteX7" fmla="*/ 528077 w 685240"/>
              <a:gd name="connsiteY7" fmla="*/ 194295 h 360983"/>
              <a:gd name="connsiteX8" fmla="*/ 413779 w 685240"/>
              <a:gd name="connsiteY8" fmla="*/ 153814 h 360983"/>
              <a:gd name="connsiteX9" fmla="*/ 292334 w 685240"/>
              <a:gd name="connsiteY9" fmla="*/ 118096 h 360983"/>
              <a:gd name="connsiteX10" fmla="*/ 256616 w 685240"/>
              <a:gd name="connsiteY10" fmla="*/ 79995 h 360983"/>
              <a:gd name="connsiteX11" fmla="*/ 189941 w 685240"/>
              <a:gd name="connsiteY11" fmla="*/ 91902 h 360983"/>
              <a:gd name="connsiteX12" fmla="*/ 244709 w 685240"/>
              <a:gd name="connsiteY12" fmla="*/ 208583 h 360983"/>
              <a:gd name="connsiteX13" fmla="*/ 158985 w 685240"/>
              <a:gd name="connsiteY13" fmla="*/ 189533 h 360983"/>
              <a:gd name="connsiteX14" fmla="*/ 137553 w 685240"/>
              <a:gd name="connsiteY14" fmla="*/ 137146 h 360983"/>
              <a:gd name="connsiteX15" fmla="*/ 61493 w 685240"/>
              <a:gd name="connsiteY15" fmla="*/ 166842 h 360983"/>
              <a:gd name="connsiteX16" fmla="*/ 0 w 685240"/>
              <a:gd name="connsiteY16" fmla="*/ 147792 h 360983"/>
              <a:gd name="connsiteX17" fmla="*/ 123825 w 685240"/>
              <a:gd name="connsiteY17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685240 w 685240"/>
              <a:gd name="connsiteY3" fmla="*/ 356220 h 360983"/>
              <a:gd name="connsiteX4" fmla="*/ 589991 w 685240"/>
              <a:gd name="connsiteY4" fmla="*/ 360983 h 360983"/>
              <a:gd name="connsiteX5" fmla="*/ 649521 w 685240"/>
              <a:gd name="connsiteY5" fmla="*/ 296689 h 360983"/>
              <a:gd name="connsiteX6" fmla="*/ 578084 w 685240"/>
              <a:gd name="connsiteY6" fmla="*/ 268115 h 360983"/>
              <a:gd name="connsiteX7" fmla="*/ 528077 w 685240"/>
              <a:gd name="connsiteY7" fmla="*/ 194295 h 360983"/>
              <a:gd name="connsiteX8" fmla="*/ 413779 w 685240"/>
              <a:gd name="connsiteY8" fmla="*/ 153814 h 360983"/>
              <a:gd name="connsiteX9" fmla="*/ 292334 w 685240"/>
              <a:gd name="connsiteY9" fmla="*/ 118096 h 360983"/>
              <a:gd name="connsiteX10" fmla="*/ 256616 w 685240"/>
              <a:gd name="connsiteY10" fmla="*/ 79995 h 360983"/>
              <a:gd name="connsiteX11" fmla="*/ 189941 w 685240"/>
              <a:gd name="connsiteY11" fmla="*/ 91902 h 360983"/>
              <a:gd name="connsiteX12" fmla="*/ 244709 w 685240"/>
              <a:gd name="connsiteY12" fmla="*/ 208583 h 360983"/>
              <a:gd name="connsiteX13" fmla="*/ 158985 w 685240"/>
              <a:gd name="connsiteY13" fmla="*/ 189533 h 360983"/>
              <a:gd name="connsiteX14" fmla="*/ 137553 w 685240"/>
              <a:gd name="connsiteY14" fmla="*/ 137146 h 360983"/>
              <a:gd name="connsiteX15" fmla="*/ 61493 w 685240"/>
              <a:gd name="connsiteY15" fmla="*/ 166842 h 360983"/>
              <a:gd name="connsiteX16" fmla="*/ 0 w 685240"/>
              <a:gd name="connsiteY16" fmla="*/ 147792 h 360983"/>
              <a:gd name="connsiteX17" fmla="*/ 123825 w 685240"/>
              <a:gd name="connsiteY17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578084 w 685240"/>
              <a:gd name="connsiteY3" fmla="*/ 144289 h 360983"/>
              <a:gd name="connsiteX4" fmla="*/ 685240 w 685240"/>
              <a:gd name="connsiteY4" fmla="*/ 356220 h 360983"/>
              <a:gd name="connsiteX5" fmla="*/ 589991 w 685240"/>
              <a:gd name="connsiteY5" fmla="*/ 360983 h 360983"/>
              <a:gd name="connsiteX6" fmla="*/ 649521 w 685240"/>
              <a:gd name="connsiteY6" fmla="*/ 296689 h 360983"/>
              <a:gd name="connsiteX7" fmla="*/ 578084 w 685240"/>
              <a:gd name="connsiteY7" fmla="*/ 268115 h 360983"/>
              <a:gd name="connsiteX8" fmla="*/ 528077 w 685240"/>
              <a:gd name="connsiteY8" fmla="*/ 194295 h 360983"/>
              <a:gd name="connsiteX9" fmla="*/ 413779 w 685240"/>
              <a:gd name="connsiteY9" fmla="*/ 153814 h 360983"/>
              <a:gd name="connsiteX10" fmla="*/ 292334 w 685240"/>
              <a:gd name="connsiteY10" fmla="*/ 118096 h 360983"/>
              <a:gd name="connsiteX11" fmla="*/ 256616 w 685240"/>
              <a:gd name="connsiteY11" fmla="*/ 79995 h 360983"/>
              <a:gd name="connsiteX12" fmla="*/ 189941 w 685240"/>
              <a:gd name="connsiteY12" fmla="*/ 91902 h 360983"/>
              <a:gd name="connsiteX13" fmla="*/ 244709 w 685240"/>
              <a:gd name="connsiteY13" fmla="*/ 208583 h 360983"/>
              <a:gd name="connsiteX14" fmla="*/ 158985 w 685240"/>
              <a:gd name="connsiteY14" fmla="*/ 189533 h 360983"/>
              <a:gd name="connsiteX15" fmla="*/ 137553 w 685240"/>
              <a:gd name="connsiteY15" fmla="*/ 137146 h 360983"/>
              <a:gd name="connsiteX16" fmla="*/ 61493 w 685240"/>
              <a:gd name="connsiteY16" fmla="*/ 166842 h 360983"/>
              <a:gd name="connsiteX17" fmla="*/ 0 w 685240"/>
              <a:gd name="connsiteY17" fmla="*/ 147792 h 360983"/>
              <a:gd name="connsiteX18" fmla="*/ 123825 w 685240"/>
              <a:gd name="connsiteY18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623328 w 685240"/>
              <a:gd name="connsiteY3" fmla="*/ 79995 h 360983"/>
              <a:gd name="connsiteX4" fmla="*/ 685240 w 685240"/>
              <a:gd name="connsiteY4" fmla="*/ 356220 h 360983"/>
              <a:gd name="connsiteX5" fmla="*/ 589991 w 685240"/>
              <a:gd name="connsiteY5" fmla="*/ 360983 h 360983"/>
              <a:gd name="connsiteX6" fmla="*/ 649521 w 685240"/>
              <a:gd name="connsiteY6" fmla="*/ 296689 h 360983"/>
              <a:gd name="connsiteX7" fmla="*/ 578084 w 685240"/>
              <a:gd name="connsiteY7" fmla="*/ 268115 h 360983"/>
              <a:gd name="connsiteX8" fmla="*/ 528077 w 685240"/>
              <a:gd name="connsiteY8" fmla="*/ 194295 h 360983"/>
              <a:gd name="connsiteX9" fmla="*/ 413779 w 685240"/>
              <a:gd name="connsiteY9" fmla="*/ 153814 h 360983"/>
              <a:gd name="connsiteX10" fmla="*/ 292334 w 685240"/>
              <a:gd name="connsiteY10" fmla="*/ 118096 h 360983"/>
              <a:gd name="connsiteX11" fmla="*/ 256616 w 685240"/>
              <a:gd name="connsiteY11" fmla="*/ 79995 h 360983"/>
              <a:gd name="connsiteX12" fmla="*/ 189941 w 685240"/>
              <a:gd name="connsiteY12" fmla="*/ 91902 h 360983"/>
              <a:gd name="connsiteX13" fmla="*/ 244709 w 685240"/>
              <a:gd name="connsiteY13" fmla="*/ 208583 h 360983"/>
              <a:gd name="connsiteX14" fmla="*/ 158985 w 685240"/>
              <a:gd name="connsiteY14" fmla="*/ 189533 h 360983"/>
              <a:gd name="connsiteX15" fmla="*/ 137553 w 685240"/>
              <a:gd name="connsiteY15" fmla="*/ 137146 h 360983"/>
              <a:gd name="connsiteX16" fmla="*/ 61493 w 685240"/>
              <a:gd name="connsiteY16" fmla="*/ 166842 h 360983"/>
              <a:gd name="connsiteX17" fmla="*/ 0 w 685240"/>
              <a:gd name="connsiteY17" fmla="*/ 147792 h 360983"/>
              <a:gd name="connsiteX18" fmla="*/ 123825 w 685240"/>
              <a:gd name="connsiteY18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623328 w 685240"/>
              <a:gd name="connsiteY3" fmla="*/ 79995 h 360983"/>
              <a:gd name="connsiteX4" fmla="*/ 635234 w 685240"/>
              <a:gd name="connsiteY4" fmla="*/ 137145 h 360983"/>
              <a:gd name="connsiteX5" fmla="*/ 685240 w 685240"/>
              <a:gd name="connsiteY5" fmla="*/ 356220 h 360983"/>
              <a:gd name="connsiteX6" fmla="*/ 589991 w 685240"/>
              <a:gd name="connsiteY6" fmla="*/ 360983 h 360983"/>
              <a:gd name="connsiteX7" fmla="*/ 649521 w 685240"/>
              <a:gd name="connsiteY7" fmla="*/ 296689 h 360983"/>
              <a:gd name="connsiteX8" fmla="*/ 578084 w 685240"/>
              <a:gd name="connsiteY8" fmla="*/ 268115 h 360983"/>
              <a:gd name="connsiteX9" fmla="*/ 528077 w 685240"/>
              <a:gd name="connsiteY9" fmla="*/ 194295 h 360983"/>
              <a:gd name="connsiteX10" fmla="*/ 413779 w 685240"/>
              <a:gd name="connsiteY10" fmla="*/ 153814 h 360983"/>
              <a:gd name="connsiteX11" fmla="*/ 292334 w 685240"/>
              <a:gd name="connsiteY11" fmla="*/ 118096 h 360983"/>
              <a:gd name="connsiteX12" fmla="*/ 256616 w 685240"/>
              <a:gd name="connsiteY12" fmla="*/ 79995 h 360983"/>
              <a:gd name="connsiteX13" fmla="*/ 189941 w 685240"/>
              <a:gd name="connsiteY13" fmla="*/ 91902 h 360983"/>
              <a:gd name="connsiteX14" fmla="*/ 244709 w 685240"/>
              <a:gd name="connsiteY14" fmla="*/ 208583 h 360983"/>
              <a:gd name="connsiteX15" fmla="*/ 158985 w 685240"/>
              <a:gd name="connsiteY15" fmla="*/ 189533 h 360983"/>
              <a:gd name="connsiteX16" fmla="*/ 137553 w 685240"/>
              <a:gd name="connsiteY16" fmla="*/ 137146 h 360983"/>
              <a:gd name="connsiteX17" fmla="*/ 61493 w 685240"/>
              <a:gd name="connsiteY17" fmla="*/ 166842 h 360983"/>
              <a:gd name="connsiteX18" fmla="*/ 0 w 685240"/>
              <a:gd name="connsiteY18" fmla="*/ 147792 h 360983"/>
              <a:gd name="connsiteX19" fmla="*/ 123825 w 685240"/>
              <a:gd name="connsiteY19" fmla="*/ 35718 h 360983"/>
              <a:gd name="connsiteX0" fmla="*/ 123825 w 742391"/>
              <a:gd name="connsiteY0" fmla="*/ 35718 h 360983"/>
              <a:gd name="connsiteX1" fmla="*/ 361530 w 742391"/>
              <a:gd name="connsiteY1" fmla="*/ 0 h 360983"/>
              <a:gd name="connsiteX2" fmla="*/ 551891 w 742391"/>
              <a:gd name="connsiteY2" fmla="*/ 91901 h 360983"/>
              <a:gd name="connsiteX3" fmla="*/ 623328 w 742391"/>
              <a:gd name="connsiteY3" fmla="*/ 79995 h 360983"/>
              <a:gd name="connsiteX4" fmla="*/ 742391 w 742391"/>
              <a:gd name="connsiteY4" fmla="*/ 206202 h 360983"/>
              <a:gd name="connsiteX5" fmla="*/ 685240 w 742391"/>
              <a:gd name="connsiteY5" fmla="*/ 356220 h 360983"/>
              <a:gd name="connsiteX6" fmla="*/ 589991 w 742391"/>
              <a:gd name="connsiteY6" fmla="*/ 360983 h 360983"/>
              <a:gd name="connsiteX7" fmla="*/ 649521 w 742391"/>
              <a:gd name="connsiteY7" fmla="*/ 296689 h 360983"/>
              <a:gd name="connsiteX8" fmla="*/ 578084 w 742391"/>
              <a:gd name="connsiteY8" fmla="*/ 268115 h 360983"/>
              <a:gd name="connsiteX9" fmla="*/ 528077 w 742391"/>
              <a:gd name="connsiteY9" fmla="*/ 194295 h 360983"/>
              <a:gd name="connsiteX10" fmla="*/ 413779 w 742391"/>
              <a:gd name="connsiteY10" fmla="*/ 153814 h 360983"/>
              <a:gd name="connsiteX11" fmla="*/ 292334 w 742391"/>
              <a:gd name="connsiteY11" fmla="*/ 118096 h 360983"/>
              <a:gd name="connsiteX12" fmla="*/ 256616 w 742391"/>
              <a:gd name="connsiteY12" fmla="*/ 79995 h 360983"/>
              <a:gd name="connsiteX13" fmla="*/ 189941 w 742391"/>
              <a:gd name="connsiteY13" fmla="*/ 91902 h 360983"/>
              <a:gd name="connsiteX14" fmla="*/ 244709 w 742391"/>
              <a:gd name="connsiteY14" fmla="*/ 208583 h 360983"/>
              <a:gd name="connsiteX15" fmla="*/ 158985 w 742391"/>
              <a:gd name="connsiteY15" fmla="*/ 189533 h 360983"/>
              <a:gd name="connsiteX16" fmla="*/ 137553 w 742391"/>
              <a:gd name="connsiteY16" fmla="*/ 137146 h 360983"/>
              <a:gd name="connsiteX17" fmla="*/ 61493 w 742391"/>
              <a:gd name="connsiteY17" fmla="*/ 166842 h 360983"/>
              <a:gd name="connsiteX18" fmla="*/ 0 w 742391"/>
              <a:gd name="connsiteY18" fmla="*/ 147792 h 360983"/>
              <a:gd name="connsiteX19" fmla="*/ 123825 w 742391"/>
              <a:gd name="connsiteY19" fmla="*/ 35718 h 360983"/>
              <a:gd name="connsiteX0" fmla="*/ 123825 w 742391"/>
              <a:gd name="connsiteY0" fmla="*/ 35718 h 360983"/>
              <a:gd name="connsiteX1" fmla="*/ 361530 w 742391"/>
              <a:gd name="connsiteY1" fmla="*/ 0 h 360983"/>
              <a:gd name="connsiteX2" fmla="*/ 551891 w 742391"/>
              <a:gd name="connsiteY2" fmla="*/ 91901 h 360983"/>
              <a:gd name="connsiteX3" fmla="*/ 623328 w 742391"/>
              <a:gd name="connsiteY3" fmla="*/ 79995 h 360983"/>
              <a:gd name="connsiteX4" fmla="*/ 742391 w 742391"/>
              <a:gd name="connsiteY4" fmla="*/ 206202 h 360983"/>
              <a:gd name="connsiteX5" fmla="*/ 728103 w 742391"/>
              <a:gd name="connsiteY5" fmla="*/ 227633 h 360983"/>
              <a:gd name="connsiteX6" fmla="*/ 685240 w 742391"/>
              <a:gd name="connsiteY6" fmla="*/ 356220 h 360983"/>
              <a:gd name="connsiteX7" fmla="*/ 589991 w 742391"/>
              <a:gd name="connsiteY7" fmla="*/ 360983 h 360983"/>
              <a:gd name="connsiteX8" fmla="*/ 649521 w 742391"/>
              <a:gd name="connsiteY8" fmla="*/ 296689 h 360983"/>
              <a:gd name="connsiteX9" fmla="*/ 578084 w 742391"/>
              <a:gd name="connsiteY9" fmla="*/ 268115 h 360983"/>
              <a:gd name="connsiteX10" fmla="*/ 528077 w 742391"/>
              <a:gd name="connsiteY10" fmla="*/ 194295 h 360983"/>
              <a:gd name="connsiteX11" fmla="*/ 413779 w 742391"/>
              <a:gd name="connsiteY11" fmla="*/ 153814 h 360983"/>
              <a:gd name="connsiteX12" fmla="*/ 292334 w 742391"/>
              <a:gd name="connsiteY12" fmla="*/ 118096 h 360983"/>
              <a:gd name="connsiteX13" fmla="*/ 256616 w 742391"/>
              <a:gd name="connsiteY13" fmla="*/ 79995 h 360983"/>
              <a:gd name="connsiteX14" fmla="*/ 189941 w 742391"/>
              <a:gd name="connsiteY14" fmla="*/ 91902 h 360983"/>
              <a:gd name="connsiteX15" fmla="*/ 244709 w 742391"/>
              <a:gd name="connsiteY15" fmla="*/ 208583 h 360983"/>
              <a:gd name="connsiteX16" fmla="*/ 158985 w 742391"/>
              <a:gd name="connsiteY16" fmla="*/ 189533 h 360983"/>
              <a:gd name="connsiteX17" fmla="*/ 137553 w 742391"/>
              <a:gd name="connsiteY17" fmla="*/ 137146 h 360983"/>
              <a:gd name="connsiteX18" fmla="*/ 61493 w 742391"/>
              <a:gd name="connsiteY18" fmla="*/ 166842 h 360983"/>
              <a:gd name="connsiteX19" fmla="*/ 0 w 742391"/>
              <a:gd name="connsiteY19" fmla="*/ 147792 h 360983"/>
              <a:gd name="connsiteX20" fmla="*/ 123825 w 742391"/>
              <a:gd name="connsiteY20" fmla="*/ 35718 h 360983"/>
              <a:gd name="connsiteX0" fmla="*/ 123825 w 863834"/>
              <a:gd name="connsiteY0" fmla="*/ 35718 h 360983"/>
              <a:gd name="connsiteX1" fmla="*/ 361530 w 863834"/>
              <a:gd name="connsiteY1" fmla="*/ 0 h 360983"/>
              <a:gd name="connsiteX2" fmla="*/ 551891 w 863834"/>
              <a:gd name="connsiteY2" fmla="*/ 91901 h 360983"/>
              <a:gd name="connsiteX3" fmla="*/ 623328 w 863834"/>
              <a:gd name="connsiteY3" fmla="*/ 79995 h 360983"/>
              <a:gd name="connsiteX4" fmla="*/ 742391 w 863834"/>
              <a:gd name="connsiteY4" fmla="*/ 206202 h 360983"/>
              <a:gd name="connsiteX5" fmla="*/ 863834 w 863834"/>
              <a:gd name="connsiteY5" fmla="*/ 270495 h 360983"/>
              <a:gd name="connsiteX6" fmla="*/ 685240 w 863834"/>
              <a:gd name="connsiteY6" fmla="*/ 356220 h 360983"/>
              <a:gd name="connsiteX7" fmla="*/ 589991 w 863834"/>
              <a:gd name="connsiteY7" fmla="*/ 360983 h 360983"/>
              <a:gd name="connsiteX8" fmla="*/ 649521 w 863834"/>
              <a:gd name="connsiteY8" fmla="*/ 296689 h 360983"/>
              <a:gd name="connsiteX9" fmla="*/ 578084 w 863834"/>
              <a:gd name="connsiteY9" fmla="*/ 268115 h 360983"/>
              <a:gd name="connsiteX10" fmla="*/ 528077 w 863834"/>
              <a:gd name="connsiteY10" fmla="*/ 194295 h 360983"/>
              <a:gd name="connsiteX11" fmla="*/ 413779 w 863834"/>
              <a:gd name="connsiteY11" fmla="*/ 153814 h 360983"/>
              <a:gd name="connsiteX12" fmla="*/ 292334 w 863834"/>
              <a:gd name="connsiteY12" fmla="*/ 118096 h 360983"/>
              <a:gd name="connsiteX13" fmla="*/ 256616 w 863834"/>
              <a:gd name="connsiteY13" fmla="*/ 79995 h 360983"/>
              <a:gd name="connsiteX14" fmla="*/ 189941 w 863834"/>
              <a:gd name="connsiteY14" fmla="*/ 91902 h 360983"/>
              <a:gd name="connsiteX15" fmla="*/ 244709 w 863834"/>
              <a:gd name="connsiteY15" fmla="*/ 208583 h 360983"/>
              <a:gd name="connsiteX16" fmla="*/ 158985 w 863834"/>
              <a:gd name="connsiteY16" fmla="*/ 189533 h 360983"/>
              <a:gd name="connsiteX17" fmla="*/ 137553 w 863834"/>
              <a:gd name="connsiteY17" fmla="*/ 137146 h 360983"/>
              <a:gd name="connsiteX18" fmla="*/ 61493 w 863834"/>
              <a:gd name="connsiteY18" fmla="*/ 166842 h 360983"/>
              <a:gd name="connsiteX19" fmla="*/ 0 w 863834"/>
              <a:gd name="connsiteY19" fmla="*/ 147792 h 360983"/>
              <a:gd name="connsiteX20" fmla="*/ 123825 w 863834"/>
              <a:gd name="connsiteY20" fmla="*/ 35718 h 360983"/>
              <a:gd name="connsiteX0" fmla="*/ 123825 w 863834"/>
              <a:gd name="connsiteY0" fmla="*/ 35718 h 360983"/>
              <a:gd name="connsiteX1" fmla="*/ 361530 w 863834"/>
              <a:gd name="connsiteY1" fmla="*/ 0 h 360983"/>
              <a:gd name="connsiteX2" fmla="*/ 551891 w 863834"/>
              <a:gd name="connsiteY2" fmla="*/ 91901 h 360983"/>
              <a:gd name="connsiteX3" fmla="*/ 623328 w 863834"/>
              <a:gd name="connsiteY3" fmla="*/ 79995 h 360983"/>
              <a:gd name="connsiteX4" fmla="*/ 742391 w 863834"/>
              <a:gd name="connsiteY4" fmla="*/ 206202 h 360983"/>
              <a:gd name="connsiteX5" fmla="*/ 863834 w 863834"/>
              <a:gd name="connsiteY5" fmla="*/ 270495 h 360983"/>
              <a:gd name="connsiteX6" fmla="*/ 832877 w 863834"/>
              <a:gd name="connsiteY6" fmla="*/ 282402 h 360983"/>
              <a:gd name="connsiteX7" fmla="*/ 685240 w 863834"/>
              <a:gd name="connsiteY7" fmla="*/ 356220 h 360983"/>
              <a:gd name="connsiteX8" fmla="*/ 589991 w 863834"/>
              <a:gd name="connsiteY8" fmla="*/ 360983 h 360983"/>
              <a:gd name="connsiteX9" fmla="*/ 649521 w 863834"/>
              <a:gd name="connsiteY9" fmla="*/ 296689 h 360983"/>
              <a:gd name="connsiteX10" fmla="*/ 578084 w 863834"/>
              <a:gd name="connsiteY10" fmla="*/ 268115 h 360983"/>
              <a:gd name="connsiteX11" fmla="*/ 528077 w 863834"/>
              <a:gd name="connsiteY11" fmla="*/ 194295 h 360983"/>
              <a:gd name="connsiteX12" fmla="*/ 413779 w 863834"/>
              <a:gd name="connsiteY12" fmla="*/ 153814 h 360983"/>
              <a:gd name="connsiteX13" fmla="*/ 292334 w 863834"/>
              <a:gd name="connsiteY13" fmla="*/ 118096 h 360983"/>
              <a:gd name="connsiteX14" fmla="*/ 256616 w 863834"/>
              <a:gd name="connsiteY14" fmla="*/ 79995 h 360983"/>
              <a:gd name="connsiteX15" fmla="*/ 189941 w 863834"/>
              <a:gd name="connsiteY15" fmla="*/ 91902 h 360983"/>
              <a:gd name="connsiteX16" fmla="*/ 244709 w 863834"/>
              <a:gd name="connsiteY16" fmla="*/ 208583 h 360983"/>
              <a:gd name="connsiteX17" fmla="*/ 158985 w 863834"/>
              <a:gd name="connsiteY17" fmla="*/ 189533 h 360983"/>
              <a:gd name="connsiteX18" fmla="*/ 137553 w 863834"/>
              <a:gd name="connsiteY18" fmla="*/ 137146 h 360983"/>
              <a:gd name="connsiteX19" fmla="*/ 61493 w 863834"/>
              <a:gd name="connsiteY19" fmla="*/ 166842 h 360983"/>
              <a:gd name="connsiteX20" fmla="*/ 0 w 863834"/>
              <a:gd name="connsiteY20" fmla="*/ 147792 h 360983"/>
              <a:gd name="connsiteX21" fmla="*/ 123825 w 863834"/>
              <a:gd name="connsiteY21" fmla="*/ 35718 h 360983"/>
              <a:gd name="connsiteX0" fmla="*/ 123825 w 935270"/>
              <a:gd name="connsiteY0" fmla="*/ 35718 h 360983"/>
              <a:gd name="connsiteX1" fmla="*/ 361530 w 935270"/>
              <a:gd name="connsiteY1" fmla="*/ 0 h 360983"/>
              <a:gd name="connsiteX2" fmla="*/ 551891 w 935270"/>
              <a:gd name="connsiteY2" fmla="*/ 91901 h 360983"/>
              <a:gd name="connsiteX3" fmla="*/ 623328 w 935270"/>
              <a:gd name="connsiteY3" fmla="*/ 79995 h 360983"/>
              <a:gd name="connsiteX4" fmla="*/ 742391 w 935270"/>
              <a:gd name="connsiteY4" fmla="*/ 206202 h 360983"/>
              <a:gd name="connsiteX5" fmla="*/ 863834 w 935270"/>
              <a:gd name="connsiteY5" fmla="*/ 270495 h 360983"/>
              <a:gd name="connsiteX6" fmla="*/ 935270 w 935270"/>
              <a:gd name="connsiteY6" fmla="*/ 330027 h 360983"/>
              <a:gd name="connsiteX7" fmla="*/ 685240 w 935270"/>
              <a:gd name="connsiteY7" fmla="*/ 356220 h 360983"/>
              <a:gd name="connsiteX8" fmla="*/ 589991 w 935270"/>
              <a:gd name="connsiteY8" fmla="*/ 360983 h 360983"/>
              <a:gd name="connsiteX9" fmla="*/ 649521 w 935270"/>
              <a:gd name="connsiteY9" fmla="*/ 296689 h 360983"/>
              <a:gd name="connsiteX10" fmla="*/ 578084 w 935270"/>
              <a:gd name="connsiteY10" fmla="*/ 268115 h 360983"/>
              <a:gd name="connsiteX11" fmla="*/ 528077 w 935270"/>
              <a:gd name="connsiteY11" fmla="*/ 194295 h 360983"/>
              <a:gd name="connsiteX12" fmla="*/ 413779 w 935270"/>
              <a:gd name="connsiteY12" fmla="*/ 153814 h 360983"/>
              <a:gd name="connsiteX13" fmla="*/ 292334 w 935270"/>
              <a:gd name="connsiteY13" fmla="*/ 118096 h 360983"/>
              <a:gd name="connsiteX14" fmla="*/ 256616 w 935270"/>
              <a:gd name="connsiteY14" fmla="*/ 79995 h 360983"/>
              <a:gd name="connsiteX15" fmla="*/ 189941 w 935270"/>
              <a:gd name="connsiteY15" fmla="*/ 91902 h 360983"/>
              <a:gd name="connsiteX16" fmla="*/ 244709 w 935270"/>
              <a:gd name="connsiteY16" fmla="*/ 208583 h 360983"/>
              <a:gd name="connsiteX17" fmla="*/ 158985 w 935270"/>
              <a:gd name="connsiteY17" fmla="*/ 189533 h 360983"/>
              <a:gd name="connsiteX18" fmla="*/ 137553 w 935270"/>
              <a:gd name="connsiteY18" fmla="*/ 137146 h 360983"/>
              <a:gd name="connsiteX19" fmla="*/ 61493 w 935270"/>
              <a:gd name="connsiteY19" fmla="*/ 166842 h 360983"/>
              <a:gd name="connsiteX20" fmla="*/ 0 w 935270"/>
              <a:gd name="connsiteY20" fmla="*/ 147792 h 360983"/>
              <a:gd name="connsiteX21" fmla="*/ 123825 w 935270"/>
              <a:gd name="connsiteY21" fmla="*/ 35718 h 360983"/>
              <a:gd name="connsiteX0" fmla="*/ 188539 w 999984"/>
              <a:gd name="connsiteY0" fmla="*/ 35718 h 360983"/>
              <a:gd name="connsiteX1" fmla="*/ 426244 w 999984"/>
              <a:gd name="connsiteY1" fmla="*/ 0 h 360983"/>
              <a:gd name="connsiteX2" fmla="*/ 616605 w 999984"/>
              <a:gd name="connsiteY2" fmla="*/ 91901 h 360983"/>
              <a:gd name="connsiteX3" fmla="*/ 688042 w 999984"/>
              <a:gd name="connsiteY3" fmla="*/ 79995 h 360983"/>
              <a:gd name="connsiteX4" fmla="*/ 807105 w 999984"/>
              <a:gd name="connsiteY4" fmla="*/ 206202 h 360983"/>
              <a:gd name="connsiteX5" fmla="*/ 928548 w 999984"/>
              <a:gd name="connsiteY5" fmla="*/ 270495 h 360983"/>
              <a:gd name="connsiteX6" fmla="*/ 999984 w 999984"/>
              <a:gd name="connsiteY6" fmla="*/ 330027 h 360983"/>
              <a:gd name="connsiteX7" fmla="*/ 749954 w 999984"/>
              <a:gd name="connsiteY7" fmla="*/ 356220 h 360983"/>
              <a:gd name="connsiteX8" fmla="*/ 654705 w 999984"/>
              <a:gd name="connsiteY8" fmla="*/ 360983 h 360983"/>
              <a:gd name="connsiteX9" fmla="*/ 714235 w 999984"/>
              <a:gd name="connsiteY9" fmla="*/ 296689 h 360983"/>
              <a:gd name="connsiteX10" fmla="*/ 642798 w 999984"/>
              <a:gd name="connsiteY10" fmla="*/ 268115 h 360983"/>
              <a:gd name="connsiteX11" fmla="*/ 592791 w 999984"/>
              <a:gd name="connsiteY11" fmla="*/ 194295 h 360983"/>
              <a:gd name="connsiteX12" fmla="*/ 478493 w 999984"/>
              <a:gd name="connsiteY12" fmla="*/ 153814 h 360983"/>
              <a:gd name="connsiteX13" fmla="*/ 357048 w 999984"/>
              <a:gd name="connsiteY13" fmla="*/ 118096 h 360983"/>
              <a:gd name="connsiteX14" fmla="*/ 321330 w 999984"/>
              <a:gd name="connsiteY14" fmla="*/ 79995 h 360983"/>
              <a:gd name="connsiteX15" fmla="*/ 254655 w 999984"/>
              <a:gd name="connsiteY15" fmla="*/ 91902 h 360983"/>
              <a:gd name="connsiteX16" fmla="*/ 309423 w 999984"/>
              <a:gd name="connsiteY16" fmla="*/ 208583 h 360983"/>
              <a:gd name="connsiteX17" fmla="*/ 223699 w 999984"/>
              <a:gd name="connsiteY17" fmla="*/ 189533 h 360983"/>
              <a:gd name="connsiteX18" fmla="*/ 202267 w 999984"/>
              <a:gd name="connsiteY18" fmla="*/ 137146 h 360983"/>
              <a:gd name="connsiteX19" fmla="*/ 0 w 999984"/>
              <a:gd name="connsiteY19" fmla="*/ 350198 h 360983"/>
              <a:gd name="connsiteX20" fmla="*/ 64714 w 999984"/>
              <a:gd name="connsiteY20" fmla="*/ 147792 h 360983"/>
              <a:gd name="connsiteX21" fmla="*/ 188539 w 999984"/>
              <a:gd name="connsiteY21" fmla="*/ 35718 h 360983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21330 w 999984"/>
              <a:gd name="connsiteY14" fmla="*/ 79995 h 389558"/>
              <a:gd name="connsiteX15" fmla="*/ 254655 w 999984"/>
              <a:gd name="connsiteY15" fmla="*/ 91902 h 389558"/>
              <a:gd name="connsiteX16" fmla="*/ 309423 w 999984"/>
              <a:gd name="connsiteY16" fmla="*/ 208583 h 389558"/>
              <a:gd name="connsiteX17" fmla="*/ 223699 w 999984"/>
              <a:gd name="connsiteY17" fmla="*/ 189533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21330 w 999984"/>
              <a:gd name="connsiteY14" fmla="*/ 79995 h 389558"/>
              <a:gd name="connsiteX15" fmla="*/ 254655 w 999984"/>
              <a:gd name="connsiteY15" fmla="*/ 91902 h 389558"/>
              <a:gd name="connsiteX16" fmla="*/ 309423 w 999984"/>
              <a:gd name="connsiteY16" fmla="*/ 208583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21330 w 999984"/>
              <a:gd name="connsiteY14" fmla="*/ 79995 h 389558"/>
              <a:gd name="connsiteX15" fmla="*/ 254655 w 999984"/>
              <a:gd name="connsiteY15" fmla="*/ 91902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21330 w 999984"/>
              <a:gd name="connsiteY14" fmla="*/ 79995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295136 w 999984"/>
              <a:gd name="connsiteY12" fmla="*/ 213345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211791 w 999984"/>
              <a:gd name="connsiteY11" fmla="*/ 196677 h 389558"/>
              <a:gd name="connsiteX12" fmla="*/ 295136 w 999984"/>
              <a:gd name="connsiteY12" fmla="*/ 213345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192741 w 999984"/>
              <a:gd name="connsiteY10" fmla="*/ 146671 h 389558"/>
              <a:gd name="connsiteX11" fmla="*/ 211791 w 999984"/>
              <a:gd name="connsiteY11" fmla="*/ 196677 h 389558"/>
              <a:gd name="connsiteX12" fmla="*/ 295136 w 999984"/>
              <a:gd name="connsiteY12" fmla="*/ 213345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430867 w 999984"/>
              <a:gd name="connsiteY9" fmla="*/ 75233 h 389558"/>
              <a:gd name="connsiteX10" fmla="*/ 192741 w 999984"/>
              <a:gd name="connsiteY10" fmla="*/ 146671 h 389558"/>
              <a:gd name="connsiteX11" fmla="*/ 211791 w 999984"/>
              <a:gd name="connsiteY11" fmla="*/ 196677 h 389558"/>
              <a:gd name="connsiteX12" fmla="*/ 295136 w 999984"/>
              <a:gd name="connsiteY12" fmla="*/ 213345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192741 w 999984"/>
              <a:gd name="connsiteY9" fmla="*/ 146671 h 389558"/>
              <a:gd name="connsiteX10" fmla="*/ 211791 w 999984"/>
              <a:gd name="connsiteY10" fmla="*/ 196677 h 389558"/>
              <a:gd name="connsiteX11" fmla="*/ 295136 w 999984"/>
              <a:gd name="connsiteY11" fmla="*/ 213345 h 389558"/>
              <a:gd name="connsiteX12" fmla="*/ 340379 w 999984"/>
              <a:gd name="connsiteY12" fmla="*/ 280021 h 389558"/>
              <a:gd name="connsiteX13" fmla="*/ 307043 w 999984"/>
              <a:gd name="connsiteY13" fmla="*/ 325264 h 389558"/>
              <a:gd name="connsiteX14" fmla="*/ 257036 w 999984"/>
              <a:gd name="connsiteY14" fmla="*/ 296690 h 389558"/>
              <a:gd name="connsiteX15" fmla="*/ 192741 w 999984"/>
              <a:gd name="connsiteY15" fmla="*/ 308595 h 389558"/>
              <a:gd name="connsiteX16" fmla="*/ 90349 w 999984"/>
              <a:gd name="connsiteY16" fmla="*/ 313358 h 389558"/>
              <a:gd name="connsiteX17" fmla="*/ 42724 w 999984"/>
              <a:gd name="connsiteY17" fmla="*/ 389558 h 389558"/>
              <a:gd name="connsiteX18" fmla="*/ 0 w 999984"/>
              <a:gd name="connsiteY18" fmla="*/ 350198 h 389558"/>
              <a:gd name="connsiteX19" fmla="*/ 64714 w 999984"/>
              <a:gd name="connsiteY19" fmla="*/ 147792 h 389558"/>
              <a:gd name="connsiteX20" fmla="*/ 188539 w 999984"/>
              <a:gd name="connsiteY20" fmla="*/ 35718 h 389558"/>
              <a:gd name="connsiteX0" fmla="*/ 188539 w 999984"/>
              <a:gd name="connsiteY0" fmla="*/ 0 h 353840"/>
              <a:gd name="connsiteX1" fmla="*/ 616605 w 999984"/>
              <a:gd name="connsiteY1" fmla="*/ 56183 h 353840"/>
              <a:gd name="connsiteX2" fmla="*/ 688042 w 999984"/>
              <a:gd name="connsiteY2" fmla="*/ 44277 h 353840"/>
              <a:gd name="connsiteX3" fmla="*/ 807105 w 999984"/>
              <a:gd name="connsiteY3" fmla="*/ 170484 h 353840"/>
              <a:gd name="connsiteX4" fmla="*/ 928548 w 999984"/>
              <a:gd name="connsiteY4" fmla="*/ 234777 h 353840"/>
              <a:gd name="connsiteX5" fmla="*/ 999984 w 999984"/>
              <a:gd name="connsiteY5" fmla="*/ 294309 h 353840"/>
              <a:gd name="connsiteX6" fmla="*/ 749954 w 999984"/>
              <a:gd name="connsiteY6" fmla="*/ 320502 h 353840"/>
              <a:gd name="connsiteX7" fmla="*/ 654705 w 999984"/>
              <a:gd name="connsiteY7" fmla="*/ 325265 h 353840"/>
              <a:gd name="connsiteX8" fmla="*/ 192741 w 999984"/>
              <a:gd name="connsiteY8" fmla="*/ 110953 h 353840"/>
              <a:gd name="connsiteX9" fmla="*/ 211791 w 999984"/>
              <a:gd name="connsiteY9" fmla="*/ 160959 h 353840"/>
              <a:gd name="connsiteX10" fmla="*/ 295136 w 999984"/>
              <a:gd name="connsiteY10" fmla="*/ 177627 h 353840"/>
              <a:gd name="connsiteX11" fmla="*/ 340379 w 999984"/>
              <a:gd name="connsiteY11" fmla="*/ 244303 h 353840"/>
              <a:gd name="connsiteX12" fmla="*/ 307043 w 999984"/>
              <a:gd name="connsiteY12" fmla="*/ 289546 h 353840"/>
              <a:gd name="connsiteX13" fmla="*/ 257036 w 999984"/>
              <a:gd name="connsiteY13" fmla="*/ 260972 h 353840"/>
              <a:gd name="connsiteX14" fmla="*/ 192741 w 999984"/>
              <a:gd name="connsiteY14" fmla="*/ 272877 h 353840"/>
              <a:gd name="connsiteX15" fmla="*/ 90349 w 999984"/>
              <a:gd name="connsiteY15" fmla="*/ 277640 h 353840"/>
              <a:gd name="connsiteX16" fmla="*/ 42724 w 999984"/>
              <a:gd name="connsiteY16" fmla="*/ 353840 h 353840"/>
              <a:gd name="connsiteX17" fmla="*/ 0 w 999984"/>
              <a:gd name="connsiteY17" fmla="*/ 314480 h 353840"/>
              <a:gd name="connsiteX18" fmla="*/ 64714 w 999984"/>
              <a:gd name="connsiteY18" fmla="*/ 112074 h 353840"/>
              <a:gd name="connsiteX19" fmla="*/ 188539 w 999984"/>
              <a:gd name="connsiteY19" fmla="*/ 0 h 353840"/>
              <a:gd name="connsiteX0" fmla="*/ 64714 w 999984"/>
              <a:gd name="connsiteY0" fmla="*/ 67797 h 309563"/>
              <a:gd name="connsiteX1" fmla="*/ 616605 w 999984"/>
              <a:gd name="connsiteY1" fmla="*/ 11906 h 309563"/>
              <a:gd name="connsiteX2" fmla="*/ 688042 w 999984"/>
              <a:gd name="connsiteY2" fmla="*/ 0 h 309563"/>
              <a:gd name="connsiteX3" fmla="*/ 807105 w 999984"/>
              <a:gd name="connsiteY3" fmla="*/ 126207 h 309563"/>
              <a:gd name="connsiteX4" fmla="*/ 928548 w 999984"/>
              <a:gd name="connsiteY4" fmla="*/ 190500 h 309563"/>
              <a:gd name="connsiteX5" fmla="*/ 999984 w 999984"/>
              <a:gd name="connsiteY5" fmla="*/ 250032 h 309563"/>
              <a:gd name="connsiteX6" fmla="*/ 749954 w 999984"/>
              <a:gd name="connsiteY6" fmla="*/ 276225 h 309563"/>
              <a:gd name="connsiteX7" fmla="*/ 654705 w 999984"/>
              <a:gd name="connsiteY7" fmla="*/ 280988 h 309563"/>
              <a:gd name="connsiteX8" fmla="*/ 192741 w 999984"/>
              <a:gd name="connsiteY8" fmla="*/ 66676 h 309563"/>
              <a:gd name="connsiteX9" fmla="*/ 211791 w 999984"/>
              <a:gd name="connsiteY9" fmla="*/ 116682 h 309563"/>
              <a:gd name="connsiteX10" fmla="*/ 295136 w 999984"/>
              <a:gd name="connsiteY10" fmla="*/ 133350 h 309563"/>
              <a:gd name="connsiteX11" fmla="*/ 340379 w 999984"/>
              <a:gd name="connsiteY11" fmla="*/ 200026 h 309563"/>
              <a:gd name="connsiteX12" fmla="*/ 307043 w 999984"/>
              <a:gd name="connsiteY12" fmla="*/ 245269 h 309563"/>
              <a:gd name="connsiteX13" fmla="*/ 257036 w 999984"/>
              <a:gd name="connsiteY13" fmla="*/ 216695 h 309563"/>
              <a:gd name="connsiteX14" fmla="*/ 192741 w 999984"/>
              <a:gd name="connsiteY14" fmla="*/ 228600 h 309563"/>
              <a:gd name="connsiteX15" fmla="*/ 90349 w 999984"/>
              <a:gd name="connsiteY15" fmla="*/ 233363 h 309563"/>
              <a:gd name="connsiteX16" fmla="*/ 42724 w 999984"/>
              <a:gd name="connsiteY16" fmla="*/ 309563 h 309563"/>
              <a:gd name="connsiteX17" fmla="*/ 0 w 999984"/>
              <a:gd name="connsiteY17" fmla="*/ 270203 h 309563"/>
              <a:gd name="connsiteX18" fmla="*/ 64714 w 999984"/>
              <a:gd name="connsiteY18" fmla="*/ 67797 h 309563"/>
              <a:gd name="connsiteX0" fmla="*/ 64714 w 999984"/>
              <a:gd name="connsiteY0" fmla="*/ 67797 h 309563"/>
              <a:gd name="connsiteX1" fmla="*/ 688042 w 999984"/>
              <a:gd name="connsiteY1" fmla="*/ 0 h 309563"/>
              <a:gd name="connsiteX2" fmla="*/ 807105 w 999984"/>
              <a:gd name="connsiteY2" fmla="*/ 126207 h 309563"/>
              <a:gd name="connsiteX3" fmla="*/ 928548 w 999984"/>
              <a:gd name="connsiteY3" fmla="*/ 190500 h 309563"/>
              <a:gd name="connsiteX4" fmla="*/ 999984 w 999984"/>
              <a:gd name="connsiteY4" fmla="*/ 250032 h 309563"/>
              <a:gd name="connsiteX5" fmla="*/ 749954 w 999984"/>
              <a:gd name="connsiteY5" fmla="*/ 276225 h 309563"/>
              <a:gd name="connsiteX6" fmla="*/ 654705 w 999984"/>
              <a:gd name="connsiteY6" fmla="*/ 280988 h 309563"/>
              <a:gd name="connsiteX7" fmla="*/ 192741 w 999984"/>
              <a:gd name="connsiteY7" fmla="*/ 66676 h 309563"/>
              <a:gd name="connsiteX8" fmla="*/ 211791 w 999984"/>
              <a:gd name="connsiteY8" fmla="*/ 116682 h 309563"/>
              <a:gd name="connsiteX9" fmla="*/ 295136 w 999984"/>
              <a:gd name="connsiteY9" fmla="*/ 133350 h 309563"/>
              <a:gd name="connsiteX10" fmla="*/ 340379 w 999984"/>
              <a:gd name="connsiteY10" fmla="*/ 200026 h 309563"/>
              <a:gd name="connsiteX11" fmla="*/ 307043 w 999984"/>
              <a:gd name="connsiteY11" fmla="*/ 245269 h 309563"/>
              <a:gd name="connsiteX12" fmla="*/ 257036 w 999984"/>
              <a:gd name="connsiteY12" fmla="*/ 216695 h 309563"/>
              <a:gd name="connsiteX13" fmla="*/ 192741 w 999984"/>
              <a:gd name="connsiteY13" fmla="*/ 228600 h 309563"/>
              <a:gd name="connsiteX14" fmla="*/ 90349 w 999984"/>
              <a:gd name="connsiteY14" fmla="*/ 233363 h 309563"/>
              <a:gd name="connsiteX15" fmla="*/ 42724 w 999984"/>
              <a:gd name="connsiteY15" fmla="*/ 309563 h 309563"/>
              <a:gd name="connsiteX16" fmla="*/ 0 w 999984"/>
              <a:gd name="connsiteY16" fmla="*/ 270203 h 309563"/>
              <a:gd name="connsiteX17" fmla="*/ 64714 w 999984"/>
              <a:gd name="connsiteY17" fmla="*/ 67797 h 309563"/>
              <a:gd name="connsiteX0" fmla="*/ 64714 w 999984"/>
              <a:gd name="connsiteY0" fmla="*/ 1121 h 242887"/>
              <a:gd name="connsiteX1" fmla="*/ 807105 w 999984"/>
              <a:gd name="connsiteY1" fmla="*/ 59531 h 242887"/>
              <a:gd name="connsiteX2" fmla="*/ 928548 w 999984"/>
              <a:gd name="connsiteY2" fmla="*/ 123824 h 242887"/>
              <a:gd name="connsiteX3" fmla="*/ 999984 w 999984"/>
              <a:gd name="connsiteY3" fmla="*/ 183356 h 242887"/>
              <a:gd name="connsiteX4" fmla="*/ 749954 w 999984"/>
              <a:gd name="connsiteY4" fmla="*/ 209549 h 242887"/>
              <a:gd name="connsiteX5" fmla="*/ 654705 w 999984"/>
              <a:gd name="connsiteY5" fmla="*/ 214312 h 242887"/>
              <a:gd name="connsiteX6" fmla="*/ 192741 w 999984"/>
              <a:gd name="connsiteY6" fmla="*/ 0 h 242887"/>
              <a:gd name="connsiteX7" fmla="*/ 211791 w 999984"/>
              <a:gd name="connsiteY7" fmla="*/ 50006 h 242887"/>
              <a:gd name="connsiteX8" fmla="*/ 295136 w 999984"/>
              <a:gd name="connsiteY8" fmla="*/ 66674 h 242887"/>
              <a:gd name="connsiteX9" fmla="*/ 340379 w 999984"/>
              <a:gd name="connsiteY9" fmla="*/ 133350 h 242887"/>
              <a:gd name="connsiteX10" fmla="*/ 307043 w 999984"/>
              <a:gd name="connsiteY10" fmla="*/ 178593 h 242887"/>
              <a:gd name="connsiteX11" fmla="*/ 257036 w 999984"/>
              <a:gd name="connsiteY11" fmla="*/ 150019 h 242887"/>
              <a:gd name="connsiteX12" fmla="*/ 192741 w 999984"/>
              <a:gd name="connsiteY12" fmla="*/ 161924 h 242887"/>
              <a:gd name="connsiteX13" fmla="*/ 90349 w 999984"/>
              <a:gd name="connsiteY13" fmla="*/ 166687 h 242887"/>
              <a:gd name="connsiteX14" fmla="*/ 42724 w 999984"/>
              <a:gd name="connsiteY14" fmla="*/ 242887 h 242887"/>
              <a:gd name="connsiteX15" fmla="*/ 0 w 999984"/>
              <a:gd name="connsiteY15" fmla="*/ 203527 h 242887"/>
              <a:gd name="connsiteX16" fmla="*/ 64714 w 999984"/>
              <a:gd name="connsiteY16" fmla="*/ 1121 h 242887"/>
              <a:gd name="connsiteX0" fmla="*/ 64714 w 999984"/>
              <a:gd name="connsiteY0" fmla="*/ 1121 h 242887"/>
              <a:gd name="connsiteX1" fmla="*/ 928548 w 999984"/>
              <a:gd name="connsiteY1" fmla="*/ 123824 h 242887"/>
              <a:gd name="connsiteX2" fmla="*/ 999984 w 999984"/>
              <a:gd name="connsiteY2" fmla="*/ 183356 h 242887"/>
              <a:gd name="connsiteX3" fmla="*/ 749954 w 999984"/>
              <a:gd name="connsiteY3" fmla="*/ 209549 h 242887"/>
              <a:gd name="connsiteX4" fmla="*/ 654705 w 999984"/>
              <a:gd name="connsiteY4" fmla="*/ 214312 h 242887"/>
              <a:gd name="connsiteX5" fmla="*/ 192741 w 999984"/>
              <a:gd name="connsiteY5" fmla="*/ 0 h 242887"/>
              <a:gd name="connsiteX6" fmla="*/ 211791 w 999984"/>
              <a:gd name="connsiteY6" fmla="*/ 50006 h 242887"/>
              <a:gd name="connsiteX7" fmla="*/ 295136 w 999984"/>
              <a:gd name="connsiteY7" fmla="*/ 66674 h 242887"/>
              <a:gd name="connsiteX8" fmla="*/ 340379 w 999984"/>
              <a:gd name="connsiteY8" fmla="*/ 133350 h 242887"/>
              <a:gd name="connsiteX9" fmla="*/ 307043 w 999984"/>
              <a:gd name="connsiteY9" fmla="*/ 178593 h 242887"/>
              <a:gd name="connsiteX10" fmla="*/ 257036 w 999984"/>
              <a:gd name="connsiteY10" fmla="*/ 150019 h 242887"/>
              <a:gd name="connsiteX11" fmla="*/ 192741 w 999984"/>
              <a:gd name="connsiteY11" fmla="*/ 161924 h 242887"/>
              <a:gd name="connsiteX12" fmla="*/ 90349 w 999984"/>
              <a:gd name="connsiteY12" fmla="*/ 166687 h 242887"/>
              <a:gd name="connsiteX13" fmla="*/ 42724 w 999984"/>
              <a:gd name="connsiteY13" fmla="*/ 242887 h 242887"/>
              <a:gd name="connsiteX14" fmla="*/ 0 w 999984"/>
              <a:gd name="connsiteY14" fmla="*/ 203527 h 242887"/>
              <a:gd name="connsiteX15" fmla="*/ 64714 w 999984"/>
              <a:gd name="connsiteY15" fmla="*/ 1121 h 242887"/>
              <a:gd name="connsiteX0" fmla="*/ 64714 w 999984"/>
              <a:gd name="connsiteY0" fmla="*/ 1121 h 242887"/>
              <a:gd name="connsiteX1" fmla="*/ 999984 w 999984"/>
              <a:gd name="connsiteY1" fmla="*/ 183356 h 242887"/>
              <a:gd name="connsiteX2" fmla="*/ 749954 w 999984"/>
              <a:gd name="connsiteY2" fmla="*/ 209549 h 242887"/>
              <a:gd name="connsiteX3" fmla="*/ 654705 w 999984"/>
              <a:gd name="connsiteY3" fmla="*/ 214312 h 242887"/>
              <a:gd name="connsiteX4" fmla="*/ 192741 w 999984"/>
              <a:gd name="connsiteY4" fmla="*/ 0 h 242887"/>
              <a:gd name="connsiteX5" fmla="*/ 211791 w 999984"/>
              <a:gd name="connsiteY5" fmla="*/ 50006 h 242887"/>
              <a:gd name="connsiteX6" fmla="*/ 295136 w 999984"/>
              <a:gd name="connsiteY6" fmla="*/ 66674 h 242887"/>
              <a:gd name="connsiteX7" fmla="*/ 340379 w 999984"/>
              <a:gd name="connsiteY7" fmla="*/ 133350 h 242887"/>
              <a:gd name="connsiteX8" fmla="*/ 307043 w 999984"/>
              <a:gd name="connsiteY8" fmla="*/ 178593 h 242887"/>
              <a:gd name="connsiteX9" fmla="*/ 257036 w 999984"/>
              <a:gd name="connsiteY9" fmla="*/ 150019 h 242887"/>
              <a:gd name="connsiteX10" fmla="*/ 192741 w 999984"/>
              <a:gd name="connsiteY10" fmla="*/ 161924 h 242887"/>
              <a:gd name="connsiteX11" fmla="*/ 90349 w 999984"/>
              <a:gd name="connsiteY11" fmla="*/ 166687 h 242887"/>
              <a:gd name="connsiteX12" fmla="*/ 42724 w 999984"/>
              <a:gd name="connsiteY12" fmla="*/ 242887 h 242887"/>
              <a:gd name="connsiteX13" fmla="*/ 0 w 999984"/>
              <a:gd name="connsiteY13" fmla="*/ 203527 h 242887"/>
              <a:gd name="connsiteX14" fmla="*/ 64714 w 999984"/>
              <a:gd name="connsiteY14" fmla="*/ 1121 h 242887"/>
              <a:gd name="connsiteX0" fmla="*/ 64714 w 749954"/>
              <a:gd name="connsiteY0" fmla="*/ 1121 h 242887"/>
              <a:gd name="connsiteX1" fmla="*/ 749954 w 749954"/>
              <a:gd name="connsiteY1" fmla="*/ 209549 h 242887"/>
              <a:gd name="connsiteX2" fmla="*/ 654705 w 749954"/>
              <a:gd name="connsiteY2" fmla="*/ 214312 h 242887"/>
              <a:gd name="connsiteX3" fmla="*/ 192741 w 749954"/>
              <a:gd name="connsiteY3" fmla="*/ 0 h 242887"/>
              <a:gd name="connsiteX4" fmla="*/ 211791 w 749954"/>
              <a:gd name="connsiteY4" fmla="*/ 50006 h 242887"/>
              <a:gd name="connsiteX5" fmla="*/ 295136 w 749954"/>
              <a:gd name="connsiteY5" fmla="*/ 66674 h 242887"/>
              <a:gd name="connsiteX6" fmla="*/ 340379 w 749954"/>
              <a:gd name="connsiteY6" fmla="*/ 133350 h 242887"/>
              <a:gd name="connsiteX7" fmla="*/ 307043 w 749954"/>
              <a:gd name="connsiteY7" fmla="*/ 178593 h 242887"/>
              <a:gd name="connsiteX8" fmla="*/ 257036 w 749954"/>
              <a:gd name="connsiteY8" fmla="*/ 150019 h 242887"/>
              <a:gd name="connsiteX9" fmla="*/ 192741 w 749954"/>
              <a:gd name="connsiteY9" fmla="*/ 161924 h 242887"/>
              <a:gd name="connsiteX10" fmla="*/ 90349 w 749954"/>
              <a:gd name="connsiteY10" fmla="*/ 166687 h 242887"/>
              <a:gd name="connsiteX11" fmla="*/ 42724 w 749954"/>
              <a:gd name="connsiteY11" fmla="*/ 242887 h 242887"/>
              <a:gd name="connsiteX12" fmla="*/ 0 w 749954"/>
              <a:gd name="connsiteY12" fmla="*/ 203527 h 242887"/>
              <a:gd name="connsiteX13" fmla="*/ 64714 w 749954"/>
              <a:gd name="connsiteY13" fmla="*/ 1121 h 242887"/>
              <a:gd name="connsiteX0" fmla="*/ 64714 w 654705"/>
              <a:gd name="connsiteY0" fmla="*/ 1121 h 242887"/>
              <a:gd name="connsiteX1" fmla="*/ 654705 w 654705"/>
              <a:gd name="connsiteY1" fmla="*/ 214312 h 242887"/>
              <a:gd name="connsiteX2" fmla="*/ 192741 w 654705"/>
              <a:gd name="connsiteY2" fmla="*/ 0 h 242887"/>
              <a:gd name="connsiteX3" fmla="*/ 211791 w 654705"/>
              <a:gd name="connsiteY3" fmla="*/ 50006 h 242887"/>
              <a:gd name="connsiteX4" fmla="*/ 295136 w 654705"/>
              <a:gd name="connsiteY4" fmla="*/ 66674 h 242887"/>
              <a:gd name="connsiteX5" fmla="*/ 340379 w 654705"/>
              <a:gd name="connsiteY5" fmla="*/ 133350 h 242887"/>
              <a:gd name="connsiteX6" fmla="*/ 307043 w 654705"/>
              <a:gd name="connsiteY6" fmla="*/ 178593 h 242887"/>
              <a:gd name="connsiteX7" fmla="*/ 257036 w 654705"/>
              <a:gd name="connsiteY7" fmla="*/ 150019 h 242887"/>
              <a:gd name="connsiteX8" fmla="*/ 192741 w 654705"/>
              <a:gd name="connsiteY8" fmla="*/ 161924 h 242887"/>
              <a:gd name="connsiteX9" fmla="*/ 90349 w 654705"/>
              <a:gd name="connsiteY9" fmla="*/ 166687 h 242887"/>
              <a:gd name="connsiteX10" fmla="*/ 42724 w 654705"/>
              <a:gd name="connsiteY10" fmla="*/ 242887 h 242887"/>
              <a:gd name="connsiteX11" fmla="*/ 0 w 654705"/>
              <a:gd name="connsiteY11" fmla="*/ 203527 h 242887"/>
              <a:gd name="connsiteX12" fmla="*/ 64714 w 654705"/>
              <a:gd name="connsiteY12" fmla="*/ 1121 h 242887"/>
              <a:gd name="connsiteX0" fmla="*/ 64714 w 340379"/>
              <a:gd name="connsiteY0" fmla="*/ 1121 h 242887"/>
              <a:gd name="connsiteX1" fmla="*/ 192741 w 340379"/>
              <a:gd name="connsiteY1" fmla="*/ 0 h 242887"/>
              <a:gd name="connsiteX2" fmla="*/ 211791 w 340379"/>
              <a:gd name="connsiteY2" fmla="*/ 50006 h 242887"/>
              <a:gd name="connsiteX3" fmla="*/ 295136 w 340379"/>
              <a:gd name="connsiteY3" fmla="*/ 66674 h 242887"/>
              <a:gd name="connsiteX4" fmla="*/ 340379 w 340379"/>
              <a:gd name="connsiteY4" fmla="*/ 133350 h 242887"/>
              <a:gd name="connsiteX5" fmla="*/ 307043 w 340379"/>
              <a:gd name="connsiteY5" fmla="*/ 178593 h 242887"/>
              <a:gd name="connsiteX6" fmla="*/ 257036 w 340379"/>
              <a:gd name="connsiteY6" fmla="*/ 150019 h 242887"/>
              <a:gd name="connsiteX7" fmla="*/ 192741 w 340379"/>
              <a:gd name="connsiteY7" fmla="*/ 161924 h 242887"/>
              <a:gd name="connsiteX8" fmla="*/ 90349 w 340379"/>
              <a:gd name="connsiteY8" fmla="*/ 166687 h 242887"/>
              <a:gd name="connsiteX9" fmla="*/ 42724 w 340379"/>
              <a:gd name="connsiteY9" fmla="*/ 242887 h 242887"/>
              <a:gd name="connsiteX10" fmla="*/ 0 w 340379"/>
              <a:gd name="connsiteY10" fmla="*/ 203527 h 242887"/>
              <a:gd name="connsiteX11" fmla="*/ 64714 w 340379"/>
              <a:gd name="connsiteY11" fmla="*/ 1121 h 242887"/>
              <a:gd name="connsiteX0" fmla="*/ 17089 w 340379"/>
              <a:gd name="connsiteY0" fmla="*/ 82084 h 242887"/>
              <a:gd name="connsiteX1" fmla="*/ 192741 w 340379"/>
              <a:gd name="connsiteY1" fmla="*/ 0 h 242887"/>
              <a:gd name="connsiteX2" fmla="*/ 211791 w 340379"/>
              <a:gd name="connsiteY2" fmla="*/ 50006 h 242887"/>
              <a:gd name="connsiteX3" fmla="*/ 295136 w 340379"/>
              <a:gd name="connsiteY3" fmla="*/ 66674 h 242887"/>
              <a:gd name="connsiteX4" fmla="*/ 340379 w 340379"/>
              <a:gd name="connsiteY4" fmla="*/ 133350 h 242887"/>
              <a:gd name="connsiteX5" fmla="*/ 307043 w 340379"/>
              <a:gd name="connsiteY5" fmla="*/ 178593 h 242887"/>
              <a:gd name="connsiteX6" fmla="*/ 257036 w 340379"/>
              <a:gd name="connsiteY6" fmla="*/ 150019 h 242887"/>
              <a:gd name="connsiteX7" fmla="*/ 192741 w 340379"/>
              <a:gd name="connsiteY7" fmla="*/ 161924 h 242887"/>
              <a:gd name="connsiteX8" fmla="*/ 90349 w 340379"/>
              <a:gd name="connsiteY8" fmla="*/ 166687 h 242887"/>
              <a:gd name="connsiteX9" fmla="*/ 42724 w 340379"/>
              <a:gd name="connsiteY9" fmla="*/ 242887 h 242887"/>
              <a:gd name="connsiteX10" fmla="*/ 0 w 340379"/>
              <a:gd name="connsiteY10" fmla="*/ 203527 h 242887"/>
              <a:gd name="connsiteX11" fmla="*/ 17089 w 340379"/>
              <a:gd name="connsiteY11" fmla="*/ 82084 h 242887"/>
              <a:gd name="connsiteX0" fmla="*/ 17089 w 340379"/>
              <a:gd name="connsiteY0" fmla="*/ 32078 h 192881"/>
              <a:gd name="connsiteX1" fmla="*/ 118922 w 340379"/>
              <a:gd name="connsiteY1" fmla="*/ 47625 h 192881"/>
              <a:gd name="connsiteX2" fmla="*/ 211791 w 340379"/>
              <a:gd name="connsiteY2" fmla="*/ 0 h 192881"/>
              <a:gd name="connsiteX3" fmla="*/ 295136 w 340379"/>
              <a:gd name="connsiteY3" fmla="*/ 16668 h 192881"/>
              <a:gd name="connsiteX4" fmla="*/ 340379 w 340379"/>
              <a:gd name="connsiteY4" fmla="*/ 83344 h 192881"/>
              <a:gd name="connsiteX5" fmla="*/ 307043 w 340379"/>
              <a:gd name="connsiteY5" fmla="*/ 128587 h 192881"/>
              <a:gd name="connsiteX6" fmla="*/ 257036 w 340379"/>
              <a:gd name="connsiteY6" fmla="*/ 100013 h 192881"/>
              <a:gd name="connsiteX7" fmla="*/ 192741 w 340379"/>
              <a:gd name="connsiteY7" fmla="*/ 111918 h 192881"/>
              <a:gd name="connsiteX8" fmla="*/ 90349 w 340379"/>
              <a:gd name="connsiteY8" fmla="*/ 116681 h 192881"/>
              <a:gd name="connsiteX9" fmla="*/ 42724 w 340379"/>
              <a:gd name="connsiteY9" fmla="*/ 192881 h 192881"/>
              <a:gd name="connsiteX10" fmla="*/ 0 w 340379"/>
              <a:gd name="connsiteY10" fmla="*/ 153521 h 192881"/>
              <a:gd name="connsiteX11" fmla="*/ 17089 w 340379"/>
              <a:gd name="connsiteY11" fmla="*/ 32078 h 192881"/>
              <a:gd name="connsiteX0" fmla="*/ 17089 w 340379"/>
              <a:gd name="connsiteY0" fmla="*/ 32078 h 192881"/>
              <a:gd name="connsiteX1" fmla="*/ 121303 w 340379"/>
              <a:gd name="connsiteY1" fmla="*/ 66675 h 192881"/>
              <a:gd name="connsiteX2" fmla="*/ 211791 w 340379"/>
              <a:gd name="connsiteY2" fmla="*/ 0 h 192881"/>
              <a:gd name="connsiteX3" fmla="*/ 295136 w 340379"/>
              <a:gd name="connsiteY3" fmla="*/ 16668 h 192881"/>
              <a:gd name="connsiteX4" fmla="*/ 340379 w 340379"/>
              <a:gd name="connsiteY4" fmla="*/ 83344 h 192881"/>
              <a:gd name="connsiteX5" fmla="*/ 307043 w 340379"/>
              <a:gd name="connsiteY5" fmla="*/ 128587 h 192881"/>
              <a:gd name="connsiteX6" fmla="*/ 257036 w 340379"/>
              <a:gd name="connsiteY6" fmla="*/ 100013 h 192881"/>
              <a:gd name="connsiteX7" fmla="*/ 192741 w 340379"/>
              <a:gd name="connsiteY7" fmla="*/ 111918 h 192881"/>
              <a:gd name="connsiteX8" fmla="*/ 90349 w 340379"/>
              <a:gd name="connsiteY8" fmla="*/ 116681 h 192881"/>
              <a:gd name="connsiteX9" fmla="*/ 42724 w 340379"/>
              <a:gd name="connsiteY9" fmla="*/ 192881 h 192881"/>
              <a:gd name="connsiteX10" fmla="*/ 0 w 340379"/>
              <a:gd name="connsiteY10" fmla="*/ 153521 h 192881"/>
              <a:gd name="connsiteX11" fmla="*/ 17089 w 340379"/>
              <a:gd name="connsiteY11" fmla="*/ 32078 h 192881"/>
              <a:gd name="connsiteX0" fmla="*/ 17089 w 340379"/>
              <a:gd name="connsiteY0" fmla="*/ 32078 h 245269"/>
              <a:gd name="connsiteX1" fmla="*/ 121303 w 340379"/>
              <a:gd name="connsiteY1" fmla="*/ 66675 h 245269"/>
              <a:gd name="connsiteX2" fmla="*/ 211791 w 340379"/>
              <a:gd name="connsiteY2" fmla="*/ 0 h 245269"/>
              <a:gd name="connsiteX3" fmla="*/ 295136 w 340379"/>
              <a:gd name="connsiteY3" fmla="*/ 16668 h 245269"/>
              <a:gd name="connsiteX4" fmla="*/ 340379 w 340379"/>
              <a:gd name="connsiteY4" fmla="*/ 83344 h 245269"/>
              <a:gd name="connsiteX5" fmla="*/ 307043 w 340379"/>
              <a:gd name="connsiteY5" fmla="*/ 128587 h 245269"/>
              <a:gd name="connsiteX6" fmla="*/ 257036 w 340379"/>
              <a:gd name="connsiteY6" fmla="*/ 100013 h 245269"/>
              <a:gd name="connsiteX7" fmla="*/ 192741 w 340379"/>
              <a:gd name="connsiteY7" fmla="*/ 111918 h 245269"/>
              <a:gd name="connsiteX8" fmla="*/ 92731 w 340379"/>
              <a:gd name="connsiteY8" fmla="*/ 245269 h 245269"/>
              <a:gd name="connsiteX9" fmla="*/ 42724 w 340379"/>
              <a:gd name="connsiteY9" fmla="*/ 192881 h 245269"/>
              <a:gd name="connsiteX10" fmla="*/ 0 w 340379"/>
              <a:gd name="connsiteY10" fmla="*/ 153521 h 245269"/>
              <a:gd name="connsiteX11" fmla="*/ 17089 w 340379"/>
              <a:gd name="connsiteY11" fmla="*/ 32078 h 245269"/>
              <a:gd name="connsiteX0" fmla="*/ 17089 w 340379"/>
              <a:gd name="connsiteY0" fmla="*/ 32078 h 271461"/>
              <a:gd name="connsiteX1" fmla="*/ 121303 w 340379"/>
              <a:gd name="connsiteY1" fmla="*/ 66675 h 271461"/>
              <a:gd name="connsiteX2" fmla="*/ 211791 w 340379"/>
              <a:gd name="connsiteY2" fmla="*/ 0 h 271461"/>
              <a:gd name="connsiteX3" fmla="*/ 295136 w 340379"/>
              <a:gd name="connsiteY3" fmla="*/ 16668 h 271461"/>
              <a:gd name="connsiteX4" fmla="*/ 340379 w 340379"/>
              <a:gd name="connsiteY4" fmla="*/ 83344 h 271461"/>
              <a:gd name="connsiteX5" fmla="*/ 307043 w 340379"/>
              <a:gd name="connsiteY5" fmla="*/ 128587 h 271461"/>
              <a:gd name="connsiteX6" fmla="*/ 257036 w 340379"/>
              <a:gd name="connsiteY6" fmla="*/ 100013 h 271461"/>
              <a:gd name="connsiteX7" fmla="*/ 185597 w 340379"/>
              <a:gd name="connsiteY7" fmla="*/ 271461 h 271461"/>
              <a:gd name="connsiteX8" fmla="*/ 92731 w 340379"/>
              <a:gd name="connsiteY8" fmla="*/ 245269 h 271461"/>
              <a:gd name="connsiteX9" fmla="*/ 42724 w 340379"/>
              <a:gd name="connsiteY9" fmla="*/ 192881 h 271461"/>
              <a:gd name="connsiteX10" fmla="*/ 0 w 340379"/>
              <a:gd name="connsiteY10" fmla="*/ 153521 h 271461"/>
              <a:gd name="connsiteX11" fmla="*/ 17089 w 340379"/>
              <a:gd name="connsiteY11" fmla="*/ 32078 h 271461"/>
              <a:gd name="connsiteX0" fmla="*/ 17089 w 340379"/>
              <a:gd name="connsiteY0" fmla="*/ 32078 h 271461"/>
              <a:gd name="connsiteX1" fmla="*/ 121303 w 340379"/>
              <a:gd name="connsiteY1" fmla="*/ 66675 h 271461"/>
              <a:gd name="connsiteX2" fmla="*/ 211791 w 340379"/>
              <a:gd name="connsiteY2" fmla="*/ 0 h 271461"/>
              <a:gd name="connsiteX3" fmla="*/ 295136 w 340379"/>
              <a:gd name="connsiteY3" fmla="*/ 16668 h 271461"/>
              <a:gd name="connsiteX4" fmla="*/ 340379 w 340379"/>
              <a:gd name="connsiteY4" fmla="*/ 83344 h 271461"/>
              <a:gd name="connsiteX5" fmla="*/ 307043 w 340379"/>
              <a:gd name="connsiteY5" fmla="*/ 128587 h 271461"/>
              <a:gd name="connsiteX6" fmla="*/ 245130 w 340379"/>
              <a:gd name="connsiteY6" fmla="*/ 216694 h 271461"/>
              <a:gd name="connsiteX7" fmla="*/ 185597 w 340379"/>
              <a:gd name="connsiteY7" fmla="*/ 271461 h 271461"/>
              <a:gd name="connsiteX8" fmla="*/ 92731 w 340379"/>
              <a:gd name="connsiteY8" fmla="*/ 245269 h 271461"/>
              <a:gd name="connsiteX9" fmla="*/ 42724 w 340379"/>
              <a:gd name="connsiteY9" fmla="*/ 192881 h 271461"/>
              <a:gd name="connsiteX10" fmla="*/ 0 w 340379"/>
              <a:gd name="connsiteY10" fmla="*/ 153521 h 271461"/>
              <a:gd name="connsiteX11" fmla="*/ 17089 w 340379"/>
              <a:gd name="connsiteY11" fmla="*/ 32078 h 271461"/>
              <a:gd name="connsiteX0" fmla="*/ 17089 w 340379"/>
              <a:gd name="connsiteY0" fmla="*/ 32078 h 271461"/>
              <a:gd name="connsiteX1" fmla="*/ 121303 w 340379"/>
              <a:gd name="connsiteY1" fmla="*/ 66675 h 271461"/>
              <a:gd name="connsiteX2" fmla="*/ 211791 w 340379"/>
              <a:gd name="connsiteY2" fmla="*/ 0 h 271461"/>
              <a:gd name="connsiteX3" fmla="*/ 295136 w 340379"/>
              <a:gd name="connsiteY3" fmla="*/ 16668 h 271461"/>
              <a:gd name="connsiteX4" fmla="*/ 340379 w 340379"/>
              <a:gd name="connsiteY4" fmla="*/ 83344 h 271461"/>
              <a:gd name="connsiteX5" fmla="*/ 199887 w 340379"/>
              <a:gd name="connsiteY5" fmla="*/ 138112 h 271461"/>
              <a:gd name="connsiteX6" fmla="*/ 245130 w 340379"/>
              <a:gd name="connsiteY6" fmla="*/ 216694 h 271461"/>
              <a:gd name="connsiteX7" fmla="*/ 185597 w 340379"/>
              <a:gd name="connsiteY7" fmla="*/ 271461 h 271461"/>
              <a:gd name="connsiteX8" fmla="*/ 92731 w 340379"/>
              <a:gd name="connsiteY8" fmla="*/ 245269 h 271461"/>
              <a:gd name="connsiteX9" fmla="*/ 42724 w 340379"/>
              <a:gd name="connsiteY9" fmla="*/ 192881 h 271461"/>
              <a:gd name="connsiteX10" fmla="*/ 0 w 340379"/>
              <a:gd name="connsiteY10" fmla="*/ 153521 h 271461"/>
              <a:gd name="connsiteX11" fmla="*/ 17089 w 340379"/>
              <a:gd name="connsiteY11" fmla="*/ 32078 h 271461"/>
              <a:gd name="connsiteX0" fmla="*/ 17089 w 359429"/>
              <a:gd name="connsiteY0" fmla="*/ 32078 h 271461"/>
              <a:gd name="connsiteX1" fmla="*/ 121303 w 359429"/>
              <a:gd name="connsiteY1" fmla="*/ 66675 h 271461"/>
              <a:gd name="connsiteX2" fmla="*/ 211791 w 359429"/>
              <a:gd name="connsiteY2" fmla="*/ 0 h 271461"/>
              <a:gd name="connsiteX3" fmla="*/ 295136 w 359429"/>
              <a:gd name="connsiteY3" fmla="*/ 16668 h 271461"/>
              <a:gd name="connsiteX4" fmla="*/ 359429 w 359429"/>
              <a:gd name="connsiteY4" fmla="*/ 111919 h 271461"/>
              <a:gd name="connsiteX5" fmla="*/ 199887 w 359429"/>
              <a:gd name="connsiteY5" fmla="*/ 138112 h 271461"/>
              <a:gd name="connsiteX6" fmla="*/ 245130 w 359429"/>
              <a:gd name="connsiteY6" fmla="*/ 216694 h 271461"/>
              <a:gd name="connsiteX7" fmla="*/ 185597 w 359429"/>
              <a:gd name="connsiteY7" fmla="*/ 271461 h 271461"/>
              <a:gd name="connsiteX8" fmla="*/ 92731 w 359429"/>
              <a:gd name="connsiteY8" fmla="*/ 245269 h 271461"/>
              <a:gd name="connsiteX9" fmla="*/ 42724 w 359429"/>
              <a:gd name="connsiteY9" fmla="*/ 192881 h 271461"/>
              <a:gd name="connsiteX10" fmla="*/ 0 w 359429"/>
              <a:gd name="connsiteY10" fmla="*/ 153521 h 271461"/>
              <a:gd name="connsiteX11" fmla="*/ 17089 w 359429"/>
              <a:gd name="connsiteY11" fmla="*/ 32078 h 271461"/>
              <a:gd name="connsiteX0" fmla="*/ 17089 w 414199"/>
              <a:gd name="connsiteY0" fmla="*/ 32078 h 271461"/>
              <a:gd name="connsiteX1" fmla="*/ 121303 w 414199"/>
              <a:gd name="connsiteY1" fmla="*/ 66675 h 271461"/>
              <a:gd name="connsiteX2" fmla="*/ 211791 w 414199"/>
              <a:gd name="connsiteY2" fmla="*/ 0 h 271461"/>
              <a:gd name="connsiteX3" fmla="*/ 414199 w 414199"/>
              <a:gd name="connsiteY3" fmla="*/ 40481 h 271461"/>
              <a:gd name="connsiteX4" fmla="*/ 359429 w 414199"/>
              <a:gd name="connsiteY4" fmla="*/ 111919 h 271461"/>
              <a:gd name="connsiteX5" fmla="*/ 199887 w 414199"/>
              <a:gd name="connsiteY5" fmla="*/ 138112 h 271461"/>
              <a:gd name="connsiteX6" fmla="*/ 245130 w 414199"/>
              <a:gd name="connsiteY6" fmla="*/ 216694 h 271461"/>
              <a:gd name="connsiteX7" fmla="*/ 185597 w 414199"/>
              <a:gd name="connsiteY7" fmla="*/ 271461 h 271461"/>
              <a:gd name="connsiteX8" fmla="*/ 92731 w 414199"/>
              <a:gd name="connsiteY8" fmla="*/ 245269 h 271461"/>
              <a:gd name="connsiteX9" fmla="*/ 42724 w 414199"/>
              <a:gd name="connsiteY9" fmla="*/ 192881 h 271461"/>
              <a:gd name="connsiteX10" fmla="*/ 0 w 414199"/>
              <a:gd name="connsiteY10" fmla="*/ 153521 h 271461"/>
              <a:gd name="connsiteX11" fmla="*/ 17089 w 414199"/>
              <a:gd name="connsiteY11" fmla="*/ 32078 h 271461"/>
              <a:gd name="connsiteX0" fmla="*/ 17089 w 435629"/>
              <a:gd name="connsiteY0" fmla="*/ 32078 h 271461"/>
              <a:gd name="connsiteX1" fmla="*/ 121303 w 435629"/>
              <a:gd name="connsiteY1" fmla="*/ 66675 h 271461"/>
              <a:gd name="connsiteX2" fmla="*/ 211791 w 435629"/>
              <a:gd name="connsiteY2" fmla="*/ 0 h 271461"/>
              <a:gd name="connsiteX3" fmla="*/ 414199 w 435629"/>
              <a:gd name="connsiteY3" fmla="*/ 40481 h 271461"/>
              <a:gd name="connsiteX4" fmla="*/ 435629 w 435629"/>
              <a:gd name="connsiteY4" fmla="*/ 247650 h 271461"/>
              <a:gd name="connsiteX5" fmla="*/ 199887 w 435629"/>
              <a:gd name="connsiteY5" fmla="*/ 138112 h 271461"/>
              <a:gd name="connsiteX6" fmla="*/ 245130 w 435629"/>
              <a:gd name="connsiteY6" fmla="*/ 216694 h 271461"/>
              <a:gd name="connsiteX7" fmla="*/ 185597 w 435629"/>
              <a:gd name="connsiteY7" fmla="*/ 271461 h 271461"/>
              <a:gd name="connsiteX8" fmla="*/ 92731 w 435629"/>
              <a:gd name="connsiteY8" fmla="*/ 245269 h 271461"/>
              <a:gd name="connsiteX9" fmla="*/ 42724 w 435629"/>
              <a:gd name="connsiteY9" fmla="*/ 192881 h 271461"/>
              <a:gd name="connsiteX10" fmla="*/ 0 w 435629"/>
              <a:gd name="connsiteY10" fmla="*/ 153521 h 271461"/>
              <a:gd name="connsiteX11" fmla="*/ 17089 w 435629"/>
              <a:gd name="connsiteY11" fmla="*/ 32078 h 271461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490399 w 490399"/>
              <a:gd name="connsiteY3" fmla="*/ 121444 h 271461"/>
              <a:gd name="connsiteX4" fmla="*/ 435629 w 490399"/>
              <a:gd name="connsiteY4" fmla="*/ 247650 h 271461"/>
              <a:gd name="connsiteX5" fmla="*/ 199887 w 490399"/>
              <a:gd name="connsiteY5" fmla="*/ 138112 h 271461"/>
              <a:gd name="connsiteX6" fmla="*/ 245130 w 490399"/>
              <a:gd name="connsiteY6" fmla="*/ 216694 h 271461"/>
              <a:gd name="connsiteX7" fmla="*/ 185597 w 490399"/>
              <a:gd name="connsiteY7" fmla="*/ 271461 h 271461"/>
              <a:gd name="connsiteX8" fmla="*/ 92731 w 490399"/>
              <a:gd name="connsiteY8" fmla="*/ 245269 h 271461"/>
              <a:gd name="connsiteX9" fmla="*/ 42724 w 490399"/>
              <a:gd name="connsiteY9" fmla="*/ 192881 h 271461"/>
              <a:gd name="connsiteX10" fmla="*/ 0 w 490399"/>
              <a:gd name="connsiteY10" fmla="*/ 153521 h 271461"/>
              <a:gd name="connsiteX11" fmla="*/ 17089 w 490399"/>
              <a:gd name="connsiteY11" fmla="*/ 32078 h 271461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308739 w 490399"/>
              <a:gd name="connsiteY3" fmla="*/ 45024 h 271461"/>
              <a:gd name="connsiteX4" fmla="*/ 490399 w 490399"/>
              <a:gd name="connsiteY4" fmla="*/ 121444 h 271461"/>
              <a:gd name="connsiteX5" fmla="*/ 435629 w 490399"/>
              <a:gd name="connsiteY5" fmla="*/ 247650 h 271461"/>
              <a:gd name="connsiteX6" fmla="*/ 199887 w 490399"/>
              <a:gd name="connsiteY6" fmla="*/ 138112 h 271461"/>
              <a:gd name="connsiteX7" fmla="*/ 245130 w 490399"/>
              <a:gd name="connsiteY7" fmla="*/ 216694 h 271461"/>
              <a:gd name="connsiteX8" fmla="*/ 185597 w 490399"/>
              <a:gd name="connsiteY8" fmla="*/ 271461 h 271461"/>
              <a:gd name="connsiteX9" fmla="*/ 92731 w 490399"/>
              <a:gd name="connsiteY9" fmla="*/ 245269 h 271461"/>
              <a:gd name="connsiteX10" fmla="*/ 42724 w 490399"/>
              <a:gd name="connsiteY10" fmla="*/ 192881 h 271461"/>
              <a:gd name="connsiteX11" fmla="*/ 0 w 490399"/>
              <a:gd name="connsiteY11" fmla="*/ 153521 h 271461"/>
              <a:gd name="connsiteX12" fmla="*/ 17089 w 490399"/>
              <a:gd name="connsiteY12" fmla="*/ 32078 h 271461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392083 w 490399"/>
              <a:gd name="connsiteY3" fmla="*/ 37880 h 271461"/>
              <a:gd name="connsiteX4" fmla="*/ 490399 w 490399"/>
              <a:gd name="connsiteY4" fmla="*/ 121444 h 271461"/>
              <a:gd name="connsiteX5" fmla="*/ 435629 w 490399"/>
              <a:gd name="connsiteY5" fmla="*/ 247650 h 271461"/>
              <a:gd name="connsiteX6" fmla="*/ 199887 w 490399"/>
              <a:gd name="connsiteY6" fmla="*/ 138112 h 271461"/>
              <a:gd name="connsiteX7" fmla="*/ 245130 w 490399"/>
              <a:gd name="connsiteY7" fmla="*/ 216694 h 271461"/>
              <a:gd name="connsiteX8" fmla="*/ 185597 w 490399"/>
              <a:gd name="connsiteY8" fmla="*/ 271461 h 271461"/>
              <a:gd name="connsiteX9" fmla="*/ 92731 w 490399"/>
              <a:gd name="connsiteY9" fmla="*/ 245269 h 271461"/>
              <a:gd name="connsiteX10" fmla="*/ 42724 w 490399"/>
              <a:gd name="connsiteY10" fmla="*/ 192881 h 271461"/>
              <a:gd name="connsiteX11" fmla="*/ 0 w 490399"/>
              <a:gd name="connsiteY11" fmla="*/ 153521 h 271461"/>
              <a:gd name="connsiteX12" fmla="*/ 17089 w 490399"/>
              <a:gd name="connsiteY12" fmla="*/ 32078 h 271461"/>
              <a:gd name="connsiteX0" fmla="*/ 17089 w 490399"/>
              <a:gd name="connsiteY0" fmla="*/ 32078 h 276224"/>
              <a:gd name="connsiteX1" fmla="*/ 121303 w 490399"/>
              <a:gd name="connsiteY1" fmla="*/ 66675 h 276224"/>
              <a:gd name="connsiteX2" fmla="*/ 211791 w 490399"/>
              <a:gd name="connsiteY2" fmla="*/ 0 h 276224"/>
              <a:gd name="connsiteX3" fmla="*/ 392083 w 490399"/>
              <a:gd name="connsiteY3" fmla="*/ 37880 h 276224"/>
              <a:gd name="connsiteX4" fmla="*/ 490399 w 490399"/>
              <a:gd name="connsiteY4" fmla="*/ 121444 h 276224"/>
              <a:gd name="connsiteX5" fmla="*/ 435629 w 490399"/>
              <a:gd name="connsiteY5" fmla="*/ 247650 h 276224"/>
              <a:gd name="connsiteX6" fmla="*/ 326093 w 490399"/>
              <a:gd name="connsiteY6" fmla="*/ 276224 h 276224"/>
              <a:gd name="connsiteX7" fmla="*/ 245130 w 490399"/>
              <a:gd name="connsiteY7" fmla="*/ 216694 h 276224"/>
              <a:gd name="connsiteX8" fmla="*/ 185597 w 490399"/>
              <a:gd name="connsiteY8" fmla="*/ 271461 h 276224"/>
              <a:gd name="connsiteX9" fmla="*/ 92731 w 490399"/>
              <a:gd name="connsiteY9" fmla="*/ 245269 h 276224"/>
              <a:gd name="connsiteX10" fmla="*/ 42724 w 490399"/>
              <a:gd name="connsiteY10" fmla="*/ 192881 h 276224"/>
              <a:gd name="connsiteX11" fmla="*/ 0 w 490399"/>
              <a:gd name="connsiteY11" fmla="*/ 153521 h 276224"/>
              <a:gd name="connsiteX12" fmla="*/ 17089 w 490399"/>
              <a:gd name="connsiteY12" fmla="*/ 32078 h 276224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392083 w 490399"/>
              <a:gd name="connsiteY3" fmla="*/ 37880 h 271461"/>
              <a:gd name="connsiteX4" fmla="*/ 490399 w 490399"/>
              <a:gd name="connsiteY4" fmla="*/ 121444 h 271461"/>
              <a:gd name="connsiteX5" fmla="*/ 435629 w 490399"/>
              <a:gd name="connsiteY5" fmla="*/ 247650 h 271461"/>
              <a:gd name="connsiteX6" fmla="*/ 259418 w 490399"/>
              <a:gd name="connsiteY6" fmla="*/ 102393 h 271461"/>
              <a:gd name="connsiteX7" fmla="*/ 245130 w 490399"/>
              <a:gd name="connsiteY7" fmla="*/ 216694 h 271461"/>
              <a:gd name="connsiteX8" fmla="*/ 185597 w 490399"/>
              <a:gd name="connsiteY8" fmla="*/ 271461 h 271461"/>
              <a:gd name="connsiteX9" fmla="*/ 92731 w 490399"/>
              <a:gd name="connsiteY9" fmla="*/ 245269 h 271461"/>
              <a:gd name="connsiteX10" fmla="*/ 42724 w 490399"/>
              <a:gd name="connsiteY10" fmla="*/ 192881 h 271461"/>
              <a:gd name="connsiteX11" fmla="*/ 0 w 490399"/>
              <a:gd name="connsiteY11" fmla="*/ 153521 h 271461"/>
              <a:gd name="connsiteX12" fmla="*/ 17089 w 490399"/>
              <a:gd name="connsiteY12" fmla="*/ 32078 h 271461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392083 w 490399"/>
              <a:gd name="connsiteY3" fmla="*/ 37880 h 271461"/>
              <a:gd name="connsiteX4" fmla="*/ 490399 w 490399"/>
              <a:gd name="connsiteY4" fmla="*/ 121444 h 271461"/>
              <a:gd name="connsiteX5" fmla="*/ 435629 w 490399"/>
              <a:gd name="connsiteY5" fmla="*/ 247650 h 271461"/>
              <a:gd name="connsiteX6" fmla="*/ 228461 w 490399"/>
              <a:gd name="connsiteY6" fmla="*/ 100012 h 271461"/>
              <a:gd name="connsiteX7" fmla="*/ 245130 w 490399"/>
              <a:gd name="connsiteY7" fmla="*/ 216694 h 271461"/>
              <a:gd name="connsiteX8" fmla="*/ 185597 w 490399"/>
              <a:gd name="connsiteY8" fmla="*/ 271461 h 271461"/>
              <a:gd name="connsiteX9" fmla="*/ 92731 w 490399"/>
              <a:gd name="connsiteY9" fmla="*/ 245269 h 271461"/>
              <a:gd name="connsiteX10" fmla="*/ 42724 w 490399"/>
              <a:gd name="connsiteY10" fmla="*/ 192881 h 271461"/>
              <a:gd name="connsiteX11" fmla="*/ 0 w 490399"/>
              <a:gd name="connsiteY11" fmla="*/ 153521 h 271461"/>
              <a:gd name="connsiteX12" fmla="*/ 17089 w 490399"/>
              <a:gd name="connsiteY12" fmla="*/ 32078 h 271461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392083 w 490399"/>
              <a:gd name="connsiteY3" fmla="*/ 37880 h 271461"/>
              <a:gd name="connsiteX4" fmla="*/ 490399 w 490399"/>
              <a:gd name="connsiteY4" fmla="*/ 121444 h 271461"/>
              <a:gd name="connsiteX5" fmla="*/ 435629 w 490399"/>
              <a:gd name="connsiteY5" fmla="*/ 247650 h 271461"/>
              <a:gd name="connsiteX6" fmla="*/ 228461 w 490399"/>
              <a:gd name="connsiteY6" fmla="*/ 100012 h 271461"/>
              <a:gd name="connsiteX7" fmla="*/ 107018 w 490399"/>
              <a:gd name="connsiteY7" fmla="*/ 185738 h 271461"/>
              <a:gd name="connsiteX8" fmla="*/ 185597 w 490399"/>
              <a:gd name="connsiteY8" fmla="*/ 271461 h 271461"/>
              <a:gd name="connsiteX9" fmla="*/ 92731 w 490399"/>
              <a:gd name="connsiteY9" fmla="*/ 245269 h 271461"/>
              <a:gd name="connsiteX10" fmla="*/ 42724 w 490399"/>
              <a:gd name="connsiteY10" fmla="*/ 192881 h 271461"/>
              <a:gd name="connsiteX11" fmla="*/ 0 w 490399"/>
              <a:gd name="connsiteY11" fmla="*/ 153521 h 271461"/>
              <a:gd name="connsiteX12" fmla="*/ 17089 w 490399"/>
              <a:gd name="connsiteY12" fmla="*/ 32078 h 271461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392083 w 490399"/>
              <a:gd name="connsiteY3" fmla="*/ 37880 h 271461"/>
              <a:gd name="connsiteX4" fmla="*/ 490399 w 490399"/>
              <a:gd name="connsiteY4" fmla="*/ 121444 h 271461"/>
              <a:gd name="connsiteX5" fmla="*/ 435629 w 490399"/>
              <a:gd name="connsiteY5" fmla="*/ 247650 h 271461"/>
              <a:gd name="connsiteX6" fmla="*/ 228461 w 490399"/>
              <a:gd name="connsiteY6" fmla="*/ 100012 h 271461"/>
              <a:gd name="connsiteX7" fmla="*/ 214174 w 490399"/>
              <a:gd name="connsiteY7" fmla="*/ 188119 h 271461"/>
              <a:gd name="connsiteX8" fmla="*/ 185597 w 490399"/>
              <a:gd name="connsiteY8" fmla="*/ 271461 h 271461"/>
              <a:gd name="connsiteX9" fmla="*/ 92731 w 490399"/>
              <a:gd name="connsiteY9" fmla="*/ 245269 h 271461"/>
              <a:gd name="connsiteX10" fmla="*/ 42724 w 490399"/>
              <a:gd name="connsiteY10" fmla="*/ 192881 h 271461"/>
              <a:gd name="connsiteX11" fmla="*/ 0 w 490399"/>
              <a:gd name="connsiteY11" fmla="*/ 153521 h 271461"/>
              <a:gd name="connsiteX12" fmla="*/ 17089 w 490399"/>
              <a:gd name="connsiteY12" fmla="*/ 32078 h 271461"/>
              <a:gd name="connsiteX0" fmla="*/ 17089 w 490399"/>
              <a:gd name="connsiteY0" fmla="*/ 32078 h 261936"/>
              <a:gd name="connsiteX1" fmla="*/ 121303 w 490399"/>
              <a:gd name="connsiteY1" fmla="*/ 66675 h 261936"/>
              <a:gd name="connsiteX2" fmla="*/ 211791 w 490399"/>
              <a:gd name="connsiteY2" fmla="*/ 0 h 261936"/>
              <a:gd name="connsiteX3" fmla="*/ 392083 w 490399"/>
              <a:gd name="connsiteY3" fmla="*/ 37880 h 261936"/>
              <a:gd name="connsiteX4" fmla="*/ 490399 w 490399"/>
              <a:gd name="connsiteY4" fmla="*/ 121444 h 261936"/>
              <a:gd name="connsiteX5" fmla="*/ 435629 w 490399"/>
              <a:gd name="connsiteY5" fmla="*/ 247650 h 261936"/>
              <a:gd name="connsiteX6" fmla="*/ 228461 w 490399"/>
              <a:gd name="connsiteY6" fmla="*/ 100012 h 261936"/>
              <a:gd name="connsiteX7" fmla="*/ 214174 w 490399"/>
              <a:gd name="connsiteY7" fmla="*/ 188119 h 261936"/>
              <a:gd name="connsiteX8" fmla="*/ 228459 w 490399"/>
              <a:gd name="connsiteY8" fmla="*/ 261936 h 261936"/>
              <a:gd name="connsiteX9" fmla="*/ 92731 w 490399"/>
              <a:gd name="connsiteY9" fmla="*/ 245269 h 261936"/>
              <a:gd name="connsiteX10" fmla="*/ 42724 w 490399"/>
              <a:gd name="connsiteY10" fmla="*/ 192881 h 261936"/>
              <a:gd name="connsiteX11" fmla="*/ 0 w 490399"/>
              <a:gd name="connsiteY11" fmla="*/ 153521 h 261936"/>
              <a:gd name="connsiteX12" fmla="*/ 17089 w 490399"/>
              <a:gd name="connsiteY12" fmla="*/ 32078 h 261936"/>
              <a:gd name="connsiteX0" fmla="*/ 17089 w 490399"/>
              <a:gd name="connsiteY0" fmla="*/ 32078 h 261936"/>
              <a:gd name="connsiteX1" fmla="*/ 121303 w 490399"/>
              <a:gd name="connsiteY1" fmla="*/ 66675 h 261936"/>
              <a:gd name="connsiteX2" fmla="*/ 211791 w 490399"/>
              <a:gd name="connsiteY2" fmla="*/ 0 h 261936"/>
              <a:gd name="connsiteX3" fmla="*/ 392083 w 490399"/>
              <a:gd name="connsiteY3" fmla="*/ 37880 h 261936"/>
              <a:gd name="connsiteX4" fmla="*/ 490399 w 490399"/>
              <a:gd name="connsiteY4" fmla="*/ 121444 h 261936"/>
              <a:gd name="connsiteX5" fmla="*/ 435629 w 490399"/>
              <a:gd name="connsiteY5" fmla="*/ 247650 h 261936"/>
              <a:gd name="connsiteX6" fmla="*/ 259417 w 490399"/>
              <a:gd name="connsiteY6" fmla="*/ 128587 h 261936"/>
              <a:gd name="connsiteX7" fmla="*/ 214174 w 490399"/>
              <a:gd name="connsiteY7" fmla="*/ 188119 h 261936"/>
              <a:gd name="connsiteX8" fmla="*/ 228459 w 490399"/>
              <a:gd name="connsiteY8" fmla="*/ 261936 h 261936"/>
              <a:gd name="connsiteX9" fmla="*/ 92731 w 490399"/>
              <a:gd name="connsiteY9" fmla="*/ 245269 h 261936"/>
              <a:gd name="connsiteX10" fmla="*/ 42724 w 490399"/>
              <a:gd name="connsiteY10" fmla="*/ 192881 h 261936"/>
              <a:gd name="connsiteX11" fmla="*/ 0 w 490399"/>
              <a:gd name="connsiteY11" fmla="*/ 153521 h 261936"/>
              <a:gd name="connsiteX12" fmla="*/ 17089 w 490399"/>
              <a:gd name="connsiteY12" fmla="*/ 32078 h 261936"/>
              <a:gd name="connsiteX0" fmla="*/ 93289 w 566599"/>
              <a:gd name="connsiteY0" fmla="*/ 32078 h 261936"/>
              <a:gd name="connsiteX1" fmla="*/ 197503 w 566599"/>
              <a:gd name="connsiteY1" fmla="*/ 66675 h 261936"/>
              <a:gd name="connsiteX2" fmla="*/ 287991 w 566599"/>
              <a:gd name="connsiteY2" fmla="*/ 0 h 261936"/>
              <a:gd name="connsiteX3" fmla="*/ 468283 w 566599"/>
              <a:gd name="connsiteY3" fmla="*/ 37880 h 261936"/>
              <a:gd name="connsiteX4" fmla="*/ 566599 w 566599"/>
              <a:gd name="connsiteY4" fmla="*/ 121444 h 261936"/>
              <a:gd name="connsiteX5" fmla="*/ 511829 w 566599"/>
              <a:gd name="connsiteY5" fmla="*/ 247650 h 261936"/>
              <a:gd name="connsiteX6" fmla="*/ 335617 w 566599"/>
              <a:gd name="connsiteY6" fmla="*/ 128587 h 261936"/>
              <a:gd name="connsiteX7" fmla="*/ 290374 w 566599"/>
              <a:gd name="connsiteY7" fmla="*/ 188119 h 261936"/>
              <a:gd name="connsiteX8" fmla="*/ 304659 w 566599"/>
              <a:gd name="connsiteY8" fmla="*/ 261936 h 261936"/>
              <a:gd name="connsiteX9" fmla="*/ 168931 w 566599"/>
              <a:gd name="connsiteY9" fmla="*/ 245269 h 261936"/>
              <a:gd name="connsiteX10" fmla="*/ 118924 w 566599"/>
              <a:gd name="connsiteY10" fmla="*/ 192881 h 261936"/>
              <a:gd name="connsiteX11" fmla="*/ 0 w 566599"/>
              <a:gd name="connsiteY11" fmla="*/ 129709 h 261936"/>
              <a:gd name="connsiteX12" fmla="*/ 93289 w 566599"/>
              <a:gd name="connsiteY12" fmla="*/ 32078 h 261936"/>
              <a:gd name="connsiteX0" fmla="*/ 93289 w 566599"/>
              <a:gd name="connsiteY0" fmla="*/ 32078 h 373856"/>
              <a:gd name="connsiteX1" fmla="*/ 197503 w 566599"/>
              <a:gd name="connsiteY1" fmla="*/ 66675 h 373856"/>
              <a:gd name="connsiteX2" fmla="*/ 287991 w 566599"/>
              <a:gd name="connsiteY2" fmla="*/ 0 h 373856"/>
              <a:gd name="connsiteX3" fmla="*/ 468283 w 566599"/>
              <a:gd name="connsiteY3" fmla="*/ 37880 h 373856"/>
              <a:gd name="connsiteX4" fmla="*/ 566599 w 566599"/>
              <a:gd name="connsiteY4" fmla="*/ 121444 h 373856"/>
              <a:gd name="connsiteX5" fmla="*/ 511829 w 566599"/>
              <a:gd name="connsiteY5" fmla="*/ 247650 h 373856"/>
              <a:gd name="connsiteX6" fmla="*/ 335617 w 566599"/>
              <a:gd name="connsiteY6" fmla="*/ 128587 h 373856"/>
              <a:gd name="connsiteX7" fmla="*/ 290374 w 566599"/>
              <a:gd name="connsiteY7" fmla="*/ 188119 h 373856"/>
              <a:gd name="connsiteX8" fmla="*/ 304659 w 566599"/>
              <a:gd name="connsiteY8" fmla="*/ 261936 h 373856"/>
              <a:gd name="connsiteX9" fmla="*/ 168931 w 566599"/>
              <a:gd name="connsiteY9" fmla="*/ 245269 h 373856"/>
              <a:gd name="connsiteX10" fmla="*/ 42724 w 566599"/>
              <a:gd name="connsiteY10" fmla="*/ 373856 h 373856"/>
              <a:gd name="connsiteX11" fmla="*/ 0 w 566599"/>
              <a:gd name="connsiteY11" fmla="*/ 129709 h 373856"/>
              <a:gd name="connsiteX12" fmla="*/ 93289 w 566599"/>
              <a:gd name="connsiteY12" fmla="*/ 32078 h 373856"/>
              <a:gd name="connsiteX0" fmla="*/ 93289 w 566599"/>
              <a:gd name="connsiteY0" fmla="*/ 32078 h 452438"/>
              <a:gd name="connsiteX1" fmla="*/ 197503 w 566599"/>
              <a:gd name="connsiteY1" fmla="*/ 66675 h 452438"/>
              <a:gd name="connsiteX2" fmla="*/ 287991 w 566599"/>
              <a:gd name="connsiteY2" fmla="*/ 0 h 452438"/>
              <a:gd name="connsiteX3" fmla="*/ 468283 w 566599"/>
              <a:gd name="connsiteY3" fmla="*/ 37880 h 452438"/>
              <a:gd name="connsiteX4" fmla="*/ 566599 w 566599"/>
              <a:gd name="connsiteY4" fmla="*/ 121444 h 452438"/>
              <a:gd name="connsiteX5" fmla="*/ 511829 w 566599"/>
              <a:gd name="connsiteY5" fmla="*/ 247650 h 452438"/>
              <a:gd name="connsiteX6" fmla="*/ 335617 w 566599"/>
              <a:gd name="connsiteY6" fmla="*/ 128587 h 452438"/>
              <a:gd name="connsiteX7" fmla="*/ 290374 w 566599"/>
              <a:gd name="connsiteY7" fmla="*/ 188119 h 452438"/>
              <a:gd name="connsiteX8" fmla="*/ 304659 w 566599"/>
              <a:gd name="connsiteY8" fmla="*/ 261936 h 452438"/>
              <a:gd name="connsiteX9" fmla="*/ 4624 w 566599"/>
              <a:gd name="connsiteY9" fmla="*/ 452438 h 452438"/>
              <a:gd name="connsiteX10" fmla="*/ 42724 w 566599"/>
              <a:gd name="connsiteY10" fmla="*/ 373856 h 452438"/>
              <a:gd name="connsiteX11" fmla="*/ 0 w 566599"/>
              <a:gd name="connsiteY11" fmla="*/ 129709 h 452438"/>
              <a:gd name="connsiteX12" fmla="*/ 93289 w 566599"/>
              <a:gd name="connsiteY12" fmla="*/ 32078 h 452438"/>
              <a:gd name="connsiteX0" fmla="*/ 93289 w 566599"/>
              <a:gd name="connsiteY0" fmla="*/ 32078 h 495299"/>
              <a:gd name="connsiteX1" fmla="*/ 197503 w 566599"/>
              <a:gd name="connsiteY1" fmla="*/ 66675 h 495299"/>
              <a:gd name="connsiteX2" fmla="*/ 287991 w 566599"/>
              <a:gd name="connsiteY2" fmla="*/ 0 h 495299"/>
              <a:gd name="connsiteX3" fmla="*/ 468283 w 566599"/>
              <a:gd name="connsiteY3" fmla="*/ 37880 h 495299"/>
              <a:gd name="connsiteX4" fmla="*/ 566599 w 566599"/>
              <a:gd name="connsiteY4" fmla="*/ 121444 h 495299"/>
              <a:gd name="connsiteX5" fmla="*/ 511829 w 566599"/>
              <a:gd name="connsiteY5" fmla="*/ 247650 h 495299"/>
              <a:gd name="connsiteX6" fmla="*/ 335617 w 566599"/>
              <a:gd name="connsiteY6" fmla="*/ 128587 h 495299"/>
              <a:gd name="connsiteX7" fmla="*/ 290374 w 566599"/>
              <a:gd name="connsiteY7" fmla="*/ 188119 h 495299"/>
              <a:gd name="connsiteX8" fmla="*/ 37959 w 566599"/>
              <a:gd name="connsiteY8" fmla="*/ 495299 h 495299"/>
              <a:gd name="connsiteX9" fmla="*/ 4624 w 566599"/>
              <a:gd name="connsiteY9" fmla="*/ 452438 h 495299"/>
              <a:gd name="connsiteX10" fmla="*/ 42724 w 566599"/>
              <a:gd name="connsiteY10" fmla="*/ 373856 h 495299"/>
              <a:gd name="connsiteX11" fmla="*/ 0 w 566599"/>
              <a:gd name="connsiteY11" fmla="*/ 129709 h 495299"/>
              <a:gd name="connsiteX12" fmla="*/ 93289 w 566599"/>
              <a:gd name="connsiteY12" fmla="*/ 32078 h 495299"/>
              <a:gd name="connsiteX0" fmla="*/ 226778 w 700088"/>
              <a:gd name="connsiteY0" fmla="*/ 32078 h 702469"/>
              <a:gd name="connsiteX1" fmla="*/ 330992 w 700088"/>
              <a:gd name="connsiteY1" fmla="*/ 66675 h 702469"/>
              <a:gd name="connsiteX2" fmla="*/ 421480 w 700088"/>
              <a:gd name="connsiteY2" fmla="*/ 0 h 702469"/>
              <a:gd name="connsiteX3" fmla="*/ 601772 w 700088"/>
              <a:gd name="connsiteY3" fmla="*/ 37880 h 702469"/>
              <a:gd name="connsiteX4" fmla="*/ 700088 w 700088"/>
              <a:gd name="connsiteY4" fmla="*/ 121444 h 702469"/>
              <a:gd name="connsiteX5" fmla="*/ 645318 w 700088"/>
              <a:gd name="connsiteY5" fmla="*/ 247650 h 702469"/>
              <a:gd name="connsiteX6" fmla="*/ 469106 w 700088"/>
              <a:gd name="connsiteY6" fmla="*/ 128587 h 702469"/>
              <a:gd name="connsiteX7" fmla="*/ 0 w 700088"/>
              <a:gd name="connsiteY7" fmla="*/ 702469 h 702469"/>
              <a:gd name="connsiteX8" fmla="*/ 171448 w 700088"/>
              <a:gd name="connsiteY8" fmla="*/ 495299 h 702469"/>
              <a:gd name="connsiteX9" fmla="*/ 138113 w 700088"/>
              <a:gd name="connsiteY9" fmla="*/ 452438 h 702469"/>
              <a:gd name="connsiteX10" fmla="*/ 176213 w 700088"/>
              <a:gd name="connsiteY10" fmla="*/ 373856 h 702469"/>
              <a:gd name="connsiteX11" fmla="*/ 133489 w 700088"/>
              <a:gd name="connsiteY11" fmla="*/ 129709 h 702469"/>
              <a:gd name="connsiteX12" fmla="*/ 226778 w 700088"/>
              <a:gd name="connsiteY12" fmla="*/ 32078 h 702469"/>
              <a:gd name="connsiteX0" fmla="*/ 226778 w 700088"/>
              <a:gd name="connsiteY0" fmla="*/ 32078 h 864393"/>
              <a:gd name="connsiteX1" fmla="*/ 330992 w 700088"/>
              <a:gd name="connsiteY1" fmla="*/ 66675 h 864393"/>
              <a:gd name="connsiteX2" fmla="*/ 421480 w 700088"/>
              <a:gd name="connsiteY2" fmla="*/ 0 h 864393"/>
              <a:gd name="connsiteX3" fmla="*/ 601772 w 700088"/>
              <a:gd name="connsiteY3" fmla="*/ 37880 h 864393"/>
              <a:gd name="connsiteX4" fmla="*/ 700088 w 700088"/>
              <a:gd name="connsiteY4" fmla="*/ 121444 h 864393"/>
              <a:gd name="connsiteX5" fmla="*/ 645318 w 700088"/>
              <a:gd name="connsiteY5" fmla="*/ 247650 h 864393"/>
              <a:gd name="connsiteX6" fmla="*/ 307181 w 700088"/>
              <a:gd name="connsiteY6" fmla="*/ 864393 h 864393"/>
              <a:gd name="connsiteX7" fmla="*/ 0 w 700088"/>
              <a:gd name="connsiteY7" fmla="*/ 702469 h 864393"/>
              <a:gd name="connsiteX8" fmla="*/ 171448 w 700088"/>
              <a:gd name="connsiteY8" fmla="*/ 495299 h 864393"/>
              <a:gd name="connsiteX9" fmla="*/ 138113 w 700088"/>
              <a:gd name="connsiteY9" fmla="*/ 452438 h 864393"/>
              <a:gd name="connsiteX10" fmla="*/ 176213 w 700088"/>
              <a:gd name="connsiteY10" fmla="*/ 373856 h 864393"/>
              <a:gd name="connsiteX11" fmla="*/ 133489 w 700088"/>
              <a:gd name="connsiteY11" fmla="*/ 129709 h 864393"/>
              <a:gd name="connsiteX12" fmla="*/ 226778 w 700088"/>
              <a:gd name="connsiteY12" fmla="*/ 32078 h 864393"/>
              <a:gd name="connsiteX0" fmla="*/ 226778 w 700088"/>
              <a:gd name="connsiteY0" fmla="*/ 32078 h 864393"/>
              <a:gd name="connsiteX1" fmla="*/ 330992 w 700088"/>
              <a:gd name="connsiteY1" fmla="*/ 66675 h 864393"/>
              <a:gd name="connsiteX2" fmla="*/ 421480 w 700088"/>
              <a:gd name="connsiteY2" fmla="*/ 0 h 864393"/>
              <a:gd name="connsiteX3" fmla="*/ 601772 w 700088"/>
              <a:gd name="connsiteY3" fmla="*/ 37880 h 864393"/>
              <a:gd name="connsiteX4" fmla="*/ 700088 w 700088"/>
              <a:gd name="connsiteY4" fmla="*/ 121444 h 864393"/>
              <a:gd name="connsiteX5" fmla="*/ 378618 w 700088"/>
              <a:gd name="connsiteY5" fmla="*/ 854869 h 864393"/>
              <a:gd name="connsiteX6" fmla="*/ 307181 w 700088"/>
              <a:gd name="connsiteY6" fmla="*/ 864393 h 864393"/>
              <a:gd name="connsiteX7" fmla="*/ 0 w 700088"/>
              <a:gd name="connsiteY7" fmla="*/ 702469 h 864393"/>
              <a:gd name="connsiteX8" fmla="*/ 171448 w 700088"/>
              <a:gd name="connsiteY8" fmla="*/ 495299 h 864393"/>
              <a:gd name="connsiteX9" fmla="*/ 138113 w 700088"/>
              <a:gd name="connsiteY9" fmla="*/ 452438 h 864393"/>
              <a:gd name="connsiteX10" fmla="*/ 176213 w 700088"/>
              <a:gd name="connsiteY10" fmla="*/ 373856 h 864393"/>
              <a:gd name="connsiteX11" fmla="*/ 133489 w 700088"/>
              <a:gd name="connsiteY11" fmla="*/ 129709 h 864393"/>
              <a:gd name="connsiteX12" fmla="*/ 226778 w 700088"/>
              <a:gd name="connsiteY12" fmla="*/ 32078 h 864393"/>
              <a:gd name="connsiteX0" fmla="*/ 226778 w 601772"/>
              <a:gd name="connsiteY0" fmla="*/ 32078 h 1038225"/>
              <a:gd name="connsiteX1" fmla="*/ 330992 w 601772"/>
              <a:gd name="connsiteY1" fmla="*/ 66675 h 1038225"/>
              <a:gd name="connsiteX2" fmla="*/ 421480 w 601772"/>
              <a:gd name="connsiteY2" fmla="*/ 0 h 1038225"/>
              <a:gd name="connsiteX3" fmla="*/ 601772 w 601772"/>
              <a:gd name="connsiteY3" fmla="*/ 37880 h 1038225"/>
              <a:gd name="connsiteX4" fmla="*/ 523875 w 601772"/>
              <a:gd name="connsiteY4" fmla="*/ 1038225 h 1038225"/>
              <a:gd name="connsiteX5" fmla="*/ 378618 w 601772"/>
              <a:gd name="connsiteY5" fmla="*/ 854869 h 1038225"/>
              <a:gd name="connsiteX6" fmla="*/ 307181 w 601772"/>
              <a:gd name="connsiteY6" fmla="*/ 864393 h 1038225"/>
              <a:gd name="connsiteX7" fmla="*/ 0 w 601772"/>
              <a:gd name="connsiteY7" fmla="*/ 702469 h 1038225"/>
              <a:gd name="connsiteX8" fmla="*/ 171448 w 601772"/>
              <a:gd name="connsiteY8" fmla="*/ 495299 h 1038225"/>
              <a:gd name="connsiteX9" fmla="*/ 138113 w 601772"/>
              <a:gd name="connsiteY9" fmla="*/ 452438 h 1038225"/>
              <a:gd name="connsiteX10" fmla="*/ 176213 w 601772"/>
              <a:gd name="connsiteY10" fmla="*/ 373856 h 1038225"/>
              <a:gd name="connsiteX11" fmla="*/ 133489 w 601772"/>
              <a:gd name="connsiteY11" fmla="*/ 129709 h 1038225"/>
              <a:gd name="connsiteX12" fmla="*/ 226778 w 601772"/>
              <a:gd name="connsiteY12" fmla="*/ 32078 h 1038225"/>
              <a:gd name="connsiteX0" fmla="*/ 226778 w 951815"/>
              <a:gd name="connsiteY0" fmla="*/ 32078 h 1038225"/>
              <a:gd name="connsiteX1" fmla="*/ 330992 w 951815"/>
              <a:gd name="connsiteY1" fmla="*/ 66675 h 1038225"/>
              <a:gd name="connsiteX2" fmla="*/ 421480 w 951815"/>
              <a:gd name="connsiteY2" fmla="*/ 0 h 1038225"/>
              <a:gd name="connsiteX3" fmla="*/ 951815 w 951815"/>
              <a:gd name="connsiteY3" fmla="*/ 321249 h 1038225"/>
              <a:gd name="connsiteX4" fmla="*/ 523875 w 951815"/>
              <a:gd name="connsiteY4" fmla="*/ 1038225 h 1038225"/>
              <a:gd name="connsiteX5" fmla="*/ 378618 w 951815"/>
              <a:gd name="connsiteY5" fmla="*/ 854869 h 1038225"/>
              <a:gd name="connsiteX6" fmla="*/ 307181 w 951815"/>
              <a:gd name="connsiteY6" fmla="*/ 864393 h 1038225"/>
              <a:gd name="connsiteX7" fmla="*/ 0 w 951815"/>
              <a:gd name="connsiteY7" fmla="*/ 702469 h 1038225"/>
              <a:gd name="connsiteX8" fmla="*/ 171448 w 951815"/>
              <a:gd name="connsiteY8" fmla="*/ 495299 h 1038225"/>
              <a:gd name="connsiteX9" fmla="*/ 138113 w 951815"/>
              <a:gd name="connsiteY9" fmla="*/ 452438 h 1038225"/>
              <a:gd name="connsiteX10" fmla="*/ 176213 w 951815"/>
              <a:gd name="connsiteY10" fmla="*/ 373856 h 1038225"/>
              <a:gd name="connsiteX11" fmla="*/ 133489 w 951815"/>
              <a:gd name="connsiteY11" fmla="*/ 129709 h 1038225"/>
              <a:gd name="connsiteX12" fmla="*/ 226778 w 951815"/>
              <a:gd name="connsiteY12" fmla="*/ 32078 h 1038225"/>
              <a:gd name="connsiteX0" fmla="*/ 226778 w 951815"/>
              <a:gd name="connsiteY0" fmla="*/ 0 h 1006147"/>
              <a:gd name="connsiteX1" fmla="*/ 330992 w 951815"/>
              <a:gd name="connsiteY1" fmla="*/ 34597 h 1006147"/>
              <a:gd name="connsiteX2" fmla="*/ 459580 w 951815"/>
              <a:gd name="connsiteY2" fmla="*/ 391784 h 1006147"/>
              <a:gd name="connsiteX3" fmla="*/ 951815 w 951815"/>
              <a:gd name="connsiteY3" fmla="*/ 289171 h 1006147"/>
              <a:gd name="connsiteX4" fmla="*/ 523875 w 951815"/>
              <a:gd name="connsiteY4" fmla="*/ 1006147 h 1006147"/>
              <a:gd name="connsiteX5" fmla="*/ 378618 w 951815"/>
              <a:gd name="connsiteY5" fmla="*/ 822791 h 1006147"/>
              <a:gd name="connsiteX6" fmla="*/ 307181 w 951815"/>
              <a:gd name="connsiteY6" fmla="*/ 832315 h 1006147"/>
              <a:gd name="connsiteX7" fmla="*/ 0 w 951815"/>
              <a:gd name="connsiteY7" fmla="*/ 670391 h 1006147"/>
              <a:gd name="connsiteX8" fmla="*/ 171448 w 951815"/>
              <a:gd name="connsiteY8" fmla="*/ 463221 h 1006147"/>
              <a:gd name="connsiteX9" fmla="*/ 138113 w 951815"/>
              <a:gd name="connsiteY9" fmla="*/ 420360 h 1006147"/>
              <a:gd name="connsiteX10" fmla="*/ 176213 w 951815"/>
              <a:gd name="connsiteY10" fmla="*/ 341778 h 1006147"/>
              <a:gd name="connsiteX11" fmla="*/ 133489 w 951815"/>
              <a:gd name="connsiteY11" fmla="*/ 97631 h 1006147"/>
              <a:gd name="connsiteX12" fmla="*/ 226778 w 951815"/>
              <a:gd name="connsiteY12" fmla="*/ 0 h 1006147"/>
              <a:gd name="connsiteX0" fmla="*/ 226778 w 951815"/>
              <a:gd name="connsiteY0" fmla="*/ 179715 h 1185862"/>
              <a:gd name="connsiteX1" fmla="*/ 350042 w 951815"/>
              <a:gd name="connsiteY1" fmla="*/ 0 h 1185862"/>
              <a:gd name="connsiteX2" fmla="*/ 459580 w 951815"/>
              <a:gd name="connsiteY2" fmla="*/ 571499 h 1185862"/>
              <a:gd name="connsiteX3" fmla="*/ 951815 w 951815"/>
              <a:gd name="connsiteY3" fmla="*/ 468886 h 1185862"/>
              <a:gd name="connsiteX4" fmla="*/ 523875 w 951815"/>
              <a:gd name="connsiteY4" fmla="*/ 1185862 h 1185862"/>
              <a:gd name="connsiteX5" fmla="*/ 378618 w 951815"/>
              <a:gd name="connsiteY5" fmla="*/ 1002506 h 1185862"/>
              <a:gd name="connsiteX6" fmla="*/ 307181 w 951815"/>
              <a:gd name="connsiteY6" fmla="*/ 1012030 h 1185862"/>
              <a:gd name="connsiteX7" fmla="*/ 0 w 951815"/>
              <a:gd name="connsiteY7" fmla="*/ 850106 h 1185862"/>
              <a:gd name="connsiteX8" fmla="*/ 171448 w 951815"/>
              <a:gd name="connsiteY8" fmla="*/ 642936 h 1185862"/>
              <a:gd name="connsiteX9" fmla="*/ 138113 w 951815"/>
              <a:gd name="connsiteY9" fmla="*/ 600075 h 1185862"/>
              <a:gd name="connsiteX10" fmla="*/ 176213 w 951815"/>
              <a:gd name="connsiteY10" fmla="*/ 521493 h 1185862"/>
              <a:gd name="connsiteX11" fmla="*/ 133489 w 951815"/>
              <a:gd name="connsiteY11" fmla="*/ 277346 h 1185862"/>
              <a:gd name="connsiteX12" fmla="*/ 226778 w 951815"/>
              <a:gd name="connsiteY12" fmla="*/ 179715 h 1185862"/>
              <a:gd name="connsiteX0" fmla="*/ 217253 w 951815"/>
              <a:gd name="connsiteY0" fmla="*/ 153521 h 1185862"/>
              <a:gd name="connsiteX1" fmla="*/ 350042 w 951815"/>
              <a:gd name="connsiteY1" fmla="*/ 0 h 1185862"/>
              <a:gd name="connsiteX2" fmla="*/ 459580 w 951815"/>
              <a:gd name="connsiteY2" fmla="*/ 571499 h 1185862"/>
              <a:gd name="connsiteX3" fmla="*/ 951815 w 951815"/>
              <a:gd name="connsiteY3" fmla="*/ 468886 h 1185862"/>
              <a:gd name="connsiteX4" fmla="*/ 523875 w 951815"/>
              <a:gd name="connsiteY4" fmla="*/ 1185862 h 1185862"/>
              <a:gd name="connsiteX5" fmla="*/ 378618 w 951815"/>
              <a:gd name="connsiteY5" fmla="*/ 1002506 h 1185862"/>
              <a:gd name="connsiteX6" fmla="*/ 307181 w 951815"/>
              <a:gd name="connsiteY6" fmla="*/ 1012030 h 1185862"/>
              <a:gd name="connsiteX7" fmla="*/ 0 w 951815"/>
              <a:gd name="connsiteY7" fmla="*/ 850106 h 1185862"/>
              <a:gd name="connsiteX8" fmla="*/ 171448 w 951815"/>
              <a:gd name="connsiteY8" fmla="*/ 642936 h 1185862"/>
              <a:gd name="connsiteX9" fmla="*/ 138113 w 951815"/>
              <a:gd name="connsiteY9" fmla="*/ 600075 h 1185862"/>
              <a:gd name="connsiteX10" fmla="*/ 176213 w 951815"/>
              <a:gd name="connsiteY10" fmla="*/ 521493 h 1185862"/>
              <a:gd name="connsiteX11" fmla="*/ 133489 w 951815"/>
              <a:gd name="connsiteY11" fmla="*/ 277346 h 1185862"/>
              <a:gd name="connsiteX12" fmla="*/ 217253 w 951815"/>
              <a:gd name="connsiteY12" fmla="*/ 153521 h 1185862"/>
              <a:gd name="connsiteX0" fmla="*/ 217253 w 951815"/>
              <a:gd name="connsiteY0" fmla="*/ 270203 h 1302544"/>
              <a:gd name="connsiteX1" fmla="*/ 350042 w 951815"/>
              <a:gd name="connsiteY1" fmla="*/ 116682 h 1302544"/>
              <a:gd name="connsiteX2" fmla="*/ 459580 w 951815"/>
              <a:gd name="connsiteY2" fmla="*/ 0 h 1302544"/>
              <a:gd name="connsiteX3" fmla="*/ 951815 w 951815"/>
              <a:gd name="connsiteY3" fmla="*/ 585568 h 1302544"/>
              <a:gd name="connsiteX4" fmla="*/ 523875 w 951815"/>
              <a:gd name="connsiteY4" fmla="*/ 1302544 h 1302544"/>
              <a:gd name="connsiteX5" fmla="*/ 378618 w 951815"/>
              <a:gd name="connsiteY5" fmla="*/ 1119188 h 1302544"/>
              <a:gd name="connsiteX6" fmla="*/ 307181 w 951815"/>
              <a:gd name="connsiteY6" fmla="*/ 1128712 h 1302544"/>
              <a:gd name="connsiteX7" fmla="*/ 0 w 951815"/>
              <a:gd name="connsiteY7" fmla="*/ 966788 h 1302544"/>
              <a:gd name="connsiteX8" fmla="*/ 171448 w 951815"/>
              <a:gd name="connsiteY8" fmla="*/ 759618 h 1302544"/>
              <a:gd name="connsiteX9" fmla="*/ 138113 w 951815"/>
              <a:gd name="connsiteY9" fmla="*/ 716757 h 1302544"/>
              <a:gd name="connsiteX10" fmla="*/ 176213 w 951815"/>
              <a:gd name="connsiteY10" fmla="*/ 638175 h 1302544"/>
              <a:gd name="connsiteX11" fmla="*/ 133489 w 951815"/>
              <a:gd name="connsiteY11" fmla="*/ 394028 h 1302544"/>
              <a:gd name="connsiteX12" fmla="*/ 217253 w 951815"/>
              <a:gd name="connsiteY12" fmla="*/ 270203 h 1302544"/>
              <a:gd name="connsiteX0" fmla="*/ 217253 w 951815"/>
              <a:gd name="connsiteY0" fmla="*/ 270203 h 1302544"/>
              <a:gd name="connsiteX1" fmla="*/ 352423 w 951815"/>
              <a:gd name="connsiteY1" fmla="*/ 71438 h 1302544"/>
              <a:gd name="connsiteX2" fmla="*/ 459580 w 951815"/>
              <a:gd name="connsiteY2" fmla="*/ 0 h 1302544"/>
              <a:gd name="connsiteX3" fmla="*/ 951815 w 951815"/>
              <a:gd name="connsiteY3" fmla="*/ 585568 h 1302544"/>
              <a:gd name="connsiteX4" fmla="*/ 523875 w 951815"/>
              <a:gd name="connsiteY4" fmla="*/ 1302544 h 1302544"/>
              <a:gd name="connsiteX5" fmla="*/ 378618 w 951815"/>
              <a:gd name="connsiteY5" fmla="*/ 1119188 h 1302544"/>
              <a:gd name="connsiteX6" fmla="*/ 307181 w 951815"/>
              <a:gd name="connsiteY6" fmla="*/ 1128712 h 1302544"/>
              <a:gd name="connsiteX7" fmla="*/ 0 w 951815"/>
              <a:gd name="connsiteY7" fmla="*/ 966788 h 1302544"/>
              <a:gd name="connsiteX8" fmla="*/ 171448 w 951815"/>
              <a:gd name="connsiteY8" fmla="*/ 759618 h 1302544"/>
              <a:gd name="connsiteX9" fmla="*/ 138113 w 951815"/>
              <a:gd name="connsiteY9" fmla="*/ 716757 h 1302544"/>
              <a:gd name="connsiteX10" fmla="*/ 176213 w 951815"/>
              <a:gd name="connsiteY10" fmla="*/ 638175 h 1302544"/>
              <a:gd name="connsiteX11" fmla="*/ 133489 w 951815"/>
              <a:gd name="connsiteY11" fmla="*/ 394028 h 1302544"/>
              <a:gd name="connsiteX12" fmla="*/ 217253 w 951815"/>
              <a:gd name="connsiteY12" fmla="*/ 270203 h 1302544"/>
              <a:gd name="connsiteX0" fmla="*/ 217253 w 951815"/>
              <a:gd name="connsiteY0" fmla="*/ 272585 h 1304926"/>
              <a:gd name="connsiteX1" fmla="*/ 352423 w 951815"/>
              <a:gd name="connsiteY1" fmla="*/ 73820 h 1304926"/>
              <a:gd name="connsiteX2" fmla="*/ 426242 w 951815"/>
              <a:gd name="connsiteY2" fmla="*/ 0 h 1304926"/>
              <a:gd name="connsiteX3" fmla="*/ 951815 w 951815"/>
              <a:gd name="connsiteY3" fmla="*/ 587950 h 1304926"/>
              <a:gd name="connsiteX4" fmla="*/ 523875 w 951815"/>
              <a:gd name="connsiteY4" fmla="*/ 1304926 h 1304926"/>
              <a:gd name="connsiteX5" fmla="*/ 378618 w 951815"/>
              <a:gd name="connsiteY5" fmla="*/ 1121570 h 1304926"/>
              <a:gd name="connsiteX6" fmla="*/ 307181 w 951815"/>
              <a:gd name="connsiteY6" fmla="*/ 1131094 h 1304926"/>
              <a:gd name="connsiteX7" fmla="*/ 0 w 951815"/>
              <a:gd name="connsiteY7" fmla="*/ 969170 h 1304926"/>
              <a:gd name="connsiteX8" fmla="*/ 171448 w 951815"/>
              <a:gd name="connsiteY8" fmla="*/ 762000 h 1304926"/>
              <a:gd name="connsiteX9" fmla="*/ 138113 w 951815"/>
              <a:gd name="connsiteY9" fmla="*/ 719139 h 1304926"/>
              <a:gd name="connsiteX10" fmla="*/ 176213 w 951815"/>
              <a:gd name="connsiteY10" fmla="*/ 640557 h 1304926"/>
              <a:gd name="connsiteX11" fmla="*/ 133489 w 951815"/>
              <a:gd name="connsiteY11" fmla="*/ 396410 h 1304926"/>
              <a:gd name="connsiteX12" fmla="*/ 217253 w 951815"/>
              <a:gd name="connsiteY12" fmla="*/ 272585 h 1304926"/>
              <a:gd name="connsiteX0" fmla="*/ 217253 w 951815"/>
              <a:gd name="connsiteY0" fmla="*/ 272585 h 1304926"/>
              <a:gd name="connsiteX1" fmla="*/ 352423 w 951815"/>
              <a:gd name="connsiteY1" fmla="*/ 73820 h 1304926"/>
              <a:gd name="connsiteX2" fmla="*/ 426242 w 951815"/>
              <a:gd name="connsiteY2" fmla="*/ 0 h 1304926"/>
              <a:gd name="connsiteX3" fmla="*/ 951815 w 951815"/>
              <a:gd name="connsiteY3" fmla="*/ 587950 h 1304926"/>
              <a:gd name="connsiteX4" fmla="*/ 523875 w 951815"/>
              <a:gd name="connsiteY4" fmla="*/ 1304926 h 1304926"/>
              <a:gd name="connsiteX5" fmla="*/ 378618 w 951815"/>
              <a:gd name="connsiteY5" fmla="*/ 1121570 h 1304926"/>
              <a:gd name="connsiteX6" fmla="*/ 307181 w 951815"/>
              <a:gd name="connsiteY6" fmla="*/ 1131094 h 1304926"/>
              <a:gd name="connsiteX7" fmla="*/ 0 w 951815"/>
              <a:gd name="connsiteY7" fmla="*/ 969170 h 1304926"/>
              <a:gd name="connsiteX8" fmla="*/ 171448 w 951815"/>
              <a:gd name="connsiteY8" fmla="*/ 762000 h 1304926"/>
              <a:gd name="connsiteX9" fmla="*/ 138113 w 951815"/>
              <a:gd name="connsiteY9" fmla="*/ 719139 h 1304926"/>
              <a:gd name="connsiteX10" fmla="*/ 176213 w 951815"/>
              <a:gd name="connsiteY10" fmla="*/ 640557 h 1304926"/>
              <a:gd name="connsiteX11" fmla="*/ 154920 w 951815"/>
              <a:gd name="connsiteY11" fmla="*/ 401173 h 1304926"/>
              <a:gd name="connsiteX12" fmla="*/ 217253 w 951815"/>
              <a:gd name="connsiteY12" fmla="*/ 272585 h 1304926"/>
              <a:gd name="connsiteX0" fmla="*/ 217253 w 523875"/>
              <a:gd name="connsiteY0" fmla="*/ 272585 h 1304926"/>
              <a:gd name="connsiteX1" fmla="*/ 352423 w 523875"/>
              <a:gd name="connsiteY1" fmla="*/ 73820 h 1304926"/>
              <a:gd name="connsiteX2" fmla="*/ 426242 w 523875"/>
              <a:gd name="connsiteY2" fmla="*/ 0 h 1304926"/>
              <a:gd name="connsiteX3" fmla="*/ 487472 w 523875"/>
              <a:gd name="connsiteY3" fmla="*/ 49788 h 1304926"/>
              <a:gd name="connsiteX4" fmla="*/ 523875 w 523875"/>
              <a:gd name="connsiteY4" fmla="*/ 1304926 h 1304926"/>
              <a:gd name="connsiteX5" fmla="*/ 378618 w 523875"/>
              <a:gd name="connsiteY5" fmla="*/ 1121570 h 1304926"/>
              <a:gd name="connsiteX6" fmla="*/ 307181 w 523875"/>
              <a:gd name="connsiteY6" fmla="*/ 1131094 h 1304926"/>
              <a:gd name="connsiteX7" fmla="*/ 0 w 523875"/>
              <a:gd name="connsiteY7" fmla="*/ 969170 h 1304926"/>
              <a:gd name="connsiteX8" fmla="*/ 171448 w 523875"/>
              <a:gd name="connsiteY8" fmla="*/ 762000 h 1304926"/>
              <a:gd name="connsiteX9" fmla="*/ 138113 w 523875"/>
              <a:gd name="connsiteY9" fmla="*/ 719139 h 1304926"/>
              <a:gd name="connsiteX10" fmla="*/ 176213 w 523875"/>
              <a:gd name="connsiteY10" fmla="*/ 640557 h 1304926"/>
              <a:gd name="connsiteX11" fmla="*/ 154920 w 523875"/>
              <a:gd name="connsiteY11" fmla="*/ 401173 h 1304926"/>
              <a:gd name="connsiteX12" fmla="*/ 217253 w 523875"/>
              <a:gd name="connsiteY12" fmla="*/ 272585 h 1304926"/>
              <a:gd name="connsiteX0" fmla="*/ 217253 w 523875"/>
              <a:gd name="connsiteY0" fmla="*/ 272585 h 1304926"/>
              <a:gd name="connsiteX1" fmla="*/ 352423 w 523875"/>
              <a:gd name="connsiteY1" fmla="*/ 73820 h 1304926"/>
              <a:gd name="connsiteX2" fmla="*/ 426242 w 523875"/>
              <a:gd name="connsiteY2" fmla="*/ 0 h 1304926"/>
              <a:gd name="connsiteX3" fmla="*/ 487472 w 523875"/>
              <a:gd name="connsiteY3" fmla="*/ 49788 h 1304926"/>
              <a:gd name="connsiteX4" fmla="*/ 488054 w 523875"/>
              <a:gd name="connsiteY4" fmla="*/ 145038 h 1304926"/>
              <a:gd name="connsiteX5" fmla="*/ 523875 w 523875"/>
              <a:gd name="connsiteY5" fmla="*/ 1304926 h 1304926"/>
              <a:gd name="connsiteX6" fmla="*/ 378618 w 523875"/>
              <a:gd name="connsiteY6" fmla="*/ 1121570 h 1304926"/>
              <a:gd name="connsiteX7" fmla="*/ 307181 w 523875"/>
              <a:gd name="connsiteY7" fmla="*/ 1131094 h 1304926"/>
              <a:gd name="connsiteX8" fmla="*/ 0 w 523875"/>
              <a:gd name="connsiteY8" fmla="*/ 969170 h 1304926"/>
              <a:gd name="connsiteX9" fmla="*/ 171448 w 523875"/>
              <a:gd name="connsiteY9" fmla="*/ 762000 h 1304926"/>
              <a:gd name="connsiteX10" fmla="*/ 138113 w 523875"/>
              <a:gd name="connsiteY10" fmla="*/ 719139 h 1304926"/>
              <a:gd name="connsiteX11" fmla="*/ 176213 w 523875"/>
              <a:gd name="connsiteY11" fmla="*/ 640557 h 1304926"/>
              <a:gd name="connsiteX12" fmla="*/ 154920 w 523875"/>
              <a:gd name="connsiteY12" fmla="*/ 401173 h 1304926"/>
              <a:gd name="connsiteX13" fmla="*/ 217253 w 523875"/>
              <a:gd name="connsiteY13" fmla="*/ 272585 h 1304926"/>
              <a:gd name="connsiteX0" fmla="*/ 217253 w 728560"/>
              <a:gd name="connsiteY0" fmla="*/ 399009 h 1431350"/>
              <a:gd name="connsiteX1" fmla="*/ 352423 w 728560"/>
              <a:gd name="connsiteY1" fmla="*/ 200244 h 1431350"/>
              <a:gd name="connsiteX2" fmla="*/ 426242 w 728560"/>
              <a:gd name="connsiteY2" fmla="*/ 126424 h 1431350"/>
              <a:gd name="connsiteX3" fmla="*/ 487472 w 728560"/>
              <a:gd name="connsiteY3" fmla="*/ 176212 h 1431350"/>
              <a:gd name="connsiteX4" fmla="*/ 728560 w 728560"/>
              <a:gd name="connsiteY4" fmla="*/ 0 h 1431350"/>
              <a:gd name="connsiteX5" fmla="*/ 523875 w 728560"/>
              <a:gd name="connsiteY5" fmla="*/ 1431350 h 1431350"/>
              <a:gd name="connsiteX6" fmla="*/ 378618 w 728560"/>
              <a:gd name="connsiteY6" fmla="*/ 1247994 h 1431350"/>
              <a:gd name="connsiteX7" fmla="*/ 307181 w 728560"/>
              <a:gd name="connsiteY7" fmla="*/ 1257518 h 1431350"/>
              <a:gd name="connsiteX8" fmla="*/ 0 w 728560"/>
              <a:gd name="connsiteY8" fmla="*/ 1095594 h 1431350"/>
              <a:gd name="connsiteX9" fmla="*/ 171448 w 728560"/>
              <a:gd name="connsiteY9" fmla="*/ 888424 h 1431350"/>
              <a:gd name="connsiteX10" fmla="*/ 138113 w 728560"/>
              <a:gd name="connsiteY10" fmla="*/ 845563 h 1431350"/>
              <a:gd name="connsiteX11" fmla="*/ 176213 w 728560"/>
              <a:gd name="connsiteY11" fmla="*/ 766981 h 1431350"/>
              <a:gd name="connsiteX12" fmla="*/ 154920 w 728560"/>
              <a:gd name="connsiteY12" fmla="*/ 527597 h 1431350"/>
              <a:gd name="connsiteX13" fmla="*/ 217253 w 728560"/>
              <a:gd name="connsiteY13" fmla="*/ 399009 h 1431350"/>
              <a:gd name="connsiteX0" fmla="*/ 217253 w 728560"/>
              <a:gd name="connsiteY0" fmla="*/ 399009 h 1431350"/>
              <a:gd name="connsiteX1" fmla="*/ 352423 w 728560"/>
              <a:gd name="connsiteY1" fmla="*/ 200244 h 1431350"/>
              <a:gd name="connsiteX2" fmla="*/ 426242 w 728560"/>
              <a:gd name="connsiteY2" fmla="*/ 126424 h 1431350"/>
              <a:gd name="connsiteX3" fmla="*/ 494616 w 728560"/>
              <a:gd name="connsiteY3" fmla="*/ 128587 h 1431350"/>
              <a:gd name="connsiteX4" fmla="*/ 728560 w 728560"/>
              <a:gd name="connsiteY4" fmla="*/ 0 h 1431350"/>
              <a:gd name="connsiteX5" fmla="*/ 523875 w 728560"/>
              <a:gd name="connsiteY5" fmla="*/ 1431350 h 1431350"/>
              <a:gd name="connsiteX6" fmla="*/ 378618 w 728560"/>
              <a:gd name="connsiteY6" fmla="*/ 1247994 h 1431350"/>
              <a:gd name="connsiteX7" fmla="*/ 307181 w 728560"/>
              <a:gd name="connsiteY7" fmla="*/ 1257518 h 1431350"/>
              <a:gd name="connsiteX8" fmla="*/ 0 w 728560"/>
              <a:gd name="connsiteY8" fmla="*/ 1095594 h 1431350"/>
              <a:gd name="connsiteX9" fmla="*/ 171448 w 728560"/>
              <a:gd name="connsiteY9" fmla="*/ 888424 h 1431350"/>
              <a:gd name="connsiteX10" fmla="*/ 138113 w 728560"/>
              <a:gd name="connsiteY10" fmla="*/ 845563 h 1431350"/>
              <a:gd name="connsiteX11" fmla="*/ 176213 w 728560"/>
              <a:gd name="connsiteY11" fmla="*/ 766981 h 1431350"/>
              <a:gd name="connsiteX12" fmla="*/ 154920 w 728560"/>
              <a:gd name="connsiteY12" fmla="*/ 527597 h 1431350"/>
              <a:gd name="connsiteX13" fmla="*/ 217253 w 728560"/>
              <a:gd name="connsiteY13" fmla="*/ 399009 h 1431350"/>
              <a:gd name="connsiteX0" fmla="*/ 217253 w 728560"/>
              <a:gd name="connsiteY0" fmla="*/ 399009 h 1431350"/>
              <a:gd name="connsiteX1" fmla="*/ 352423 w 728560"/>
              <a:gd name="connsiteY1" fmla="*/ 200244 h 1431350"/>
              <a:gd name="connsiteX2" fmla="*/ 426242 w 728560"/>
              <a:gd name="connsiteY2" fmla="*/ 126424 h 1431350"/>
              <a:gd name="connsiteX3" fmla="*/ 494616 w 728560"/>
              <a:gd name="connsiteY3" fmla="*/ 128587 h 1431350"/>
              <a:gd name="connsiteX4" fmla="*/ 728560 w 728560"/>
              <a:gd name="connsiteY4" fmla="*/ 0 h 1431350"/>
              <a:gd name="connsiteX5" fmla="*/ 707128 w 728560"/>
              <a:gd name="connsiteY5" fmla="*/ 150018 h 1431350"/>
              <a:gd name="connsiteX6" fmla="*/ 523875 w 728560"/>
              <a:gd name="connsiteY6" fmla="*/ 1431350 h 1431350"/>
              <a:gd name="connsiteX7" fmla="*/ 378618 w 728560"/>
              <a:gd name="connsiteY7" fmla="*/ 1247994 h 1431350"/>
              <a:gd name="connsiteX8" fmla="*/ 307181 w 728560"/>
              <a:gd name="connsiteY8" fmla="*/ 1257518 h 1431350"/>
              <a:gd name="connsiteX9" fmla="*/ 0 w 728560"/>
              <a:gd name="connsiteY9" fmla="*/ 1095594 h 1431350"/>
              <a:gd name="connsiteX10" fmla="*/ 171448 w 728560"/>
              <a:gd name="connsiteY10" fmla="*/ 888424 h 1431350"/>
              <a:gd name="connsiteX11" fmla="*/ 138113 w 728560"/>
              <a:gd name="connsiteY11" fmla="*/ 845563 h 1431350"/>
              <a:gd name="connsiteX12" fmla="*/ 176213 w 728560"/>
              <a:gd name="connsiteY12" fmla="*/ 766981 h 1431350"/>
              <a:gd name="connsiteX13" fmla="*/ 154920 w 728560"/>
              <a:gd name="connsiteY13" fmla="*/ 527597 h 1431350"/>
              <a:gd name="connsiteX14" fmla="*/ 217253 w 728560"/>
              <a:gd name="connsiteY14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523875 w 761897"/>
              <a:gd name="connsiteY6" fmla="*/ 1431350 h 1431350"/>
              <a:gd name="connsiteX7" fmla="*/ 378618 w 761897"/>
              <a:gd name="connsiteY7" fmla="*/ 1247994 h 1431350"/>
              <a:gd name="connsiteX8" fmla="*/ 307181 w 761897"/>
              <a:gd name="connsiteY8" fmla="*/ 1257518 h 1431350"/>
              <a:gd name="connsiteX9" fmla="*/ 0 w 761897"/>
              <a:gd name="connsiteY9" fmla="*/ 1095594 h 1431350"/>
              <a:gd name="connsiteX10" fmla="*/ 171448 w 761897"/>
              <a:gd name="connsiteY10" fmla="*/ 888424 h 1431350"/>
              <a:gd name="connsiteX11" fmla="*/ 138113 w 761897"/>
              <a:gd name="connsiteY11" fmla="*/ 845563 h 1431350"/>
              <a:gd name="connsiteX12" fmla="*/ 176213 w 761897"/>
              <a:gd name="connsiteY12" fmla="*/ 766981 h 1431350"/>
              <a:gd name="connsiteX13" fmla="*/ 154920 w 761897"/>
              <a:gd name="connsiteY13" fmla="*/ 527597 h 1431350"/>
              <a:gd name="connsiteX14" fmla="*/ 217253 w 761897"/>
              <a:gd name="connsiteY14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752372 w 761897"/>
              <a:gd name="connsiteY6" fmla="*/ 97631 h 1431350"/>
              <a:gd name="connsiteX7" fmla="*/ 523875 w 761897"/>
              <a:gd name="connsiteY7" fmla="*/ 1431350 h 1431350"/>
              <a:gd name="connsiteX8" fmla="*/ 378618 w 761897"/>
              <a:gd name="connsiteY8" fmla="*/ 1247994 h 1431350"/>
              <a:gd name="connsiteX9" fmla="*/ 307181 w 761897"/>
              <a:gd name="connsiteY9" fmla="*/ 1257518 h 1431350"/>
              <a:gd name="connsiteX10" fmla="*/ 0 w 761897"/>
              <a:gd name="connsiteY10" fmla="*/ 1095594 h 1431350"/>
              <a:gd name="connsiteX11" fmla="*/ 171448 w 761897"/>
              <a:gd name="connsiteY11" fmla="*/ 888424 h 1431350"/>
              <a:gd name="connsiteX12" fmla="*/ 138113 w 761897"/>
              <a:gd name="connsiteY12" fmla="*/ 845563 h 1431350"/>
              <a:gd name="connsiteX13" fmla="*/ 176213 w 761897"/>
              <a:gd name="connsiteY13" fmla="*/ 766981 h 1431350"/>
              <a:gd name="connsiteX14" fmla="*/ 154920 w 761897"/>
              <a:gd name="connsiteY14" fmla="*/ 527597 h 1431350"/>
              <a:gd name="connsiteX15" fmla="*/ 217253 w 761897"/>
              <a:gd name="connsiteY15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635690 w 761897"/>
              <a:gd name="connsiteY6" fmla="*/ 209550 h 1431350"/>
              <a:gd name="connsiteX7" fmla="*/ 523875 w 761897"/>
              <a:gd name="connsiteY7" fmla="*/ 1431350 h 1431350"/>
              <a:gd name="connsiteX8" fmla="*/ 378618 w 761897"/>
              <a:gd name="connsiteY8" fmla="*/ 1247994 h 1431350"/>
              <a:gd name="connsiteX9" fmla="*/ 307181 w 761897"/>
              <a:gd name="connsiteY9" fmla="*/ 1257518 h 1431350"/>
              <a:gd name="connsiteX10" fmla="*/ 0 w 761897"/>
              <a:gd name="connsiteY10" fmla="*/ 1095594 h 1431350"/>
              <a:gd name="connsiteX11" fmla="*/ 171448 w 761897"/>
              <a:gd name="connsiteY11" fmla="*/ 888424 h 1431350"/>
              <a:gd name="connsiteX12" fmla="*/ 138113 w 761897"/>
              <a:gd name="connsiteY12" fmla="*/ 845563 h 1431350"/>
              <a:gd name="connsiteX13" fmla="*/ 176213 w 761897"/>
              <a:gd name="connsiteY13" fmla="*/ 766981 h 1431350"/>
              <a:gd name="connsiteX14" fmla="*/ 154920 w 761897"/>
              <a:gd name="connsiteY14" fmla="*/ 527597 h 1431350"/>
              <a:gd name="connsiteX15" fmla="*/ 217253 w 761897"/>
              <a:gd name="connsiteY15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664265 w 761897"/>
              <a:gd name="connsiteY6" fmla="*/ 235744 h 1431350"/>
              <a:gd name="connsiteX7" fmla="*/ 523875 w 761897"/>
              <a:gd name="connsiteY7" fmla="*/ 1431350 h 1431350"/>
              <a:gd name="connsiteX8" fmla="*/ 378618 w 761897"/>
              <a:gd name="connsiteY8" fmla="*/ 1247994 h 1431350"/>
              <a:gd name="connsiteX9" fmla="*/ 307181 w 761897"/>
              <a:gd name="connsiteY9" fmla="*/ 1257518 h 1431350"/>
              <a:gd name="connsiteX10" fmla="*/ 0 w 761897"/>
              <a:gd name="connsiteY10" fmla="*/ 1095594 h 1431350"/>
              <a:gd name="connsiteX11" fmla="*/ 171448 w 761897"/>
              <a:gd name="connsiteY11" fmla="*/ 888424 h 1431350"/>
              <a:gd name="connsiteX12" fmla="*/ 138113 w 761897"/>
              <a:gd name="connsiteY12" fmla="*/ 845563 h 1431350"/>
              <a:gd name="connsiteX13" fmla="*/ 176213 w 761897"/>
              <a:gd name="connsiteY13" fmla="*/ 766981 h 1431350"/>
              <a:gd name="connsiteX14" fmla="*/ 154920 w 761897"/>
              <a:gd name="connsiteY14" fmla="*/ 527597 h 1431350"/>
              <a:gd name="connsiteX15" fmla="*/ 217253 w 761897"/>
              <a:gd name="connsiteY15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664265 w 761897"/>
              <a:gd name="connsiteY6" fmla="*/ 235744 h 1431350"/>
              <a:gd name="connsiteX7" fmla="*/ 652359 w 761897"/>
              <a:gd name="connsiteY7" fmla="*/ 354806 h 1431350"/>
              <a:gd name="connsiteX8" fmla="*/ 523875 w 761897"/>
              <a:gd name="connsiteY8" fmla="*/ 1431350 h 1431350"/>
              <a:gd name="connsiteX9" fmla="*/ 378618 w 761897"/>
              <a:gd name="connsiteY9" fmla="*/ 1247994 h 1431350"/>
              <a:gd name="connsiteX10" fmla="*/ 307181 w 761897"/>
              <a:gd name="connsiteY10" fmla="*/ 1257518 h 1431350"/>
              <a:gd name="connsiteX11" fmla="*/ 0 w 761897"/>
              <a:gd name="connsiteY11" fmla="*/ 1095594 h 1431350"/>
              <a:gd name="connsiteX12" fmla="*/ 171448 w 761897"/>
              <a:gd name="connsiteY12" fmla="*/ 888424 h 1431350"/>
              <a:gd name="connsiteX13" fmla="*/ 138113 w 761897"/>
              <a:gd name="connsiteY13" fmla="*/ 845563 h 1431350"/>
              <a:gd name="connsiteX14" fmla="*/ 176213 w 761897"/>
              <a:gd name="connsiteY14" fmla="*/ 766981 h 1431350"/>
              <a:gd name="connsiteX15" fmla="*/ 154920 w 761897"/>
              <a:gd name="connsiteY15" fmla="*/ 527597 h 1431350"/>
              <a:gd name="connsiteX16" fmla="*/ 217253 w 761897"/>
              <a:gd name="connsiteY16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664265 w 761897"/>
              <a:gd name="connsiteY6" fmla="*/ 235744 h 1431350"/>
              <a:gd name="connsiteX7" fmla="*/ 697603 w 761897"/>
              <a:gd name="connsiteY7" fmla="*/ 342900 h 1431350"/>
              <a:gd name="connsiteX8" fmla="*/ 523875 w 761897"/>
              <a:gd name="connsiteY8" fmla="*/ 1431350 h 1431350"/>
              <a:gd name="connsiteX9" fmla="*/ 378618 w 761897"/>
              <a:gd name="connsiteY9" fmla="*/ 1247994 h 1431350"/>
              <a:gd name="connsiteX10" fmla="*/ 307181 w 761897"/>
              <a:gd name="connsiteY10" fmla="*/ 1257518 h 1431350"/>
              <a:gd name="connsiteX11" fmla="*/ 0 w 761897"/>
              <a:gd name="connsiteY11" fmla="*/ 1095594 h 1431350"/>
              <a:gd name="connsiteX12" fmla="*/ 171448 w 761897"/>
              <a:gd name="connsiteY12" fmla="*/ 888424 h 1431350"/>
              <a:gd name="connsiteX13" fmla="*/ 138113 w 761897"/>
              <a:gd name="connsiteY13" fmla="*/ 845563 h 1431350"/>
              <a:gd name="connsiteX14" fmla="*/ 176213 w 761897"/>
              <a:gd name="connsiteY14" fmla="*/ 766981 h 1431350"/>
              <a:gd name="connsiteX15" fmla="*/ 154920 w 761897"/>
              <a:gd name="connsiteY15" fmla="*/ 527597 h 1431350"/>
              <a:gd name="connsiteX16" fmla="*/ 217253 w 761897"/>
              <a:gd name="connsiteY16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664265 w 761897"/>
              <a:gd name="connsiteY6" fmla="*/ 235744 h 1431350"/>
              <a:gd name="connsiteX7" fmla="*/ 697603 w 761897"/>
              <a:gd name="connsiteY7" fmla="*/ 342900 h 1431350"/>
              <a:gd name="connsiteX8" fmla="*/ 685697 w 761897"/>
              <a:gd name="connsiteY8" fmla="*/ 421481 h 1431350"/>
              <a:gd name="connsiteX9" fmla="*/ 523875 w 761897"/>
              <a:gd name="connsiteY9" fmla="*/ 1431350 h 1431350"/>
              <a:gd name="connsiteX10" fmla="*/ 378618 w 761897"/>
              <a:gd name="connsiteY10" fmla="*/ 1247994 h 1431350"/>
              <a:gd name="connsiteX11" fmla="*/ 307181 w 761897"/>
              <a:gd name="connsiteY11" fmla="*/ 1257518 h 1431350"/>
              <a:gd name="connsiteX12" fmla="*/ 0 w 761897"/>
              <a:gd name="connsiteY12" fmla="*/ 1095594 h 1431350"/>
              <a:gd name="connsiteX13" fmla="*/ 171448 w 761897"/>
              <a:gd name="connsiteY13" fmla="*/ 888424 h 1431350"/>
              <a:gd name="connsiteX14" fmla="*/ 138113 w 761897"/>
              <a:gd name="connsiteY14" fmla="*/ 845563 h 1431350"/>
              <a:gd name="connsiteX15" fmla="*/ 176213 w 761897"/>
              <a:gd name="connsiteY15" fmla="*/ 766981 h 1431350"/>
              <a:gd name="connsiteX16" fmla="*/ 154920 w 761897"/>
              <a:gd name="connsiteY16" fmla="*/ 527597 h 1431350"/>
              <a:gd name="connsiteX17" fmla="*/ 217253 w 761897"/>
              <a:gd name="connsiteY17" fmla="*/ 399009 h 1431350"/>
              <a:gd name="connsiteX0" fmla="*/ 217253 w 766659"/>
              <a:gd name="connsiteY0" fmla="*/ 399009 h 1431350"/>
              <a:gd name="connsiteX1" fmla="*/ 352423 w 766659"/>
              <a:gd name="connsiteY1" fmla="*/ 200244 h 1431350"/>
              <a:gd name="connsiteX2" fmla="*/ 426242 w 766659"/>
              <a:gd name="connsiteY2" fmla="*/ 126424 h 1431350"/>
              <a:gd name="connsiteX3" fmla="*/ 494616 w 766659"/>
              <a:gd name="connsiteY3" fmla="*/ 128587 h 1431350"/>
              <a:gd name="connsiteX4" fmla="*/ 728560 w 766659"/>
              <a:gd name="connsiteY4" fmla="*/ 0 h 1431350"/>
              <a:gd name="connsiteX5" fmla="*/ 761897 w 766659"/>
              <a:gd name="connsiteY5" fmla="*/ 52387 h 1431350"/>
              <a:gd name="connsiteX6" fmla="*/ 664265 w 766659"/>
              <a:gd name="connsiteY6" fmla="*/ 235744 h 1431350"/>
              <a:gd name="connsiteX7" fmla="*/ 697603 w 766659"/>
              <a:gd name="connsiteY7" fmla="*/ 342900 h 1431350"/>
              <a:gd name="connsiteX8" fmla="*/ 766659 w 766659"/>
              <a:gd name="connsiteY8" fmla="*/ 285750 h 1431350"/>
              <a:gd name="connsiteX9" fmla="*/ 523875 w 766659"/>
              <a:gd name="connsiteY9" fmla="*/ 1431350 h 1431350"/>
              <a:gd name="connsiteX10" fmla="*/ 378618 w 766659"/>
              <a:gd name="connsiteY10" fmla="*/ 1247994 h 1431350"/>
              <a:gd name="connsiteX11" fmla="*/ 307181 w 766659"/>
              <a:gd name="connsiteY11" fmla="*/ 1257518 h 1431350"/>
              <a:gd name="connsiteX12" fmla="*/ 0 w 766659"/>
              <a:gd name="connsiteY12" fmla="*/ 1095594 h 1431350"/>
              <a:gd name="connsiteX13" fmla="*/ 171448 w 766659"/>
              <a:gd name="connsiteY13" fmla="*/ 888424 h 1431350"/>
              <a:gd name="connsiteX14" fmla="*/ 138113 w 766659"/>
              <a:gd name="connsiteY14" fmla="*/ 845563 h 1431350"/>
              <a:gd name="connsiteX15" fmla="*/ 176213 w 766659"/>
              <a:gd name="connsiteY15" fmla="*/ 766981 h 1431350"/>
              <a:gd name="connsiteX16" fmla="*/ 154920 w 766659"/>
              <a:gd name="connsiteY16" fmla="*/ 527597 h 1431350"/>
              <a:gd name="connsiteX17" fmla="*/ 217253 w 766659"/>
              <a:gd name="connsiteY17" fmla="*/ 399009 h 1431350"/>
              <a:gd name="connsiteX0" fmla="*/ 217253 w 766659"/>
              <a:gd name="connsiteY0" fmla="*/ 399009 h 1431350"/>
              <a:gd name="connsiteX1" fmla="*/ 352423 w 766659"/>
              <a:gd name="connsiteY1" fmla="*/ 200244 h 1431350"/>
              <a:gd name="connsiteX2" fmla="*/ 426242 w 766659"/>
              <a:gd name="connsiteY2" fmla="*/ 126424 h 1431350"/>
              <a:gd name="connsiteX3" fmla="*/ 494616 w 766659"/>
              <a:gd name="connsiteY3" fmla="*/ 128587 h 1431350"/>
              <a:gd name="connsiteX4" fmla="*/ 728560 w 766659"/>
              <a:gd name="connsiteY4" fmla="*/ 0 h 1431350"/>
              <a:gd name="connsiteX5" fmla="*/ 761897 w 766659"/>
              <a:gd name="connsiteY5" fmla="*/ 52387 h 1431350"/>
              <a:gd name="connsiteX6" fmla="*/ 664265 w 766659"/>
              <a:gd name="connsiteY6" fmla="*/ 235744 h 1431350"/>
              <a:gd name="connsiteX7" fmla="*/ 697603 w 766659"/>
              <a:gd name="connsiteY7" fmla="*/ 342900 h 1431350"/>
              <a:gd name="connsiteX8" fmla="*/ 766659 w 766659"/>
              <a:gd name="connsiteY8" fmla="*/ 285750 h 1431350"/>
              <a:gd name="connsiteX9" fmla="*/ 749991 w 766659"/>
              <a:gd name="connsiteY9" fmla="*/ 369093 h 1431350"/>
              <a:gd name="connsiteX10" fmla="*/ 523875 w 766659"/>
              <a:gd name="connsiteY10" fmla="*/ 1431350 h 1431350"/>
              <a:gd name="connsiteX11" fmla="*/ 378618 w 766659"/>
              <a:gd name="connsiteY11" fmla="*/ 1247994 h 1431350"/>
              <a:gd name="connsiteX12" fmla="*/ 307181 w 766659"/>
              <a:gd name="connsiteY12" fmla="*/ 1257518 h 1431350"/>
              <a:gd name="connsiteX13" fmla="*/ 0 w 766659"/>
              <a:gd name="connsiteY13" fmla="*/ 1095594 h 1431350"/>
              <a:gd name="connsiteX14" fmla="*/ 171448 w 766659"/>
              <a:gd name="connsiteY14" fmla="*/ 888424 h 1431350"/>
              <a:gd name="connsiteX15" fmla="*/ 138113 w 766659"/>
              <a:gd name="connsiteY15" fmla="*/ 845563 h 1431350"/>
              <a:gd name="connsiteX16" fmla="*/ 176213 w 766659"/>
              <a:gd name="connsiteY16" fmla="*/ 766981 h 1431350"/>
              <a:gd name="connsiteX17" fmla="*/ 154920 w 766659"/>
              <a:gd name="connsiteY17" fmla="*/ 527597 h 1431350"/>
              <a:gd name="connsiteX18" fmla="*/ 217253 w 766659"/>
              <a:gd name="connsiteY18" fmla="*/ 399009 h 1431350"/>
              <a:gd name="connsiteX0" fmla="*/ 217253 w 766659"/>
              <a:gd name="connsiteY0" fmla="*/ 399009 h 1431350"/>
              <a:gd name="connsiteX1" fmla="*/ 352423 w 766659"/>
              <a:gd name="connsiteY1" fmla="*/ 200244 h 1431350"/>
              <a:gd name="connsiteX2" fmla="*/ 426242 w 766659"/>
              <a:gd name="connsiteY2" fmla="*/ 126424 h 1431350"/>
              <a:gd name="connsiteX3" fmla="*/ 494616 w 766659"/>
              <a:gd name="connsiteY3" fmla="*/ 128587 h 1431350"/>
              <a:gd name="connsiteX4" fmla="*/ 728560 w 766659"/>
              <a:gd name="connsiteY4" fmla="*/ 0 h 1431350"/>
              <a:gd name="connsiteX5" fmla="*/ 761897 w 766659"/>
              <a:gd name="connsiteY5" fmla="*/ 52387 h 1431350"/>
              <a:gd name="connsiteX6" fmla="*/ 664265 w 766659"/>
              <a:gd name="connsiteY6" fmla="*/ 235744 h 1431350"/>
              <a:gd name="connsiteX7" fmla="*/ 697603 w 766659"/>
              <a:gd name="connsiteY7" fmla="*/ 342900 h 1431350"/>
              <a:gd name="connsiteX8" fmla="*/ 766659 w 766659"/>
              <a:gd name="connsiteY8" fmla="*/ 285750 h 1431350"/>
              <a:gd name="connsiteX9" fmla="*/ 711891 w 766659"/>
              <a:gd name="connsiteY9" fmla="*/ 166687 h 1431350"/>
              <a:gd name="connsiteX10" fmla="*/ 523875 w 766659"/>
              <a:gd name="connsiteY10" fmla="*/ 1431350 h 1431350"/>
              <a:gd name="connsiteX11" fmla="*/ 378618 w 766659"/>
              <a:gd name="connsiteY11" fmla="*/ 1247994 h 1431350"/>
              <a:gd name="connsiteX12" fmla="*/ 307181 w 766659"/>
              <a:gd name="connsiteY12" fmla="*/ 1257518 h 1431350"/>
              <a:gd name="connsiteX13" fmla="*/ 0 w 766659"/>
              <a:gd name="connsiteY13" fmla="*/ 1095594 h 1431350"/>
              <a:gd name="connsiteX14" fmla="*/ 171448 w 766659"/>
              <a:gd name="connsiteY14" fmla="*/ 888424 h 1431350"/>
              <a:gd name="connsiteX15" fmla="*/ 138113 w 766659"/>
              <a:gd name="connsiteY15" fmla="*/ 845563 h 1431350"/>
              <a:gd name="connsiteX16" fmla="*/ 176213 w 766659"/>
              <a:gd name="connsiteY16" fmla="*/ 766981 h 1431350"/>
              <a:gd name="connsiteX17" fmla="*/ 154920 w 766659"/>
              <a:gd name="connsiteY17" fmla="*/ 527597 h 1431350"/>
              <a:gd name="connsiteX18" fmla="*/ 217253 w 766659"/>
              <a:gd name="connsiteY18" fmla="*/ 399009 h 1431350"/>
              <a:gd name="connsiteX0" fmla="*/ 217253 w 766659"/>
              <a:gd name="connsiteY0" fmla="*/ 399009 h 1431350"/>
              <a:gd name="connsiteX1" fmla="*/ 352423 w 766659"/>
              <a:gd name="connsiteY1" fmla="*/ 200244 h 1431350"/>
              <a:gd name="connsiteX2" fmla="*/ 426242 w 766659"/>
              <a:gd name="connsiteY2" fmla="*/ 126424 h 1431350"/>
              <a:gd name="connsiteX3" fmla="*/ 494616 w 766659"/>
              <a:gd name="connsiteY3" fmla="*/ 128587 h 1431350"/>
              <a:gd name="connsiteX4" fmla="*/ 728560 w 766659"/>
              <a:gd name="connsiteY4" fmla="*/ 0 h 1431350"/>
              <a:gd name="connsiteX5" fmla="*/ 761897 w 766659"/>
              <a:gd name="connsiteY5" fmla="*/ 52387 h 1431350"/>
              <a:gd name="connsiteX6" fmla="*/ 664265 w 766659"/>
              <a:gd name="connsiteY6" fmla="*/ 235744 h 1431350"/>
              <a:gd name="connsiteX7" fmla="*/ 697603 w 766659"/>
              <a:gd name="connsiteY7" fmla="*/ 342900 h 1431350"/>
              <a:gd name="connsiteX8" fmla="*/ 766659 w 766659"/>
              <a:gd name="connsiteY8" fmla="*/ 285750 h 1431350"/>
              <a:gd name="connsiteX9" fmla="*/ 711891 w 766659"/>
              <a:gd name="connsiteY9" fmla="*/ 166687 h 1431350"/>
              <a:gd name="connsiteX10" fmla="*/ 680934 w 766659"/>
              <a:gd name="connsiteY10" fmla="*/ 409574 h 1431350"/>
              <a:gd name="connsiteX11" fmla="*/ 523875 w 766659"/>
              <a:gd name="connsiteY11" fmla="*/ 1431350 h 1431350"/>
              <a:gd name="connsiteX12" fmla="*/ 378618 w 766659"/>
              <a:gd name="connsiteY12" fmla="*/ 1247994 h 1431350"/>
              <a:gd name="connsiteX13" fmla="*/ 307181 w 766659"/>
              <a:gd name="connsiteY13" fmla="*/ 1257518 h 1431350"/>
              <a:gd name="connsiteX14" fmla="*/ 0 w 766659"/>
              <a:gd name="connsiteY14" fmla="*/ 1095594 h 1431350"/>
              <a:gd name="connsiteX15" fmla="*/ 171448 w 766659"/>
              <a:gd name="connsiteY15" fmla="*/ 888424 h 1431350"/>
              <a:gd name="connsiteX16" fmla="*/ 138113 w 766659"/>
              <a:gd name="connsiteY16" fmla="*/ 845563 h 1431350"/>
              <a:gd name="connsiteX17" fmla="*/ 176213 w 766659"/>
              <a:gd name="connsiteY17" fmla="*/ 766981 h 1431350"/>
              <a:gd name="connsiteX18" fmla="*/ 154920 w 766659"/>
              <a:gd name="connsiteY18" fmla="*/ 527597 h 1431350"/>
              <a:gd name="connsiteX19" fmla="*/ 217253 w 766659"/>
              <a:gd name="connsiteY19" fmla="*/ 399009 h 1431350"/>
              <a:gd name="connsiteX0" fmla="*/ 217253 w 852384"/>
              <a:gd name="connsiteY0" fmla="*/ 399009 h 1431350"/>
              <a:gd name="connsiteX1" fmla="*/ 352423 w 852384"/>
              <a:gd name="connsiteY1" fmla="*/ 200244 h 1431350"/>
              <a:gd name="connsiteX2" fmla="*/ 426242 w 852384"/>
              <a:gd name="connsiteY2" fmla="*/ 126424 h 1431350"/>
              <a:gd name="connsiteX3" fmla="*/ 494616 w 852384"/>
              <a:gd name="connsiteY3" fmla="*/ 128587 h 1431350"/>
              <a:gd name="connsiteX4" fmla="*/ 728560 w 852384"/>
              <a:gd name="connsiteY4" fmla="*/ 0 h 1431350"/>
              <a:gd name="connsiteX5" fmla="*/ 761897 w 852384"/>
              <a:gd name="connsiteY5" fmla="*/ 52387 h 1431350"/>
              <a:gd name="connsiteX6" fmla="*/ 664265 w 852384"/>
              <a:gd name="connsiteY6" fmla="*/ 235744 h 1431350"/>
              <a:gd name="connsiteX7" fmla="*/ 697603 w 852384"/>
              <a:gd name="connsiteY7" fmla="*/ 342900 h 1431350"/>
              <a:gd name="connsiteX8" fmla="*/ 766659 w 852384"/>
              <a:gd name="connsiteY8" fmla="*/ 285750 h 1431350"/>
              <a:gd name="connsiteX9" fmla="*/ 711891 w 852384"/>
              <a:gd name="connsiteY9" fmla="*/ 166687 h 1431350"/>
              <a:gd name="connsiteX10" fmla="*/ 852384 w 852384"/>
              <a:gd name="connsiteY10" fmla="*/ 97630 h 1431350"/>
              <a:gd name="connsiteX11" fmla="*/ 523875 w 852384"/>
              <a:gd name="connsiteY11" fmla="*/ 1431350 h 1431350"/>
              <a:gd name="connsiteX12" fmla="*/ 378618 w 852384"/>
              <a:gd name="connsiteY12" fmla="*/ 1247994 h 1431350"/>
              <a:gd name="connsiteX13" fmla="*/ 307181 w 852384"/>
              <a:gd name="connsiteY13" fmla="*/ 1257518 h 1431350"/>
              <a:gd name="connsiteX14" fmla="*/ 0 w 852384"/>
              <a:gd name="connsiteY14" fmla="*/ 1095594 h 1431350"/>
              <a:gd name="connsiteX15" fmla="*/ 171448 w 852384"/>
              <a:gd name="connsiteY15" fmla="*/ 888424 h 1431350"/>
              <a:gd name="connsiteX16" fmla="*/ 138113 w 852384"/>
              <a:gd name="connsiteY16" fmla="*/ 845563 h 1431350"/>
              <a:gd name="connsiteX17" fmla="*/ 176213 w 852384"/>
              <a:gd name="connsiteY17" fmla="*/ 766981 h 1431350"/>
              <a:gd name="connsiteX18" fmla="*/ 154920 w 852384"/>
              <a:gd name="connsiteY18" fmla="*/ 527597 h 1431350"/>
              <a:gd name="connsiteX19" fmla="*/ 217253 w 852384"/>
              <a:gd name="connsiteY19" fmla="*/ 399009 h 1431350"/>
              <a:gd name="connsiteX0" fmla="*/ 217253 w 852384"/>
              <a:gd name="connsiteY0" fmla="*/ 399009 h 1431350"/>
              <a:gd name="connsiteX1" fmla="*/ 352423 w 852384"/>
              <a:gd name="connsiteY1" fmla="*/ 200244 h 1431350"/>
              <a:gd name="connsiteX2" fmla="*/ 426242 w 852384"/>
              <a:gd name="connsiteY2" fmla="*/ 126424 h 1431350"/>
              <a:gd name="connsiteX3" fmla="*/ 494616 w 852384"/>
              <a:gd name="connsiteY3" fmla="*/ 128587 h 1431350"/>
              <a:gd name="connsiteX4" fmla="*/ 728560 w 852384"/>
              <a:gd name="connsiteY4" fmla="*/ 0 h 1431350"/>
              <a:gd name="connsiteX5" fmla="*/ 761897 w 852384"/>
              <a:gd name="connsiteY5" fmla="*/ 52387 h 1431350"/>
              <a:gd name="connsiteX6" fmla="*/ 664265 w 852384"/>
              <a:gd name="connsiteY6" fmla="*/ 235744 h 1431350"/>
              <a:gd name="connsiteX7" fmla="*/ 697603 w 852384"/>
              <a:gd name="connsiteY7" fmla="*/ 342900 h 1431350"/>
              <a:gd name="connsiteX8" fmla="*/ 766659 w 852384"/>
              <a:gd name="connsiteY8" fmla="*/ 285750 h 1431350"/>
              <a:gd name="connsiteX9" fmla="*/ 711891 w 852384"/>
              <a:gd name="connsiteY9" fmla="*/ 166687 h 1431350"/>
              <a:gd name="connsiteX10" fmla="*/ 852384 w 852384"/>
              <a:gd name="connsiteY10" fmla="*/ 97630 h 1431350"/>
              <a:gd name="connsiteX11" fmla="*/ 809521 w 852384"/>
              <a:gd name="connsiteY11" fmla="*/ 242887 h 1431350"/>
              <a:gd name="connsiteX12" fmla="*/ 523875 w 852384"/>
              <a:gd name="connsiteY12" fmla="*/ 1431350 h 1431350"/>
              <a:gd name="connsiteX13" fmla="*/ 378618 w 852384"/>
              <a:gd name="connsiteY13" fmla="*/ 1247994 h 1431350"/>
              <a:gd name="connsiteX14" fmla="*/ 307181 w 852384"/>
              <a:gd name="connsiteY14" fmla="*/ 1257518 h 1431350"/>
              <a:gd name="connsiteX15" fmla="*/ 0 w 852384"/>
              <a:gd name="connsiteY15" fmla="*/ 1095594 h 1431350"/>
              <a:gd name="connsiteX16" fmla="*/ 171448 w 852384"/>
              <a:gd name="connsiteY16" fmla="*/ 888424 h 1431350"/>
              <a:gd name="connsiteX17" fmla="*/ 138113 w 852384"/>
              <a:gd name="connsiteY17" fmla="*/ 845563 h 1431350"/>
              <a:gd name="connsiteX18" fmla="*/ 176213 w 852384"/>
              <a:gd name="connsiteY18" fmla="*/ 766981 h 1431350"/>
              <a:gd name="connsiteX19" fmla="*/ 154920 w 852384"/>
              <a:gd name="connsiteY19" fmla="*/ 527597 h 1431350"/>
              <a:gd name="connsiteX20" fmla="*/ 217253 w 852384"/>
              <a:gd name="connsiteY20" fmla="*/ 399009 h 1431350"/>
              <a:gd name="connsiteX0" fmla="*/ 217253 w 852384"/>
              <a:gd name="connsiteY0" fmla="*/ 399009 h 1431350"/>
              <a:gd name="connsiteX1" fmla="*/ 352423 w 852384"/>
              <a:gd name="connsiteY1" fmla="*/ 200244 h 1431350"/>
              <a:gd name="connsiteX2" fmla="*/ 426242 w 852384"/>
              <a:gd name="connsiteY2" fmla="*/ 126424 h 1431350"/>
              <a:gd name="connsiteX3" fmla="*/ 494616 w 852384"/>
              <a:gd name="connsiteY3" fmla="*/ 128587 h 1431350"/>
              <a:gd name="connsiteX4" fmla="*/ 728560 w 852384"/>
              <a:gd name="connsiteY4" fmla="*/ 0 h 1431350"/>
              <a:gd name="connsiteX5" fmla="*/ 761897 w 852384"/>
              <a:gd name="connsiteY5" fmla="*/ 52387 h 1431350"/>
              <a:gd name="connsiteX6" fmla="*/ 664265 w 852384"/>
              <a:gd name="connsiteY6" fmla="*/ 235744 h 1431350"/>
              <a:gd name="connsiteX7" fmla="*/ 697603 w 852384"/>
              <a:gd name="connsiteY7" fmla="*/ 342900 h 1431350"/>
              <a:gd name="connsiteX8" fmla="*/ 766659 w 852384"/>
              <a:gd name="connsiteY8" fmla="*/ 285750 h 1431350"/>
              <a:gd name="connsiteX9" fmla="*/ 711891 w 852384"/>
              <a:gd name="connsiteY9" fmla="*/ 166687 h 1431350"/>
              <a:gd name="connsiteX10" fmla="*/ 852384 w 852384"/>
              <a:gd name="connsiteY10" fmla="*/ 97630 h 1431350"/>
              <a:gd name="connsiteX11" fmla="*/ 830952 w 852384"/>
              <a:gd name="connsiteY11" fmla="*/ 2381 h 1431350"/>
              <a:gd name="connsiteX12" fmla="*/ 523875 w 852384"/>
              <a:gd name="connsiteY12" fmla="*/ 1431350 h 1431350"/>
              <a:gd name="connsiteX13" fmla="*/ 378618 w 852384"/>
              <a:gd name="connsiteY13" fmla="*/ 1247994 h 1431350"/>
              <a:gd name="connsiteX14" fmla="*/ 307181 w 852384"/>
              <a:gd name="connsiteY14" fmla="*/ 1257518 h 1431350"/>
              <a:gd name="connsiteX15" fmla="*/ 0 w 852384"/>
              <a:gd name="connsiteY15" fmla="*/ 1095594 h 1431350"/>
              <a:gd name="connsiteX16" fmla="*/ 171448 w 852384"/>
              <a:gd name="connsiteY16" fmla="*/ 888424 h 1431350"/>
              <a:gd name="connsiteX17" fmla="*/ 138113 w 852384"/>
              <a:gd name="connsiteY17" fmla="*/ 845563 h 1431350"/>
              <a:gd name="connsiteX18" fmla="*/ 176213 w 852384"/>
              <a:gd name="connsiteY18" fmla="*/ 766981 h 1431350"/>
              <a:gd name="connsiteX19" fmla="*/ 154920 w 852384"/>
              <a:gd name="connsiteY19" fmla="*/ 527597 h 1431350"/>
              <a:gd name="connsiteX20" fmla="*/ 217253 w 852384"/>
              <a:gd name="connsiteY20" fmla="*/ 399009 h 1431350"/>
              <a:gd name="connsiteX0" fmla="*/ 217253 w 852384"/>
              <a:gd name="connsiteY0" fmla="*/ 399009 h 1431350"/>
              <a:gd name="connsiteX1" fmla="*/ 352423 w 852384"/>
              <a:gd name="connsiteY1" fmla="*/ 200244 h 1431350"/>
              <a:gd name="connsiteX2" fmla="*/ 426242 w 852384"/>
              <a:gd name="connsiteY2" fmla="*/ 126424 h 1431350"/>
              <a:gd name="connsiteX3" fmla="*/ 494616 w 852384"/>
              <a:gd name="connsiteY3" fmla="*/ 128587 h 1431350"/>
              <a:gd name="connsiteX4" fmla="*/ 728560 w 852384"/>
              <a:gd name="connsiteY4" fmla="*/ 0 h 1431350"/>
              <a:gd name="connsiteX5" fmla="*/ 761897 w 852384"/>
              <a:gd name="connsiteY5" fmla="*/ 52387 h 1431350"/>
              <a:gd name="connsiteX6" fmla="*/ 664265 w 852384"/>
              <a:gd name="connsiteY6" fmla="*/ 235744 h 1431350"/>
              <a:gd name="connsiteX7" fmla="*/ 697603 w 852384"/>
              <a:gd name="connsiteY7" fmla="*/ 342900 h 1431350"/>
              <a:gd name="connsiteX8" fmla="*/ 766659 w 852384"/>
              <a:gd name="connsiteY8" fmla="*/ 285750 h 1431350"/>
              <a:gd name="connsiteX9" fmla="*/ 711891 w 852384"/>
              <a:gd name="connsiteY9" fmla="*/ 166687 h 1431350"/>
              <a:gd name="connsiteX10" fmla="*/ 852384 w 852384"/>
              <a:gd name="connsiteY10" fmla="*/ 97630 h 1431350"/>
              <a:gd name="connsiteX11" fmla="*/ 830952 w 852384"/>
              <a:gd name="connsiteY11" fmla="*/ 2381 h 1431350"/>
              <a:gd name="connsiteX12" fmla="*/ 754752 w 852384"/>
              <a:gd name="connsiteY12" fmla="*/ 359568 h 1431350"/>
              <a:gd name="connsiteX13" fmla="*/ 523875 w 852384"/>
              <a:gd name="connsiteY13" fmla="*/ 1431350 h 1431350"/>
              <a:gd name="connsiteX14" fmla="*/ 378618 w 852384"/>
              <a:gd name="connsiteY14" fmla="*/ 1247994 h 1431350"/>
              <a:gd name="connsiteX15" fmla="*/ 307181 w 852384"/>
              <a:gd name="connsiteY15" fmla="*/ 1257518 h 1431350"/>
              <a:gd name="connsiteX16" fmla="*/ 0 w 852384"/>
              <a:gd name="connsiteY16" fmla="*/ 1095594 h 1431350"/>
              <a:gd name="connsiteX17" fmla="*/ 171448 w 852384"/>
              <a:gd name="connsiteY17" fmla="*/ 888424 h 1431350"/>
              <a:gd name="connsiteX18" fmla="*/ 138113 w 852384"/>
              <a:gd name="connsiteY18" fmla="*/ 845563 h 1431350"/>
              <a:gd name="connsiteX19" fmla="*/ 176213 w 852384"/>
              <a:gd name="connsiteY19" fmla="*/ 766981 h 1431350"/>
              <a:gd name="connsiteX20" fmla="*/ 154920 w 852384"/>
              <a:gd name="connsiteY20" fmla="*/ 527597 h 1431350"/>
              <a:gd name="connsiteX21" fmla="*/ 217253 w 852384"/>
              <a:gd name="connsiteY21" fmla="*/ 399009 h 1431350"/>
              <a:gd name="connsiteX0" fmla="*/ 217253 w 900009"/>
              <a:gd name="connsiteY0" fmla="*/ 422822 h 1455163"/>
              <a:gd name="connsiteX1" fmla="*/ 352423 w 900009"/>
              <a:gd name="connsiteY1" fmla="*/ 224057 h 1455163"/>
              <a:gd name="connsiteX2" fmla="*/ 426242 w 900009"/>
              <a:gd name="connsiteY2" fmla="*/ 150237 h 1455163"/>
              <a:gd name="connsiteX3" fmla="*/ 494616 w 900009"/>
              <a:gd name="connsiteY3" fmla="*/ 152400 h 1455163"/>
              <a:gd name="connsiteX4" fmla="*/ 728560 w 900009"/>
              <a:gd name="connsiteY4" fmla="*/ 23813 h 1455163"/>
              <a:gd name="connsiteX5" fmla="*/ 761897 w 900009"/>
              <a:gd name="connsiteY5" fmla="*/ 76200 h 1455163"/>
              <a:gd name="connsiteX6" fmla="*/ 664265 w 900009"/>
              <a:gd name="connsiteY6" fmla="*/ 259557 h 1455163"/>
              <a:gd name="connsiteX7" fmla="*/ 697603 w 900009"/>
              <a:gd name="connsiteY7" fmla="*/ 366713 h 1455163"/>
              <a:gd name="connsiteX8" fmla="*/ 766659 w 900009"/>
              <a:gd name="connsiteY8" fmla="*/ 309563 h 1455163"/>
              <a:gd name="connsiteX9" fmla="*/ 711891 w 900009"/>
              <a:gd name="connsiteY9" fmla="*/ 190500 h 1455163"/>
              <a:gd name="connsiteX10" fmla="*/ 852384 w 900009"/>
              <a:gd name="connsiteY10" fmla="*/ 121443 h 1455163"/>
              <a:gd name="connsiteX11" fmla="*/ 830952 w 900009"/>
              <a:gd name="connsiteY11" fmla="*/ 26194 h 1455163"/>
              <a:gd name="connsiteX12" fmla="*/ 900009 w 900009"/>
              <a:gd name="connsiteY12" fmla="*/ 0 h 1455163"/>
              <a:gd name="connsiteX13" fmla="*/ 523875 w 900009"/>
              <a:gd name="connsiteY13" fmla="*/ 1455163 h 1455163"/>
              <a:gd name="connsiteX14" fmla="*/ 378618 w 900009"/>
              <a:gd name="connsiteY14" fmla="*/ 1271807 h 1455163"/>
              <a:gd name="connsiteX15" fmla="*/ 307181 w 900009"/>
              <a:gd name="connsiteY15" fmla="*/ 1281331 h 1455163"/>
              <a:gd name="connsiteX16" fmla="*/ 0 w 900009"/>
              <a:gd name="connsiteY16" fmla="*/ 1119407 h 1455163"/>
              <a:gd name="connsiteX17" fmla="*/ 171448 w 900009"/>
              <a:gd name="connsiteY17" fmla="*/ 912237 h 1455163"/>
              <a:gd name="connsiteX18" fmla="*/ 138113 w 900009"/>
              <a:gd name="connsiteY18" fmla="*/ 869376 h 1455163"/>
              <a:gd name="connsiteX19" fmla="*/ 176213 w 900009"/>
              <a:gd name="connsiteY19" fmla="*/ 790794 h 1455163"/>
              <a:gd name="connsiteX20" fmla="*/ 154920 w 900009"/>
              <a:gd name="connsiteY20" fmla="*/ 551410 h 1455163"/>
              <a:gd name="connsiteX21" fmla="*/ 217253 w 900009"/>
              <a:gd name="connsiteY21" fmla="*/ 422822 h 1455163"/>
              <a:gd name="connsiteX0" fmla="*/ 217253 w 900009"/>
              <a:gd name="connsiteY0" fmla="*/ 422822 h 1455163"/>
              <a:gd name="connsiteX1" fmla="*/ 352423 w 900009"/>
              <a:gd name="connsiteY1" fmla="*/ 224057 h 1455163"/>
              <a:gd name="connsiteX2" fmla="*/ 426242 w 900009"/>
              <a:gd name="connsiteY2" fmla="*/ 150237 h 1455163"/>
              <a:gd name="connsiteX3" fmla="*/ 494616 w 900009"/>
              <a:gd name="connsiteY3" fmla="*/ 152400 h 1455163"/>
              <a:gd name="connsiteX4" fmla="*/ 728560 w 900009"/>
              <a:gd name="connsiteY4" fmla="*/ 23813 h 1455163"/>
              <a:gd name="connsiteX5" fmla="*/ 761897 w 900009"/>
              <a:gd name="connsiteY5" fmla="*/ 76200 h 1455163"/>
              <a:gd name="connsiteX6" fmla="*/ 664265 w 900009"/>
              <a:gd name="connsiteY6" fmla="*/ 259557 h 1455163"/>
              <a:gd name="connsiteX7" fmla="*/ 697603 w 900009"/>
              <a:gd name="connsiteY7" fmla="*/ 366713 h 1455163"/>
              <a:gd name="connsiteX8" fmla="*/ 766659 w 900009"/>
              <a:gd name="connsiteY8" fmla="*/ 309563 h 1455163"/>
              <a:gd name="connsiteX9" fmla="*/ 711891 w 900009"/>
              <a:gd name="connsiteY9" fmla="*/ 190500 h 1455163"/>
              <a:gd name="connsiteX10" fmla="*/ 852384 w 900009"/>
              <a:gd name="connsiteY10" fmla="*/ 121443 h 1455163"/>
              <a:gd name="connsiteX11" fmla="*/ 830952 w 900009"/>
              <a:gd name="connsiteY11" fmla="*/ 26194 h 1455163"/>
              <a:gd name="connsiteX12" fmla="*/ 900009 w 900009"/>
              <a:gd name="connsiteY12" fmla="*/ 0 h 1455163"/>
              <a:gd name="connsiteX13" fmla="*/ 845240 w 900009"/>
              <a:gd name="connsiteY13" fmla="*/ 211932 h 1455163"/>
              <a:gd name="connsiteX14" fmla="*/ 523875 w 900009"/>
              <a:gd name="connsiteY14" fmla="*/ 1455163 h 1455163"/>
              <a:gd name="connsiteX15" fmla="*/ 378618 w 900009"/>
              <a:gd name="connsiteY15" fmla="*/ 1271807 h 1455163"/>
              <a:gd name="connsiteX16" fmla="*/ 307181 w 900009"/>
              <a:gd name="connsiteY16" fmla="*/ 1281331 h 1455163"/>
              <a:gd name="connsiteX17" fmla="*/ 0 w 900009"/>
              <a:gd name="connsiteY17" fmla="*/ 1119407 h 1455163"/>
              <a:gd name="connsiteX18" fmla="*/ 171448 w 900009"/>
              <a:gd name="connsiteY18" fmla="*/ 912237 h 1455163"/>
              <a:gd name="connsiteX19" fmla="*/ 138113 w 900009"/>
              <a:gd name="connsiteY19" fmla="*/ 869376 h 1455163"/>
              <a:gd name="connsiteX20" fmla="*/ 176213 w 900009"/>
              <a:gd name="connsiteY20" fmla="*/ 790794 h 1455163"/>
              <a:gd name="connsiteX21" fmla="*/ 154920 w 900009"/>
              <a:gd name="connsiteY21" fmla="*/ 551410 h 1455163"/>
              <a:gd name="connsiteX22" fmla="*/ 217253 w 900009"/>
              <a:gd name="connsiteY22" fmla="*/ 422822 h 1455163"/>
              <a:gd name="connsiteX0" fmla="*/ 217253 w 900009"/>
              <a:gd name="connsiteY0" fmla="*/ 422822 h 1455163"/>
              <a:gd name="connsiteX1" fmla="*/ 352423 w 900009"/>
              <a:gd name="connsiteY1" fmla="*/ 224057 h 1455163"/>
              <a:gd name="connsiteX2" fmla="*/ 426242 w 900009"/>
              <a:gd name="connsiteY2" fmla="*/ 150237 h 1455163"/>
              <a:gd name="connsiteX3" fmla="*/ 494616 w 900009"/>
              <a:gd name="connsiteY3" fmla="*/ 152400 h 1455163"/>
              <a:gd name="connsiteX4" fmla="*/ 728560 w 900009"/>
              <a:gd name="connsiteY4" fmla="*/ 23813 h 1455163"/>
              <a:gd name="connsiteX5" fmla="*/ 761897 w 900009"/>
              <a:gd name="connsiteY5" fmla="*/ 76200 h 1455163"/>
              <a:gd name="connsiteX6" fmla="*/ 664265 w 900009"/>
              <a:gd name="connsiteY6" fmla="*/ 259557 h 1455163"/>
              <a:gd name="connsiteX7" fmla="*/ 697603 w 900009"/>
              <a:gd name="connsiteY7" fmla="*/ 366713 h 1455163"/>
              <a:gd name="connsiteX8" fmla="*/ 766659 w 900009"/>
              <a:gd name="connsiteY8" fmla="*/ 309563 h 1455163"/>
              <a:gd name="connsiteX9" fmla="*/ 711891 w 900009"/>
              <a:gd name="connsiteY9" fmla="*/ 190500 h 1455163"/>
              <a:gd name="connsiteX10" fmla="*/ 852384 w 900009"/>
              <a:gd name="connsiteY10" fmla="*/ 121443 h 1455163"/>
              <a:gd name="connsiteX11" fmla="*/ 830952 w 900009"/>
              <a:gd name="connsiteY11" fmla="*/ 26194 h 1455163"/>
              <a:gd name="connsiteX12" fmla="*/ 900009 w 900009"/>
              <a:gd name="connsiteY12" fmla="*/ 0 h 1455163"/>
              <a:gd name="connsiteX13" fmla="*/ 892865 w 900009"/>
              <a:gd name="connsiteY13" fmla="*/ 107157 h 1455163"/>
              <a:gd name="connsiteX14" fmla="*/ 523875 w 900009"/>
              <a:gd name="connsiteY14" fmla="*/ 1455163 h 1455163"/>
              <a:gd name="connsiteX15" fmla="*/ 378618 w 900009"/>
              <a:gd name="connsiteY15" fmla="*/ 1271807 h 1455163"/>
              <a:gd name="connsiteX16" fmla="*/ 307181 w 900009"/>
              <a:gd name="connsiteY16" fmla="*/ 1281331 h 1455163"/>
              <a:gd name="connsiteX17" fmla="*/ 0 w 900009"/>
              <a:gd name="connsiteY17" fmla="*/ 1119407 h 1455163"/>
              <a:gd name="connsiteX18" fmla="*/ 171448 w 900009"/>
              <a:gd name="connsiteY18" fmla="*/ 912237 h 1455163"/>
              <a:gd name="connsiteX19" fmla="*/ 138113 w 900009"/>
              <a:gd name="connsiteY19" fmla="*/ 869376 h 1455163"/>
              <a:gd name="connsiteX20" fmla="*/ 176213 w 900009"/>
              <a:gd name="connsiteY20" fmla="*/ 790794 h 1455163"/>
              <a:gd name="connsiteX21" fmla="*/ 154920 w 900009"/>
              <a:gd name="connsiteY21" fmla="*/ 551410 h 1455163"/>
              <a:gd name="connsiteX22" fmla="*/ 217253 w 900009"/>
              <a:gd name="connsiteY22" fmla="*/ 422822 h 1455163"/>
              <a:gd name="connsiteX0" fmla="*/ 217253 w 900009"/>
              <a:gd name="connsiteY0" fmla="*/ 422822 h 1455163"/>
              <a:gd name="connsiteX1" fmla="*/ 352423 w 900009"/>
              <a:gd name="connsiteY1" fmla="*/ 224057 h 1455163"/>
              <a:gd name="connsiteX2" fmla="*/ 426242 w 900009"/>
              <a:gd name="connsiteY2" fmla="*/ 150237 h 1455163"/>
              <a:gd name="connsiteX3" fmla="*/ 494616 w 900009"/>
              <a:gd name="connsiteY3" fmla="*/ 152400 h 1455163"/>
              <a:gd name="connsiteX4" fmla="*/ 728560 w 900009"/>
              <a:gd name="connsiteY4" fmla="*/ 23813 h 1455163"/>
              <a:gd name="connsiteX5" fmla="*/ 761897 w 900009"/>
              <a:gd name="connsiteY5" fmla="*/ 76200 h 1455163"/>
              <a:gd name="connsiteX6" fmla="*/ 664265 w 900009"/>
              <a:gd name="connsiteY6" fmla="*/ 259557 h 1455163"/>
              <a:gd name="connsiteX7" fmla="*/ 697603 w 900009"/>
              <a:gd name="connsiteY7" fmla="*/ 366713 h 1455163"/>
              <a:gd name="connsiteX8" fmla="*/ 766659 w 900009"/>
              <a:gd name="connsiteY8" fmla="*/ 309563 h 1455163"/>
              <a:gd name="connsiteX9" fmla="*/ 711891 w 900009"/>
              <a:gd name="connsiteY9" fmla="*/ 190500 h 1455163"/>
              <a:gd name="connsiteX10" fmla="*/ 852384 w 900009"/>
              <a:gd name="connsiteY10" fmla="*/ 121443 h 1455163"/>
              <a:gd name="connsiteX11" fmla="*/ 830952 w 900009"/>
              <a:gd name="connsiteY11" fmla="*/ 26194 h 1455163"/>
              <a:gd name="connsiteX12" fmla="*/ 900009 w 900009"/>
              <a:gd name="connsiteY12" fmla="*/ 0 h 1455163"/>
              <a:gd name="connsiteX13" fmla="*/ 892865 w 900009"/>
              <a:gd name="connsiteY13" fmla="*/ 107157 h 1455163"/>
              <a:gd name="connsiteX14" fmla="*/ 866671 w 900009"/>
              <a:gd name="connsiteY14" fmla="*/ 207170 h 1455163"/>
              <a:gd name="connsiteX15" fmla="*/ 523875 w 900009"/>
              <a:gd name="connsiteY15" fmla="*/ 1455163 h 1455163"/>
              <a:gd name="connsiteX16" fmla="*/ 378618 w 900009"/>
              <a:gd name="connsiteY16" fmla="*/ 1271807 h 1455163"/>
              <a:gd name="connsiteX17" fmla="*/ 307181 w 900009"/>
              <a:gd name="connsiteY17" fmla="*/ 1281331 h 1455163"/>
              <a:gd name="connsiteX18" fmla="*/ 0 w 900009"/>
              <a:gd name="connsiteY18" fmla="*/ 1119407 h 1455163"/>
              <a:gd name="connsiteX19" fmla="*/ 171448 w 900009"/>
              <a:gd name="connsiteY19" fmla="*/ 912237 h 1455163"/>
              <a:gd name="connsiteX20" fmla="*/ 138113 w 900009"/>
              <a:gd name="connsiteY20" fmla="*/ 869376 h 1455163"/>
              <a:gd name="connsiteX21" fmla="*/ 176213 w 900009"/>
              <a:gd name="connsiteY21" fmla="*/ 790794 h 1455163"/>
              <a:gd name="connsiteX22" fmla="*/ 154920 w 900009"/>
              <a:gd name="connsiteY22" fmla="*/ 551410 h 1455163"/>
              <a:gd name="connsiteX23" fmla="*/ 217253 w 900009"/>
              <a:gd name="connsiteY23" fmla="*/ 422822 h 1455163"/>
              <a:gd name="connsiteX0" fmla="*/ 217253 w 900009"/>
              <a:gd name="connsiteY0" fmla="*/ 422822 h 1512095"/>
              <a:gd name="connsiteX1" fmla="*/ 352423 w 900009"/>
              <a:gd name="connsiteY1" fmla="*/ 224057 h 1512095"/>
              <a:gd name="connsiteX2" fmla="*/ 426242 w 900009"/>
              <a:gd name="connsiteY2" fmla="*/ 150237 h 1512095"/>
              <a:gd name="connsiteX3" fmla="*/ 494616 w 900009"/>
              <a:gd name="connsiteY3" fmla="*/ 152400 h 1512095"/>
              <a:gd name="connsiteX4" fmla="*/ 728560 w 900009"/>
              <a:gd name="connsiteY4" fmla="*/ 23813 h 1512095"/>
              <a:gd name="connsiteX5" fmla="*/ 761897 w 900009"/>
              <a:gd name="connsiteY5" fmla="*/ 76200 h 1512095"/>
              <a:gd name="connsiteX6" fmla="*/ 664265 w 900009"/>
              <a:gd name="connsiteY6" fmla="*/ 259557 h 1512095"/>
              <a:gd name="connsiteX7" fmla="*/ 697603 w 900009"/>
              <a:gd name="connsiteY7" fmla="*/ 366713 h 1512095"/>
              <a:gd name="connsiteX8" fmla="*/ 766659 w 900009"/>
              <a:gd name="connsiteY8" fmla="*/ 309563 h 1512095"/>
              <a:gd name="connsiteX9" fmla="*/ 711891 w 900009"/>
              <a:gd name="connsiteY9" fmla="*/ 190500 h 1512095"/>
              <a:gd name="connsiteX10" fmla="*/ 852384 w 900009"/>
              <a:gd name="connsiteY10" fmla="*/ 121443 h 1512095"/>
              <a:gd name="connsiteX11" fmla="*/ 830952 w 900009"/>
              <a:gd name="connsiteY11" fmla="*/ 26194 h 1512095"/>
              <a:gd name="connsiteX12" fmla="*/ 900009 w 900009"/>
              <a:gd name="connsiteY12" fmla="*/ 0 h 1512095"/>
              <a:gd name="connsiteX13" fmla="*/ 892865 w 900009"/>
              <a:gd name="connsiteY13" fmla="*/ 107157 h 1512095"/>
              <a:gd name="connsiteX14" fmla="*/ 561871 w 900009"/>
              <a:gd name="connsiteY14" fmla="*/ 1512095 h 1512095"/>
              <a:gd name="connsiteX15" fmla="*/ 523875 w 900009"/>
              <a:gd name="connsiteY15" fmla="*/ 1455163 h 1512095"/>
              <a:gd name="connsiteX16" fmla="*/ 378618 w 900009"/>
              <a:gd name="connsiteY16" fmla="*/ 1271807 h 1512095"/>
              <a:gd name="connsiteX17" fmla="*/ 307181 w 900009"/>
              <a:gd name="connsiteY17" fmla="*/ 1281331 h 1512095"/>
              <a:gd name="connsiteX18" fmla="*/ 0 w 900009"/>
              <a:gd name="connsiteY18" fmla="*/ 1119407 h 1512095"/>
              <a:gd name="connsiteX19" fmla="*/ 171448 w 900009"/>
              <a:gd name="connsiteY19" fmla="*/ 912237 h 1512095"/>
              <a:gd name="connsiteX20" fmla="*/ 138113 w 900009"/>
              <a:gd name="connsiteY20" fmla="*/ 869376 h 1512095"/>
              <a:gd name="connsiteX21" fmla="*/ 176213 w 900009"/>
              <a:gd name="connsiteY21" fmla="*/ 790794 h 1512095"/>
              <a:gd name="connsiteX22" fmla="*/ 154920 w 900009"/>
              <a:gd name="connsiteY22" fmla="*/ 551410 h 1512095"/>
              <a:gd name="connsiteX23" fmla="*/ 217253 w 900009"/>
              <a:gd name="connsiteY23" fmla="*/ 422822 h 1512095"/>
              <a:gd name="connsiteX0" fmla="*/ 217253 w 900009"/>
              <a:gd name="connsiteY0" fmla="*/ 422822 h 1512095"/>
              <a:gd name="connsiteX1" fmla="*/ 352423 w 900009"/>
              <a:gd name="connsiteY1" fmla="*/ 224057 h 1512095"/>
              <a:gd name="connsiteX2" fmla="*/ 426242 w 900009"/>
              <a:gd name="connsiteY2" fmla="*/ 150237 h 1512095"/>
              <a:gd name="connsiteX3" fmla="*/ 494616 w 900009"/>
              <a:gd name="connsiteY3" fmla="*/ 152400 h 1512095"/>
              <a:gd name="connsiteX4" fmla="*/ 728560 w 900009"/>
              <a:gd name="connsiteY4" fmla="*/ 23813 h 1512095"/>
              <a:gd name="connsiteX5" fmla="*/ 761897 w 900009"/>
              <a:gd name="connsiteY5" fmla="*/ 76200 h 1512095"/>
              <a:gd name="connsiteX6" fmla="*/ 664265 w 900009"/>
              <a:gd name="connsiteY6" fmla="*/ 259557 h 1512095"/>
              <a:gd name="connsiteX7" fmla="*/ 697603 w 900009"/>
              <a:gd name="connsiteY7" fmla="*/ 366713 h 1512095"/>
              <a:gd name="connsiteX8" fmla="*/ 766659 w 900009"/>
              <a:gd name="connsiteY8" fmla="*/ 309563 h 1512095"/>
              <a:gd name="connsiteX9" fmla="*/ 711891 w 900009"/>
              <a:gd name="connsiteY9" fmla="*/ 190500 h 1512095"/>
              <a:gd name="connsiteX10" fmla="*/ 852384 w 900009"/>
              <a:gd name="connsiteY10" fmla="*/ 121443 h 1512095"/>
              <a:gd name="connsiteX11" fmla="*/ 830952 w 900009"/>
              <a:gd name="connsiteY11" fmla="*/ 26194 h 1512095"/>
              <a:gd name="connsiteX12" fmla="*/ 900009 w 900009"/>
              <a:gd name="connsiteY12" fmla="*/ 0 h 1512095"/>
              <a:gd name="connsiteX13" fmla="*/ 719034 w 900009"/>
              <a:gd name="connsiteY13" fmla="*/ 1500189 h 1512095"/>
              <a:gd name="connsiteX14" fmla="*/ 561871 w 900009"/>
              <a:gd name="connsiteY14" fmla="*/ 1512095 h 1512095"/>
              <a:gd name="connsiteX15" fmla="*/ 523875 w 900009"/>
              <a:gd name="connsiteY15" fmla="*/ 1455163 h 1512095"/>
              <a:gd name="connsiteX16" fmla="*/ 378618 w 900009"/>
              <a:gd name="connsiteY16" fmla="*/ 1271807 h 1512095"/>
              <a:gd name="connsiteX17" fmla="*/ 307181 w 900009"/>
              <a:gd name="connsiteY17" fmla="*/ 1281331 h 1512095"/>
              <a:gd name="connsiteX18" fmla="*/ 0 w 900009"/>
              <a:gd name="connsiteY18" fmla="*/ 1119407 h 1512095"/>
              <a:gd name="connsiteX19" fmla="*/ 171448 w 900009"/>
              <a:gd name="connsiteY19" fmla="*/ 912237 h 1512095"/>
              <a:gd name="connsiteX20" fmla="*/ 138113 w 900009"/>
              <a:gd name="connsiteY20" fmla="*/ 869376 h 1512095"/>
              <a:gd name="connsiteX21" fmla="*/ 176213 w 900009"/>
              <a:gd name="connsiteY21" fmla="*/ 790794 h 1512095"/>
              <a:gd name="connsiteX22" fmla="*/ 154920 w 900009"/>
              <a:gd name="connsiteY22" fmla="*/ 551410 h 1512095"/>
              <a:gd name="connsiteX23" fmla="*/ 217253 w 900009"/>
              <a:gd name="connsiteY23" fmla="*/ 422822 h 1512095"/>
              <a:gd name="connsiteX0" fmla="*/ 217253 w 852384"/>
              <a:gd name="connsiteY0" fmla="*/ 399009 h 1504949"/>
              <a:gd name="connsiteX1" fmla="*/ 352423 w 852384"/>
              <a:gd name="connsiteY1" fmla="*/ 200244 h 1504949"/>
              <a:gd name="connsiteX2" fmla="*/ 426242 w 852384"/>
              <a:gd name="connsiteY2" fmla="*/ 126424 h 1504949"/>
              <a:gd name="connsiteX3" fmla="*/ 494616 w 852384"/>
              <a:gd name="connsiteY3" fmla="*/ 128587 h 1504949"/>
              <a:gd name="connsiteX4" fmla="*/ 728560 w 852384"/>
              <a:gd name="connsiteY4" fmla="*/ 0 h 1504949"/>
              <a:gd name="connsiteX5" fmla="*/ 761897 w 852384"/>
              <a:gd name="connsiteY5" fmla="*/ 52387 h 1504949"/>
              <a:gd name="connsiteX6" fmla="*/ 664265 w 852384"/>
              <a:gd name="connsiteY6" fmla="*/ 235744 h 1504949"/>
              <a:gd name="connsiteX7" fmla="*/ 697603 w 852384"/>
              <a:gd name="connsiteY7" fmla="*/ 342900 h 1504949"/>
              <a:gd name="connsiteX8" fmla="*/ 766659 w 852384"/>
              <a:gd name="connsiteY8" fmla="*/ 285750 h 1504949"/>
              <a:gd name="connsiteX9" fmla="*/ 711891 w 852384"/>
              <a:gd name="connsiteY9" fmla="*/ 166687 h 1504949"/>
              <a:gd name="connsiteX10" fmla="*/ 852384 w 852384"/>
              <a:gd name="connsiteY10" fmla="*/ 97630 h 1504949"/>
              <a:gd name="connsiteX11" fmla="*/ 830952 w 852384"/>
              <a:gd name="connsiteY11" fmla="*/ 2381 h 1504949"/>
              <a:gd name="connsiteX12" fmla="*/ 797615 w 852384"/>
              <a:gd name="connsiteY12" fmla="*/ 1504949 h 1504949"/>
              <a:gd name="connsiteX13" fmla="*/ 719034 w 852384"/>
              <a:gd name="connsiteY13" fmla="*/ 1476376 h 1504949"/>
              <a:gd name="connsiteX14" fmla="*/ 561871 w 852384"/>
              <a:gd name="connsiteY14" fmla="*/ 1488282 h 1504949"/>
              <a:gd name="connsiteX15" fmla="*/ 523875 w 852384"/>
              <a:gd name="connsiteY15" fmla="*/ 1431350 h 1504949"/>
              <a:gd name="connsiteX16" fmla="*/ 378618 w 852384"/>
              <a:gd name="connsiteY16" fmla="*/ 1247994 h 1504949"/>
              <a:gd name="connsiteX17" fmla="*/ 307181 w 852384"/>
              <a:gd name="connsiteY17" fmla="*/ 1257518 h 1504949"/>
              <a:gd name="connsiteX18" fmla="*/ 0 w 852384"/>
              <a:gd name="connsiteY18" fmla="*/ 1095594 h 1504949"/>
              <a:gd name="connsiteX19" fmla="*/ 171448 w 852384"/>
              <a:gd name="connsiteY19" fmla="*/ 888424 h 1504949"/>
              <a:gd name="connsiteX20" fmla="*/ 138113 w 852384"/>
              <a:gd name="connsiteY20" fmla="*/ 845563 h 1504949"/>
              <a:gd name="connsiteX21" fmla="*/ 176213 w 852384"/>
              <a:gd name="connsiteY21" fmla="*/ 766981 h 1504949"/>
              <a:gd name="connsiteX22" fmla="*/ 154920 w 852384"/>
              <a:gd name="connsiteY22" fmla="*/ 527597 h 1504949"/>
              <a:gd name="connsiteX23" fmla="*/ 217253 w 852384"/>
              <a:gd name="connsiteY23" fmla="*/ 399009 h 1504949"/>
              <a:gd name="connsiteX0" fmla="*/ 217253 w 852384"/>
              <a:gd name="connsiteY0" fmla="*/ 399009 h 1633538"/>
              <a:gd name="connsiteX1" fmla="*/ 352423 w 852384"/>
              <a:gd name="connsiteY1" fmla="*/ 200244 h 1633538"/>
              <a:gd name="connsiteX2" fmla="*/ 426242 w 852384"/>
              <a:gd name="connsiteY2" fmla="*/ 126424 h 1633538"/>
              <a:gd name="connsiteX3" fmla="*/ 494616 w 852384"/>
              <a:gd name="connsiteY3" fmla="*/ 128587 h 1633538"/>
              <a:gd name="connsiteX4" fmla="*/ 728560 w 852384"/>
              <a:gd name="connsiteY4" fmla="*/ 0 h 1633538"/>
              <a:gd name="connsiteX5" fmla="*/ 761897 w 852384"/>
              <a:gd name="connsiteY5" fmla="*/ 52387 h 1633538"/>
              <a:gd name="connsiteX6" fmla="*/ 664265 w 852384"/>
              <a:gd name="connsiteY6" fmla="*/ 235744 h 1633538"/>
              <a:gd name="connsiteX7" fmla="*/ 697603 w 852384"/>
              <a:gd name="connsiteY7" fmla="*/ 342900 h 1633538"/>
              <a:gd name="connsiteX8" fmla="*/ 766659 w 852384"/>
              <a:gd name="connsiteY8" fmla="*/ 285750 h 1633538"/>
              <a:gd name="connsiteX9" fmla="*/ 711891 w 852384"/>
              <a:gd name="connsiteY9" fmla="*/ 166687 h 1633538"/>
              <a:gd name="connsiteX10" fmla="*/ 852384 w 852384"/>
              <a:gd name="connsiteY10" fmla="*/ 97630 h 1633538"/>
              <a:gd name="connsiteX11" fmla="*/ 749989 w 852384"/>
              <a:gd name="connsiteY11" fmla="*/ 1633538 h 1633538"/>
              <a:gd name="connsiteX12" fmla="*/ 797615 w 852384"/>
              <a:gd name="connsiteY12" fmla="*/ 1504949 h 1633538"/>
              <a:gd name="connsiteX13" fmla="*/ 719034 w 852384"/>
              <a:gd name="connsiteY13" fmla="*/ 1476376 h 1633538"/>
              <a:gd name="connsiteX14" fmla="*/ 561871 w 852384"/>
              <a:gd name="connsiteY14" fmla="*/ 1488282 h 1633538"/>
              <a:gd name="connsiteX15" fmla="*/ 523875 w 852384"/>
              <a:gd name="connsiteY15" fmla="*/ 1431350 h 1633538"/>
              <a:gd name="connsiteX16" fmla="*/ 378618 w 852384"/>
              <a:gd name="connsiteY16" fmla="*/ 1247994 h 1633538"/>
              <a:gd name="connsiteX17" fmla="*/ 307181 w 852384"/>
              <a:gd name="connsiteY17" fmla="*/ 1257518 h 1633538"/>
              <a:gd name="connsiteX18" fmla="*/ 0 w 852384"/>
              <a:gd name="connsiteY18" fmla="*/ 1095594 h 1633538"/>
              <a:gd name="connsiteX19" fmla="*/ 171448 w 852384"/>
              <a:gd name="connsiteY19" fmla="*/ 888424 h 1633538"/>
              <a:gd name="connsiteX20" fmla="*/ 138113 w 852384"/>
              <a:gd name="connsiteY20" fmla="*/ 845563 h 1633538"/>
              <a:gd name="connsiteX21" fmla="*/ 176213 w 852384"/>
              <a:gd name="connsiteY21" fmla="*/ 766981 h 1633538"/>
              <a:gd name="connsiteX22" fmla="*/ 154920 w 852384"/>
              <a:gd name="connsiteY22" fmla="*/ 527597 h 1633538"/>
              <a:gd name="connsiteX23" fmla="*/ 217253 w 852384"/>
              <a:gd name="connsiteY23" fmla="*/ 399009 h 1633538"/>
              <a:gd name="connsiteX0" fmla="*/ 217253 w 838097"/>
              <a:gd name="connsiteY0" fmla="*/ 399009 h 1650205"/>
              <a:gd name="connsiteX1" fmla="*/ 352423 w 838097"/>
              <a:gd name="connsiteY1" fmla="*/ 200244 h 1650205"/>
              <a:gd name="connsiteX2" fmla="*/ 426242 w 838097"/>
              <a:gd name="connsiteY2" fmla="*/ 126424 h 1650205"/>
              <a:gd name="connsiteX3" fmla="*/ 494616 w 838097"/>
              <a:gd name="connsiteY3" fmla="*/ 128587 h 1650205"/>
              <a:gd name="connsiteX4" fmla="*/ 728560 w 838097"/>
              <a:gd name="connsiteY4" fmla="*/ 0 h 1650205"/>
              <a:gd name="connsiteX5" fmla="*/ 761897 w 838097"/>
              <a:gd name="connsiteY5" fmla="*/ 52387 h 1650205"/>
              <a:gd name="connsiteX6" fmla="*/ 664265 w 838097"/>
              <a:gd name="connsiteY6" fmla="*/ 235744 h 1650205"/>
              <a:gd name="connsiteX7" fmla="*/ 697603 w 838097"/>
              <a:gd name="connsiteY7" fmla="*/ 342900 h 1650205"/>
              <a:gd name="connsiteX8" fmla="*/ 766659 w 838097"/>
              <a:gd name="connsiteY8" fmla="*/ 285750 h 1650205"/>
              <a:gd name="connsiteX9" fmla="*/ 711891 w 838097"/>
              <a:gd name="connsiteY9" fmla="*/ 166687 h 1650205"/>
              <a:gd name="connsiteX10" fmla="*/ 838097 w 838097"/>
              <a:gd name="connsiteY10" fmla="*/ 1650205 h 1650205"/>
              <a:gd name="connsiteX11" fmla="*/ 749989 w 838097"/>
              <a:gd name="connsiteY11" fmla="*/ 1633538 h 1650205"/>
              <a:gd name="connsiteX12" fmla="*/ 797615 w 838097"/>
              <a:gd name="connsiteY12" fmla="*/ 1504949 h 1650205"/>
              <a:gd name="connsiteX13" fmla="*/ 719034 w 838097"/>
              <a:gd name="connsiteY13" fmla="*/ 1476376 h 1650205"/>
              <a:gd name="connsiteX14" fmla="*/ 561871 w 838097"/>
              <a:gd name="connsiteY14" fmla="*/ 1488282 h 1650205"/>
              <a:gd name="connsiteX15" fmla="*/ 523875 w 838097"/>
              <a:gd name="connsiteY15" fmla="*/ 1431350 h 1650205"/>
              <a:gd name="connsiteX16" fmla="*/ 378618 w 838097"/>
              <a:gd name="connsiteY16" fmla="*/ 1247994 h 1650205"/>
              <a:gd name="connsiteX17" fmla="*/ 307181 w 838097"/>
              <a:gd name="connsiteY17" fmla="*/ 1257518 h 1650205"/>
              <a:gd name="connsiteX18" fmla="*/ 0 w 838097"/>
              <a:gd name="connsiteY18" fmla="*/ 1095594 h 1650205"/>
              <a:gd name="connsiteX19" fmla="*/ 171448 w 838097"/>
              <a:gd name="connsiteY19" fmla="*/ 888424 h 1650205"/>
              <a:gd name="connsiteX20" fmla="*/ 138113 w 838097"/>
              <a:gd name="connsiteY20" fmla="*/ 845563 h 1650205"/>
              <a:gd name="connsiteX21" fmla="*/ 176213 w 838097"/>
              <a:gd name="connsiteY21" fmla="*/ 766981 h 1650205"/>
              <a:gd name="connsiteX22" fmla="*/ 154920 w 838097"/>
              <a:gd name="connsiteY22" fmla="*/ 527597 h 1650205"/>
              <a:gd name="connsiteX23" fmla="*/ 217253 w 838097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64265 w 869053"/>
              <a:gd name="connsiteY6" fmla="*/ 235744 h 1650205"/>
              <a:gd name="connsiteX7" fmla="*/ 697603 w 869053"/>
              <a:gd name="connsiteY7" fmla="*/ 342900 h 1650205"/>
              <a:gd name="connsiteX8" fmla="*/ 766659 w 869053"/>
              <a:gd name="connsiteY8" fmla="*/ 285750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64265 w 869053"/>
              <a:gd name="connsiteY6" fmla="*/ 235744 h 1650205"/>
              <a:gd name="connsiteX7" fmla="*/ 697603 w 869053"/>
              <a:gd name="connsiteY7" fmla="*/ 342900 h 1650205"/>
              <a:gd name="connsiteX8" fmla="*/ 683315 w 869053"/>
              <a:gd name="connsiteY8" fmla="*/ 1295400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64265 w 869053"/>
              <a:gd name="connsiteY6" fmla="*/ 235744 h 1650205"/>
              <a:gd name="connsiteX7" fmla="*/ 697603 w 869053"/>
              <a:gd name="connsiteY7" fmla="*/ 342900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64265 w 869053"/>
              <a:gd name="connsiteY6" fmla="*/ 235744 h 1650205"/>
              <a:gd name="connsiteX7" fmla="*/ 542822 w 869053"/>
              <a:gd name="connsiteY7" fmla="*/ 573881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542821 w 869053"/>
              <a:gd name="connsiteY6" fmla="*/ 230981 h 1650205"/>
              <a:gd name="connsiteX7" fmla="*/ 542822 w 869053"/>
              <a:gd name="connsiteY7" fmla="*/ 573881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454715 w 869053"/>
              <a:gd name="connsiteY6" fmla="*/ 221456 h 1650205"/>
              <a:gd name="connsiteX7" fmla="*/ 542822 w 869053"/>
              <a:gd name="connsiteY7" fmla="*/ 573881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42822 w 869053"/>
              <a:gd name="connsiteY7" fmla="*/ 573881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42822 w 869053"/>
              <a:gd name="connsiteY7" fmla="*/ 573881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40440 w 869053"/>
              <a:gd name="connsiteY7" fmla="*/ 352425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11878 w 869053"/>
              <a:gd name="connsiteY8" fmla="*/ 502442 h 1650205"/>
              <a:gd name="connsiteX9" fmla="*/ 819046 w 869053"/>
              <a:gd name="connsiteY9" fmla="*/ 1288256 h 1650205"/>
              <a:gd name="connsiteX10" fmla="*/ 869053 w 869053"/>
              <a:gd name="connsiteY10" fmla="*/ 1400174 h 1650205"/>
              <a:gd name="connsiteX11" fmla="*/ 838097 w 869053"/>
              <a:gd name="connsiteY11" fmla="*/ 1650205 h 1650205"/>
              <a:gd name="connsiteX12" fmla="*/ 749989 w 869053"/>
              <a:gd name="connsiteY12" fmla="*/ 1633538 h 1650205"/>
              <a:gd name="connsiteX13" fmla="*/ 797615 w 869053"/>
              <a:gd name="connsiteY13" fmla="*/ 1504949 h 1650205"/>
              <a:gd name="connsiteX14" fmla="*/ 719034 w 869053"/>
              <a:gd name="connsiteY14" fmla="*/ 1476376 h 1650205"/>
              <a:gd name="connsiteX15" fmla="*/ 561871 w 869053"/>
              <a:gd name="connsiteY15" fmla="*/ 1488282 h 1650205"/>
              <a:gd name="connsiteX16" fmla="*/ 523875 w 869053"/>
              <a:gd name="connsiteY16" fmla="*/ 1431350 h 1650205"/>
              <a:gd name="connsiteX17" fmla="*/ 378618 w 869053"/>
              <a:gd name="connsiteY17" fmla="*/ 1247994 h 1650205"/>
              <a:gd name="connsiteX18" fmla="*/ 307181 w 869053"/>
              <a:gd name="connsiteY18" fmla="*/ 1257518 h 1650205"/>
              <a:gd name="connsiteX19" fmla="*/ 0 w 869053"/>
              <a:gd name="connsiteY19" fmla="*/ 1095594 h 1650205"/>
              <a:gd name="connsiteX20" fmla="*/ 171448 w 869053"/>
              <a:gd name="connsiteY20" fmla="*/ 888424 h 1650205"/>
              <a:gd name="connsiteX21" fmla="*/ 138113 w 869053"/>
              <a:gd name="connsiteY21" fmla="*/ 845563 h 1650205"/>
              <a:gd name="connsiteX22" fmla="*/ 176213 w 869053"/>
              <a:gd name="connsiteY22" fmla="*/ 766981 h 1650205"/>
              <a:gd name="connsiteX23" fmla="*/ 154920 w 869053"/>
              <a:gd name="connsiteY23" fmla="*/ 527597 h 1650205"/>
              <a:gd name="connsiteX24" fmla="*/ 217253 w 869053"/>
              <a:gd name="connsiteY24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819046 w 869053"/>
              <a:gd name="connsiteY9" fmla="*/ 1288256 h 1650205"/>
              <a:gd name="connsiteX10" fmla="*/ 869053 w 869053"/>
              <a:gd name="connsiteY10" fmla="*/ 1400174 h 1650205"/>
              <a:gd name="connsiteX11" fmla="*/ 838097 w 869053"/>
              <a:gd name="connsiteY11" fmla="*/ 1650205 h 1650205"/>
              <a:gd name="connsiteX12" fmla="*/ 749989 w 869053"/>
              <a:gd name="connsiteY12" fmla="*/ 1633538 h 1650205"/>
              <a:gd name="connsiteX13" fmla="*/ 797615 w 869053"/>
              <a:gd name="connsiteY13" fmla="*/ 1504949 h 1650205"/>
              <a:gd name="connsiteX14" fmla="*/ 719034 w 869053"/>
              <a:gd name="connsiteY14" fmla="*/ 1476376 h 1650205"/>
              <a:gd name="connsiteX15" fmla="*/ 561871 w 869053"/>
              <a:gd name="connsiteY15" fmla="*/ 1488282 h 1650205"/>
              <a:gd name="connsiteX16" fmla="*/ 523875 w 869053"/>
              <a:gd name="connsiteY16" fmla="*/ 1431350 h 1650205"/>
              <a:gd name="connsiteX17" fmla="*/ 378618 w 869053"/>
              <a:gd name="connsiteY17" fmla="*/ 1247994 h 1650205"/>
              <a:gd name="connsiteX18" fmla="*/ 307181 w 869053"/>
              <a:gd name="connsiteY18" fmla="*/ 1257518 h 1650205"/>
              <a:gd name="connsiteX19" fmla="*/ 0 w 869053"/>
              <a:gd name="connsiteY19" fmla="*/ 1095594 h 1650205"/>
              <a:gd name="connsiteX20" fmla="*/ 171448 w 869053"/>
              <a:gd name="connsiteY20" fmla="*/ 888424 h 1650205"/>
              <a:gd name="connsiteX21" fmla="*/ 138113 w 869053"/>
              <a:gd name="connsiteY21" fmla="*/ 845563 h 1650205"/>
              <a:gd name="connsiteX22" fmla="*/ 176213 w 869053"/>
              <a:gd name="connsiteY22" fmla="*/ 766981 h 1650205"/>
              <a:gd name="connsiteX23" fmla="*/ 154920 w 869053"/>
              <a:gd name="connsiteY23" fmla="*/ 527597 h 1650205"/>
              <a:gd name="connsiteX24" fmla="*/ 217253 w 869053"/>
              <a:gd name="connsiteY24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52359 w 869053"/>
              <a:gd name="connsiteY9" fmla="*/ 542923 h 1650205"/>
              <a:gd name="connsiteX10" fmla="*/ 819046 w 869053"/>
              <a:gd name="connsiteY10" fmla="*/ 1288256 h 1650205"/>
              <a:gd name="connsiteX11" fmla="*/ 869053 w 869053"/>
              <a:gd name="connsiteY11" fmla="*/ 1400174 h 1650205"/>
              <a:gd name="connsiteX12" fmla="*/ 838097 w 869053"/>
              <a:gd name="connsiteY12" fmla="*/ 1650205 h 1650205"/>
              <a:gd name="connsiteX13" fmla="*/ 749989 w 869053"/>
              <a:gd name="connsiteY13" fmla="*/ 1633538 h 1650205"/>
              <a:gd name="connsiteX14" fmla="*/ 797615 w 869053"/>
              <a:gd name="connsiteY14" fmla="*/ 1504949 h 1650205"/>
              <a:gd name="connsiteX15" fmla="*/ 719034 w 869053"/>
              <a:gd name="connsiteY15" fmla="*/ 1476376 h 1650205"/>
              <a:gd name="connsiteX16" fmla="*/ 561871 w 869053"/>
              <a:gd name="connsiteY16" fmla="*/ 1488282 h 1650205"/>
              <a:gd name="connsiteX17" fmla="*/ 523875 w 869053"/>
              <a:gd name="connsiteY17" fmla="*/ 1431350 h 1650205"/>
              <a:gd name="connsiteX18" fmla="*/ 378618 w 869053"/>
              <a:gd name="connsiteY18" fmla="*/ 1247994 h 1650205"/>
              <a:gd name="connsiteX19" fmla="*/ 307181 w 869053"/>
              <a:gd name="connsiteY19" fmla="*/ 1257518 h 1650205"/>
              <a:gd name="connsiteX20" fmla="*/ 0 w 869053"/>
              <a:gd name="connsiteY20" fmla="*/ 1095594 h 1650205"/>
              <a:gd name="connsiteX21" fmla="*/ 171448 w 869053"/>
              <a:gd name="connsiteY21" fmla="*/ 888424 h 1650205"/>
              <a:gd name="connsiteX22" fmla="*/ 138113 w 869053"/>
              <a:gd name="connsiteY22" fmla="*/ 845563 h 1650205"/>
              <a:gd name="connsiteX23" fmla="*/ 176213 w 869053"/>
              <a:gd name="connsiteY23" fmla="*/ 766981 h 1650205"/>
              <a:gd name="connsiteX24" fmla="*/ 154920 w 869053"/>
              <a:gd name="connsiteY24" fmla="*/ 527597 h 1650205"/>
              <a:gd name="connsiteX25" fmla="*/ 217253 w 869053"/>
              <a:gd name="connsiteY25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549965 w 869053"/>
              <a:gd name="connsiteY9" fmla="*/ 581023 h 1650205"/>
              <a:gd name="connsiteX10" fmla="*/ 819046 w 869053"/>
              <a:gd name="connsiteY10" fmla="*/ 1288256 h 1650205"/>
              <a:gd name="connsiteX11" fmla="*/ 869053 w 869053"/>
              <a:gd name="connsiteY11" fmla="*/ 1400174 h 1650205"/>
              <a:gd name="connsiteX12" fmla="*/ 838097 w 869053"/>
              <a:gd name="connsiteY12" fmla="*/ 1650205 h 1650205"/>
              <a:gd name="connsiteX13" fmla="*/ 749989 w 869053"/>
              <a:gd name="connsiteY13" fmla="*/ 1633538 h 1650205"/>
              <a:gd name="connsiteX14" fmla="*/ 797615 w 869053"/>
              <a:gd name="connsiteY14" fmla="*/ 1504949 h 1650205"/>
              <a:gd name="connsiteX15" fmla="*/ 719034 w 869053"/>
              <a:gd name="connsiteY15" fmla="*/ 1476376 h 1650205"/>
              <a:gd name="connsiteX16" fmla="*/ 561871 w 869053"/>
              <a:gd name="connsiteY16" fmla="*/ 1488282 h 1650205"/>
              <a:gd name="connsiteX17" fmla="*/ 523875 w 869053"/>
              <a:gd name="connsiteY17" fmla="*/ 1431350 h 1650205"/>
              <a:gd name="connsiteX18" fmla="*/ 378618 w 869053"/>
              <a:gd name="connsiteY18" fmla="*/ 1247994 h 1650205"/>
              <a:gd name="connsiteX19" fmla="*/ 307181 w 869053"/>
              <a:gd name="connsiteY19" fmla="*/ 1257518 h 1650205"/>
              <a:gd name="connsiteX20" fmla="*/ 0 w 869053"/>
              <a:gd name="connsiteY20" fmla="*/ 1095594 h 1650205"/>
              <a:gd name="connsiteX21" fmla="*/ 171448 w 869053"/>
              <a:gd name="connsiteY21" fmla="*/ 888424 h 1650205"/>
              <a:gd name="connsiteX22" fmla="*/ 138113 w 869053"/>
              <a:gd name="connsiteY22" fmla="*/ 845563 h 1650205"/>
              <a:gd name="connsiteX23" fmla="*/ 176213 w 869053"/>
              <a:gd name="connsiteY23" fmla="*/ 766981 h 1650205"/>
              <a:gd name="connsiteX24" fmla="*/ 154920 w 869053"/>
              <a:gd name="connsiteY24" fmla="*/ 527597 h 1650205"/>
              <a:gd name="connsiteX25" fmla="*/ 217253 w 869053"/>
              <a:gd name="connsiteY25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04734 w 869053"/>
              <a:gd name="connsiteY9" fmla="*/ 497679 h 1650205"/>
              <a:gd name="connsiteX10" fmla="*/ 819046 w 869053"/>
              <a:gd name="connsiteY10" fmla="*/ 1288256 h 1650205"/>
              <a:gd name="connsiteX11" fmla="*/ 869053 w 869053"/>
              <a:gd name="connsiteY11" fmla="*/ 1400174 h 1650205"/>
              <a:gd name="connsiteX12" fmla="*/ 838097 w 869053"/>
              <a:gd name="connsiteY12" fmla="*/ 1650205 h 1650205"/>
              <a:gd name="connsiteX13" fmla="*/ 749989 w 869053"/>
              <a:gd name="connsiteY13" fmla="*/ 1633538 h 1650205"/>
              <a:gd name="connsiteX14" fmla="*/ 797615 w 869053"/>
              <a:gd name="connsiteY14" fmla="*/ 1504949 h 1650205"/>
              <a:gd name="connsiteX15" fmla="*/ 719034 w 869053"/>
              <a:gd name="connsiteY15" fmla="*/ 1476376 h 1650205"/>
              <a:gd name="connsiteX16" fmla="*/ 561871 w 869053"/>
              <a:gd name="connsiteY16" fmla="*/ 1488282 h 1650205"/>
              <a:gd name="connsiteX17" fmla="*/ 523875 w 869053"/>
              <a:gd name="connsiteY17" fmla="*/ 1431350 h 1650205"/>
              <a:gd name="connsiteX18" fmla="*/ 378618 w 869053"/>
              <a:gd name="connsiteY18" fmla="*/ 1247994 h 1650205"/>
              <a:gd name="connsiteX19" fmla="*/ 307181 w 869053"/>
              <a:gd name="connsiteY19" fmla="*/ 1257518 h 1650205"/>
              <a:gd name="connsiteX20" fmla="*/ 0 w 869053"/>
              <a:gd name="connsiteY20" fmla="*/ 1095594 h 1650205"/>
              <a:gd name="connsiteX21" fmla="*/ 171448 w 869053"/>
              <a:gd name="connsiteY21" fmla="*/ 888424 h 1650205"/>
              <a:gd name="connsiteX22" fmla="*/ 138113 w 869053"/>
              <a:gd name="connsiteY22" fmla="*/ 845563 h 1650205"/>
              <a:gd name="connsiteX23" fmla="*/ 176213 w 869053"/>
              <a:gd name="connsiteY23" fmla="*/ 766981 h 1650205"/>
              <a:gd name="connsiteX24" fmla="*/ 154920 w 869053"/>
              <a:gd name="connsiteY24" fmla="*/ 527597 h 1650205"/>
              <a:gd name="connsiteX25" fmla="*/ 217253 w 869053"/>
              <a:gd name="connsiteY25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04734 w 869053"/>
              <a:gd name="connsiteY9" fmla="*/ 497679 h 1650205"/>
              <a:gd name="connsiteX10" fmla="*/ 640453 w 869053"/>
              <a:gd name="connsiteY10" fmla="*/ 635792 h 1650205"/>
              <a:gd name="connsiteX11" fmla="*/ 819046 w 869053"/>
              <a:gd name="connsiteY11" fmla="*/ 1288256 h 1650205"/>
              <a:gd name="connsiteX12" fmla="*/ 869053 w 869053"/>
              <a:gd name="connsiteY12" fmla="*/ 1400174 h 1650205"/>
              <a:gd name="connsiteX13" fmla="*/ 838097 w 869053"/>
              <a:gd name="connsiteY13" fmla="*/ 1650205 h 1650205"/>
              <a:gd name="connsiteX14" fmla="*/ 749989 w 869053"/>
              <a:gd name="connsiteY14" fmla="*/ 1633538 h 1650205"/>
              <a:gd name="connsiteX15" fmla="*/ 797615 w 869053"/>
              <a:gd name="connsiteY15" fmla="*/ 1504949 h 1650205"/>
              <a:gd name="connsiteX16" fmla="*/ 719034 w 869053"/>
              <a:gd name="connsiteY16" fmla="*/ 1476376 h 1650205"/>
              <a:gd name="connsiteX17" fmla="*/ 561871 w 869053"/>
              <a:gd name="connsiteY17" fmla="*/ 1488282 h 1650205"/>
              <a:gd name="connsiteX18" fmla="*/ 523875 w 869053"/>
              <a:gd name="connsiteY18" fmla="*/ 1431350 h 1650205"/>
              <a:gd name="connsiteX19" fmla="*/ 378618 w 869053"/>
              <a:gd name="connsiteY19" fmla="*/ 1247994 h 1650205"/>
              <a:gd name="connsiteX20" fmla="*/ 307181 w 869053"/>
              <a:gd name="connsiteY20" fmla="*/ 1257518 h 1650205"/>
              <a:gd name="connsiteX21" fmla="*/ 0 w 869053"/>
              <a:gd name="connsiteY21" fmla="*/ 1095594 h 1650205"/>
              <a:gd name="connsiteX22" fmla="*/ 171448 w 869053"/>
              <a:gd name="connsiteY22" fmla="*/ 888424 h 1650205"/>
              <a:gd name="connsiteX23" fmla="*/ 138113 w 869053"/>
              <a:gd name="connsiteY23" fmla="*/ 845563 h 1650205"/>
              <a:gd name="connsiteX24" fmla="*/ 176213 w 869053"/>
              <a:gd name="connsiteY24" fmla="*/ 766981 h 1650205"/>
              <a:gd name="connsiteX25" fmla="*/ 154920 w 869053"/>
              <a:gd name="connsiteY25" fmla="*/ 527597 h 1650205"/>
              <a:gd name="connsiteX26" fmla="*/ 217253 w 869053"/>
              <a:gd name="connsiteY26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04734 w 869053"/>
              <a:gd name="connsiteY9" fmla="*/ 497679 h 1650205"/>
              <a:gd name="connsiteX10" fmla="*/ 649978 w 869053"/>
              <a:gd name="connsiteY10" fmla="*/ 552448 h 1650205"/>
              <a:gd name="connsiteX11" fmla="*/ 819046 w 869053"/>
              <a:gd name="connsiteY11" fmla="*/ 1288256 h 1650205"/>
              <a:gd name="connsiteX12" fmla="*/ 869053 w 869053"/>
              <a:gd name="connsiteY12" fmla="*/ 1400174 h 1650205"/>
              <a:gd name="connsiteX13" fmla="*/ 838097 w 869053"/>
              <a:gd name="connsiteY13" fmla="*/ 1650205 h 1650205"/>
              <a:gd name="connsiteX14" fmla="*/ 749989 w 869053"/>
              <a:gd name="connsiteY14" fmla="*/ 1633538 h 1650205"/>
              <a:gd name="connsiteX15" fmla="*/ 797615 w 869053"/>
              <a:gd name="connsiteY15" fmla="*/ 1504949 h 1650205"/>
              <a:gd name="connsiteX16" fmla="*/ 719034 w 869053"/>
              <a:gd name="connsiteY16" fmla="*/ 1476376 h 1650205"/>
              <a:gd name="connsiteX17" fmla="*/ 561871 w 869053"/>
              <a:gd name="connsiteY17" fmla="*/ 1488282 h 1650205"/>
              <a:gd name="connsiteX18" fmla="*/ 523875 w 869053"/>
              <a:gd name="connsiteY18" fmla="*/ 1431350 h 1650205"/>
              <a:gd name="connsiteX19" fmla="*/ 378618 w 869053"/>
              <a:gd name="connsiteY19" fmla="*/ 1247994 h 1650205"/>
              <a:gd name="connsiteX20" fmla="*/ 307181 w 869053"/>
              <a:gd name="connsiteY20" fmla="*/ 1257518 h 1650205"/>
              <a:gd name="connsiteX21" fmla="*/ 0 w 869053"/>
              <a:gd name="connsiteY21" fmla="*/ 1095594 h 1650205"/>
              <a:gd name="connsiteX22" fmla="*/ 171448 w 869053"/>
              <a:gd name="connsiteY22" fmla="*/ 888424 h 1650205"/>
              <a:gd name="connsiteX23" fmla="*/ 138113 w 869053"/>
              <a:gd name="connsiteY23" fmla="*/ 845563 h 1650205"/>
              <a:gd name="connsiteX24" fmla="*/ 176213 w 869053"/>
              <a:gd name="connsiteY24" fmla="*/ 766981 h 1650205"/>
              <a:gd name="connsiteX25" fmla="*/ 154920 w 869053"/>
              <a:gd name="connsiteY25" fmla="*/ 527597 h 1650205"/>
              <a:gd name="connsiteX26" fmla="*/ 217253 w 869053"/>
              <a:gd name="connsiteY26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04734 w 869053"/>
              <a:gd name="connsiteY9" fmla="*/ 497679 h 1650205"/>
              <a:gd name="connsiteX10" fmla="*/ 649978 w 869053"/>
              <a:gd name="connsiteY10" fmla="*/ 552448 h 1650205"/>
              <a:gd name="connsiteX11" fmla="*/ 673791 w 869053"/>
              <a:gd name="connsiteY11" fmla="*/ 671511 h 1650205"/>
              <a:gd name="connsiteX12" fmla="*/ 819046 w 869053"/>
              <a:gd name="connsiteY12" fmla="*/ 1288256 h 1650205"/>
              <a:gd name="connsiteX13" fmla="*/ 869053 w 869053"/>
              <a:gd name="connsiteY13" fmla="*/ 1400174 h 1650205"/>
              <a:gd name="connsiteX14" fmla="*/ 838097 w 869053"/>
              <a:gd name="connsiteY14" fmla="*/ 1650205 h 1650205"/>
              <a:gd name="connsiteX15" fmla="*/ 749989 w 869053"/>
              <a:gd name="connsiteY15" fmla="*/ 1633538 h 1650205"/>
              <a:gd name="connsiteX16" fmla="*/ 797615 w 869053"/>
              <a:gd name="connsiteY16" fmla="*/ 1504949 h 1650205"/>
              <a:gd name="connsiteX17" fmla="*/ 719034 w 869053"/>
              <a:gd name="connsiteY17" fmla="*/ 1476376 h 1650205"/>
              <a:gd name="connsiteX18" fmla="*/ 561871 w 869053"/>
              <a:gd name="connsiteY18" fmla="*/ 1488282 h 1650205"/>
              <a:gd name="connsiteX19" fmla="*/ 523875 w 869053"/>
              <a:gd name="connsiteY19" fmla="*/ 1431350 h 1650205"/>
              <a:gd name="connsiteX20" fmla="*/ 378618 w 869053"/>
              <a:gd name="connsiteY20" fmla="*/ 1247994 h 1650205"/>
              <a:gd name="connsiteX21" fmla="*/ 307181 w 869053"/>
              <a:gd name="connsiteY21" fmla="*/ 1257518 h 1650205"/>
              <a:gd name="connsiteX22" fmla="*/ 0 w 869053"/>
              <a:gd name="connsiteY22" fmla="*/ 1095594 h 1650205"/>
              <a:gd name="connsiteX23" fmla="*/ 171448 w 869053"/>
              <a:gd name="connsiteY23" fmla="*/ 888424 h 1650205"/>
              <a:gd name="connsiteX24" fmla="*/ 138113 w 869053"/>
              <a:gd name="connsiteY24" fmla="*/ 845563 h 1650205"/>
              <a:gd name="connsiteX25" fmla="*/ 176213 w 869053"/>
              <a:gd name="connsiteY25" fmla="*/ 766981 h 1650205"/>
              <a:gd name="connsiteX26" fmla="*/ 154920 w 869053"/>
              <a:gd name="connsiteY26" fmla="*/ 527597 h 1650205"/>
              <a:gd name="connsiteX27" fmla="*/ 217253 w 869053"/>
              <a:gd name="connsiteY27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04734 w 869053"/>
              <a:gd name="connsiteY9" fmla="*/ 497679 h 1650205"/>
              <a:gd name="connsiteX10" fmla="*/ 649978 w 869053"/>
              <a:gd name="connsiteY10" fmla="*/ 552448 h 1650205"/>
              <a:gd name="connsiteX11" fmla="*/ 821428 w 869053"/>
              <a:gd name="connsiteY11" fmla="*/ 545305 h 1650205"/>
              <a:gd name="connsiteX12" fmla="*/ 819046 w 869053"/>
              <a:gd name="connsiteY12" fmla="*/ 1288256 h 1650205"/>
              <a:gd name="connsiteX13" fmla="*/ 869053 w 869053"/>
              <a:gd name="connsiteY13" fmla="*/ 1400174 h 1650205"/>
              <a:gd name="connsiteX14" fmla="*/ 838097 w 869053"/>
              <a:gd name="connsiteY14" fmla="*/ 1650205 h 1650205"/>
              <a:gd name="connsiteX15" fmla="*/ 749989 w 869053"/>
              <a:gd name="connsiteY15" fmla="*/ 1633538 h 1650205"/>
              <a:gd name="connsiteX16" fmla="*/ 797615 w 869053"/>
              <a:gd name="connsiteY16" fmla="*/ 1504949 h 1650205"/>
              <a:gd name="connsiteX17" fmla="*/ 719034 w 869053"/>
              <a:gd name="connsiteY17" fmla="*/ 1476376 h 1650205"/>
              <a:gd name="connsiteX18" fmla="*/ 561871 w 869053"/>
              <a:gd name="connsiteY18" fmla="*/ 1488282 h 1650205"/>
              <a:gd name="connsiteX19" fmla="*/ 523875 w 869053"/>
              <a:gd name="connsiteY19" fmla="*/ 1431350 h 1650205"/>
              <a:gd name="connsiteX20" fmla="*/ 378618 w 869053"/>
              <a:gd name="connsiteY20" fmla="*/ 1247994 h 1650205"/>
              <a:gd name="connsiteX21" fmla="*/ 307181 w 869053"/>
              <a:gd name="connsiteY21" fmla="*/ 1257518 h 1650205"/>
              <a:gd name="connsiteX22" fmla="*/ 0 w 869053"/>
              <a:gd name="connsiteY22" fmla="*/ 1095594 h 1650205"/>
              <a:gd name="connsiteX23" fmla="*/ 171448 w 869053"/>
              <a:gd name="connsiteY23" fmla="*/ 888424 h 1650205"/>
              <a:gd name="connsiteX24" fmla="*/ 138113 w 869053"/>
              <a:gd name="connsiteY24" fmla="*/ 845563 h 1650205"/>
              <a:gd name="connsiteX25" fmla="*/ 176213 w 869053"/>
              <a:gd name="connsiteY25" fmla="*/ 766981 h 1650205"/>
              <a:gd name="connsiteX26" fmla="*/ 154920 w 869053"/>
              <a:gd name="connsiteY26" fmla="*/ 527597 h 1650205"/>
              <a:gd name="connsiteX27" fmla="*/ 217253 w 869053"/>
              <a:gd name="connsiteY27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04734 w 869053"/>
              <a:gd name="connsiteY9" fmla="*/ 497679 h 1650205"/>
              <a:gd name="connsiteX10" fmla="*/ 649978 w 869053"/>
              <a:gd name="connsiteY10" fmla="*/ 552448 h 1650205"/>
              <a:gd name="connsiteX11" fmla="*/ 821428 w 869053"/>
              <a:gd name="connsiteY11" fmla="*/ 545305 h 1650205"/>
              <a:gd name="connsiteX12" fmla="*/ 816666 w 869053"/>
              <a:gd name="connsiteY12" fmla="*/ 692942 h 1650205"/>
              <a:gd name="connsiteX13" fmla="*/ 819046 w 869053"/>
              <a:gd name="connsiteY13" fmla="*/ 1288256 h 1650205"/>
              <a:gd name="connsiteX14" fmla="*/ 869053 w 869053"/>
              <a:gd name="connsiteY14" fmla="*/ 1400174 h 1650205"/>
              <a:gd name="connsiteX15" fmla="*/ 838097 w 869053"/>
              <a:gd name="connsiteY15" fmla="*/ 1650205 h 1650205"/>
              <a:gd name="connsiteX16" fmla="*/ 749989 w 869053"/>
              <a:gd name="connsiteY16" fmla="*/ 1633538 h 1650205"/>
              <a:gd name="connsiteX17" fmla="*/ 797615 w 869053"/>
              <a:gd name="connsiteY17" fmla="*/ 1504949 h 1650205"/>
              <a:gd name="connsiteX18" fmla="*/ 719034 w 869053"/>
              <a:gd name="connsiteY18" fmla="*/ 1476376 h 1650205"/>
              <a:gd name="connsiteX19" fmla="*/ 561871 w 869053"/>
              <a:gd name="connsiteY19" fmla="*/ 1488282 h 1650205"/>
              <a:gd name="connsiteX20" fmla="*/ 523875 w 869053"/>
              <a:gd name="connsiteY20" fmla="*/ 1431350 h 1650205"/>
              <a:gd name="connsiteX21" fmla="*/ 378618 w 869053"/>
              <a:gd name="connsiteY21" fmla="*/ 1247994 h 1650205"/>
              <a:gd name="connsiteX22" fmla="*/ 307181 w 869053"/>
              <a:gd name="connsiteY22" fmla="*/ 1257518 h 1650205"/>
              <a:gd name="connsiteX23" fmla="*/ 0 w 869053"/>
              <a:gd name="connsiteY23" fmla="*/ 1095594 h 1650205"/>
              <a:gd name="connsiteX24" fmla="*/ 171448 w 869053"/>
              <a:gd name="connsiteY24" fmla="*/ 888424 h 1650205"/>
              <a:gd name="connsiteX25" fmla="*/ 138113 w 869053"/>
              <a:gd name="connsiteY25" fmla="*/ 845563 h 1650205"/>
              <a:gd name="connsiteX26" fmla="*/ 176213 w 869053"/>
              <a:gd name="connsiteY26" fmla="*/ 766981 h 1650205"/>
              <a:gd name="connsiteX27" fmla="*/ 154920 w 869053"/>
              <a:gd name="connsiteY27" fmla="*/ 527597 h 1650205"/>
              <a:gd name="connsiteX28" fmla="*/ 217253 w 869053"/>
              <a:gd name="connsiteY28" fmla="*/ 399009 h 1650205"/>
              <a:gd name="connsiteX0" fmla="*/ 217253 w 873824"/>
              <a:gd name="connsiteY0" fmla="*/ 399009 h 1650205"/>
              <a:gd name="connsiteX1" fmla="*/ 352423 w 873824"/>
              <a:gd name="connsiteY1" fmla="*/ 200244 h 1650205"/>
              <a:gd name="connsiteX2" fmla="*/ 426242 w 873824"/>
              <a:gd name="connsiteY2" fmla="*/ 126424 h 1650205"/>
              <a:gd name="connsiteX3" fmla="*/ 494616 w 873824"/>
              <a:gd name="connsiteY3" fmla="*/ 128587 h 1650205"/>
              <a:gd name="connsiteX4" fmla="*/ 728560 w 873824"/>
              <a:gd name="connsiteY4" fmla="*/ 0 h 1650205"/>
              <a:gd name="connsiteX5" fmla="*/ 761897 w 873824"/>
              <a:gd name="connsiteY5" fmla="*/ 52387 h 1650205"/>
              <a:gd name="connsiteX6" fmla="*/ 604733 w 873824"/>
              <a:gd name="connsiteY6" fmla="*/ 145256 h 1650205"/>
              <a:gd name="connsiteX7" fmla="*/ 554727 w 873824"/>
              <a:gd name="connsiteY7" fmla="*/ 283369 h 1650205"/>
              <a:gd name="connsiteX8" fmla="*/ 623784 w 873824"/>
              <a:gd name="connsiteY8" fmla="*/ 426242 h 1650205"/>
              <a:gd name="connsiteX9" fmla="*/ 604734 w 873824"/>
              <a:gd name="connsiteY9" fmla="*/ 497679 h 1650205"/>
              <a:gd name="connsiteX10" fmla="*/ 649978 w 873824"/>
              <a:gd name="connsiteY10" fmla="*/ 552448 h 1650205"/>
              <a:gd name="connsiteX11" fmla="*/ 821428 w 873824"/>
              <a:gd name="connsiteY11" fmla="*/ 545305 h 1650205"/>
              <a:gd name="connsiteX12" fmla="*/ 873816 w 873824"/>
              <a:gd name="connsiteY12" fmla="*/ 640555 h 1650205"/>
              <a:gd name="connsiteX13" fmla="*/ 819046 w 873824"/>
              <a:gd name="connsiteY13" fmla="*/ 1288256 h 1650205"/>
              <a:gd name="connsiteX14" fmla="*/ 869053 w 873824"/>
              <a:gd name="connsiteY14" fmla="*/ 1400174 h 1650205"/>
              <a:gd name="connsiteX15" fmla="*/ 838097 w 873824"/>
              <a:gd name="connsiteY15" fmla="*/ 1650205 h 1650205"/>
              <a:gd name="connsiteX16" fmla="*/ 749989 w 873824"/>
              <a:gd name="connsiteY16" fmla="*/ 1633538 h 1650205"/>
              <a:gd name="connsiteX17" fmla="*/ 797615 w 873824"/>
              <a:gd name="connsiteY17" fmla="*/ 1504949 h 1650205"/>
              <a:gd name="connsiteX18" fmla="*/ 719034 w 873824"/>
              <a:gd name="connsiteY18" fmla="*/ 1476376 h 1650205"/>
              <a:gd name="connsiteX19" fmla="*/ 561871 w 873824"/>
              <a:gd name="connsiteY19" fmla="*/ 1488282 h 1650205"/>
              <a:gd name="connsiteX20" fmla="*/ 523875 w 873824"/>
              <a:gd name="connsiteY20" fmla="*/ 1431350 h 1650205"/>
              <a:gd name="connsiteX21" fmla="*/ 378618 w 873824"/>
              <a:gd name="connsiteY21" fmla="*/ 1247994 h 1650205"/>
              <a:gd name="connsiteX22" fmla="*/ 307181 w 873824"/>
              <a:gd name="connsiteY22" fmla="*/ 1257518 h 1650205"/>
              <a:gd name="connsiteX23" fmla="*/ 0 w 873824"/>
              <a:gd name="connsiteY23" fmla="*/ 1095594 h 1650205"/>
              <a:gd name="connsiteX24" fmla="*/ 171448 w 873824"/>
              <a:gd name="connsiteY24" fmla="*/ 888424 h 1650205"/>
              <a:gd name="connsiteX25" fmla="*/ 138113 w 873824"/>
              <a:gd name="connsiteY25" fmla="*/ 845563 h 1650205"/>
              <a:gd name="connsiteX26" fmla="*/ 176213 w 873824"/>
              <a:gd name="connsiteY26" fmla="*/ 766981 h 1650205"/>
              <a:gd name="connsiteX27" fmla="*/ 154920 w 873824"/>
              <a:gd name="connsiteY27" fmla="*/ 527597 h 1650205"/>
              <a:gd name="connsiteX28" fmla="*/ 217253 w 873824"/>
              <a:gd name="connsiteY28" fmla="*/ 399009 h 1650205"/>
              <a:gd name="connsiteX0" fmla="*/ 217253 w 878205"/>
              <a:gd name="connsiteY0" fmla="*/ 399009 h 1650205"/>
              <a:gd name="connsiteX1" fmla="*/ 352423 w 878205"/>
              <a:gd name="connsiteY1" fmla="*/ 200244 h 1650205"/>
              <a:gd name="connsiteX2" fmla="*/ 426242 w 878205"/>
              <a:gd name="connsiteY2" fmla="*/ 126424 h 1650205"/>
              <a:gd name="connsiteX3" fmla="*/ 494616 w 878205"/>
              <a:gd name="connsiteY3" fmla="*/ 128587 h 1650205"/>
              <a:gd name="connsiteX4" fmla="*/ 728560 w 878205"/>
              <a:gd name="connsiteY4" fmla="*/ 0 h 1650205"/>
              <a:gd name="connsiteX5" fmla="*/ 761897 w 878205"/>
              <a:gd name="connsiteY5" fmla="*/ 52387 h 1650205"/>
              <a:gd name="connsiteX6" fmla="*/ 604733 w 878205"/>
              <a:gd name="connsiteY6" fmla="*/ 145256 h 1650205"/>
              <a:gd name="connsiteX7" fmla="*/ 554727 w 878205"/>
              <a:gd name="connsiteY7" fmla="*/ 283369 h 1650205"/>
              <a:gd name="connsiteX8" fmla="*/ 623784 w 878205"/>
              <a:gd name="connsiteY8" fmla="*/ 426242 h 1650205"/>
              <a:gd name="connsiteX9" fmla="*/ 604734 w 878205"/>
              <a:gd name="connsiteY9" fmla="*/ 497679 h 1650205"/>
              <a:gd name="connsiteX10" fmla="*/ 649978 w 878205"/>
              <a:gd name="connsiteY10" fmla="*/ 552448 h 1650205"/>
              <a:gd name="connsiteX11" fmla="*/ 821428 w 878205"/>
              <a:gd name="connsiteY11" fmla="*/ 545305 h 1650205"/>
              <a:gd name="connsiteX12" fmla="*/ 873816 w 878205"/>
              <a:gd name="connsiteY12" fmla="*/ 640555 h 1650205"/>
              <a:gd name="connsiteX13" fmla="*/ 869052 w 878205"/>
              <a:gd name="connsiteY13" fmla="*/ 690561 h 1650205"/>
              <a:gd name="connsiteX14" fmla="*/ 819046 w 878205"/>
              <a:gd name="connsiteY14" fmla="*/ 1288256 h 1650205"/>
              <a:gd name="connsiteX15" fmla="*/ 869053 w 878205"/>
              <a:gd name="connsiteY15" fmla="*/ 1400174 h 1650205"/>
              <a:gd name="connsiteX16" fmla="*/ 838097 w 878205"/>
              <a:gd name="connsiteY16" fmla="*/ 1650205 h 1650205"/>
              <a:gd name="connsiteX17" fmla="*/ 749989 w 878205"/>
              <a:gd name="connsiteY17" fmla="*/ 1633538 h 1650205"/>
              <a:gd name="connsiteX18" fmla="*/ 797615 w 878205"/>
              <a:gd name="connsiteY18" fmla="*/ 1504949 h 1650205"/>
              <a:gd name="connsiteX19" fmla="*/ 719034 w 878205"/>
              <a:gd name="connsiteY19" fmla="*/ 1476376 h 1650205"/>
              <a:gd name="connsiteX20" fmla="*/ 561871 w 878205"/>
              <a:gd name="connsiteY20" fmla="*/ 1488282 h 1650205"/>
              <a:gd name="connsiteX21" fmla="*/ 523875 w 878205"/>
              <a:gd name="connsiteY21" fmla="*/ 1431350 h 1650205"/>
              <a:gd name="connsiteX22" fmla="*/ 378618 w 878205"/>
              <a:gd name="connsiteY22" fmla="*/ 1247994 h 1650205"/>
              <a:gd name="connsiteX23" fmla="*/ 307181 w 878205"/>
              <a:gd name="connsiteY23" fmla="*/ 1257518 h 1650205"/>
              <a:gd name="connsiteX24" fmla="*/ 0 w 878205"/>
              <a:gd name="connsiteY24" fmla="*/ 1095594 h 1650205"/>
              <a:gd name="connsiteX25" fmla="*/ 171448 w 878205"/>
              <a:gd name="connsiteY25" fmla="*/ 888424 h 1650205"/>
              <a:gd name="connsiteX26" fmla="*/ 138113 w 878205"/>
              <a:gd name="connsiteY26" fmla="*/ 845563 h 1650205"/>
              <a:gd name="connsiteX27" fmla="*/ 176213 w 878205"/>
              <a:gd name="connsiteY27" fmla="*/ 766981 h 1650205"/>
              <a:gd name="connsiteX28" fmla="*/ 154920 w 878205"/>
              <a:gd name="connsiteY28" fmla="*/ 527597 h 1650205"/>
              <a:gd name="connsiteX29" fmla="*/ 217253 w 878205"/>
              <a:gd name="connsiteY29" fmla="*/ 399009 h 1650205"/>
              <a:gd name="connsiteX0" fmla="*/ 217253 w 1043237"/>
              <a:gd name="connsiteY0" fmla="*/ 399009 h 1650205"/>
              <a:gd name="connsiteX1" fmla="*/ 352423 w 1043237"/>
              <a:gd name="connsiteY1" fmla="*/ 200244 h 1650205"/>
              <a:gd name="connsiteX2" fmla="*/ 426242 w 1043237"/>
              <a:gd name="connsiteY2" fmla="*/ 126424 h 1650205"/>
              <a:gd name="connsiteX3" fmla="*/ 494616 w 1043237"/>
              <a:gd name="connsiteY3" fmla="*/ 128587 h 1650205"/>
              <a:gd name="connsiteX4" fmla="*/ 728560 w 1043237"/>
              <a:gd name="connsiteY4" fmla="*/ 0 h 1650205"/>
              <a:gd name="connsiteX5" fmla="*/ 761897 w 1043237"/>
              <a:gd name="connsiteY5" fmla="*/ 52387 h 1650205"/>
              <a:gd name="connsiteX6" fmla="*/ 604733 w 1043237"/>
              <a:gd name="connsiteY6" fmla="*/ 145256 h 1650205"/>
              <a:gd name="connsiteX7" fmla="*/ 554727 w 1043237"/>
              <a:gd name="connsiteY7" fmla="*/ 283369 h 1650205"/>
              <a:gd name="connsiteX8" fmla="*/ 623784 w 1043237"/>
              <a:gd name="connsiteY8" fmla="*/ 426242 h 1650205"/>
              <a:gd name="connsiteX9" fmla="*/ 604734 w 1043237"/>
              <a:gd name="connsiteY9" fmla="*/ 497679 h 1650205"/>
              <a:gd name="connsiteX10" fmla="*/ 649978 w 1043237"/>
              <a:gd name="connsiteY10" fmla="*/ 552448 h 1650205"/>
              <a:gd name="connsiteX11" fmla="*/ 821428 w 1043237"/>
              <a:gd name="connsiteY11" fmla="*/ 545305 h 1650205"/>
              <a:gd name="connsiteX12" fmla="*/ 873816 w 1043237"/>
              <a:gd name="connsiteY12" fmla="*/ 640555 h 1650205"/>
              <a:gd name="connsiteX13" fmla="*/ 1042883 w 1043237"/>
              <a:gd name="connsiteY13" fmla="*/ 626267 h 1650205"/>
              <a:gd name="connsiteX14" fmla="*/ 819046 w 1043237"/>
              <a:gd name="connsiteY14" fmla="*/ 1288256 h 1650205"/>
              <a:gd name="connsiteX15" fmla="*/ 869053 w 1043237"/>
              <a:gd name="connsiteY15" fmla="*/ 1400174 h 1650205"/>
              <a:gd name="connsiteX16" fmla="*/ 838097 w 1043237"/>
              <a:gd name="connsiteY16" fmla="*/ 1650205 h 1650205"/>
              <a:gd name="connsiteX17" fmla="*/ 749989 w 1043237"/>
              <a:gd name="connsiteY17" fmla="*/ 1633538 h 1650205"/>
              <a:gd name="connsiteX18" fmla="*/ 797615 w 1043237"/>
              <a:gd name="connsiteY18" fmla="*/ 1504949 h 1650205"/>
              <a:gd name="connsiteX19" fmla="*/ 719034 w 1043237"/>
              <a:gd name="connsiteY19" fmla="*/ 1476376 h 1650205"/>
              <a:gd name="connsiteX20" fmla="*/ 561871 w 1043237"/>
              <a:gd name="connsiteY20" fmla="*/ 1488282 h 1650205"/>
              <a:gd name="connsiteX21" fmla="*/ 523875 w 1043237"/>
              <a:gd name="connsiteY21" fmla="*/ 1431350 h 1650205"/>
              <a:gd name="connsiteX22" fmla="*/ 378618 w 1043237"/>
              <a:gd name="connsiteY22" fmla="*/ 1247994 h 1650205"/>
              <a:gd name="connsiteX23" fmla="*/ 307181 w 1043237"/>
              <a:gd name="connsiteY23" fmla="*/ 1257518 h 1650205"/>
              <a:gd name="connsiteX24" fmla="*/ 0 w 1043237"/>
              <a:gd name="connsiteY24" fmla="*/ 1095594 h 1650205"/>
              <a:gd name="connsiteX25" fmla="*/ 171448 w 1043237"/>
              <a:gd name="connsiteY25" fmla="*/ 888424 h 1650205"/>
              <a:gd name="connsiteX26" fmla="*/ 138113 w 1043237"/>
              <a:gd name="connsiteY26" fmla="*/ 845563 h 1650205"/>
              <a:gd name="connsiteX27" fmla="*/ 176213 w 1043237"/>
              <a:gd name="connsiteY27" fmla="*/ 766981 h 1650205"/>
              <a:gd name="connsiteX28" fmla="*/ 154920 w 1043237"/>
              <a:gd name="connsiteY28" fmla="*/ 527597 h 1650205"/>
              <a:gd name="connsiteX29" fmla="*/ 217253 w 1043237"/>
              <a:gd name="connsiteY29" fmla="*/ 399009 h 1650205"/>
              <a:gd name="connsiteX0" fmla="*/ 217253 w 1042883"/>
              <a:gd name="connsiteY0" fmla="*/ 399009 h 1650205"/>
              <a:gd name="connsiteX1" fmla="*/ 352423 w 1042883"/>
              <a:gd name="connsiteY1" fmla="*/ 200244 h 1650205"/>
              <a:gd name="connsiteX2" fmla="*/ 426242 w 1042883"/>
              <a:gd name="connsiteY2" fmla="*/ 126424 h 1650205"/>
              <a:gd name="connsiteX3" fmla="*/ 494616 w 1042883"/>
              <a:gd name="connsiteY3" fmla="*/ 128587 h 1650205"/>
              <a:gd name="connsiteX4" fmla="*/ 728560 w 1042883"/>
              <a:gd name="connsiteY4" fmla="*/ 0 h 1650205"/>
              <a:gd name="connsiteX5" fmla="*/ 761897 w 1042883"/>
              <a:gd name="connsiteY5" fmla="*/ 52387 h 1650205"/>
              <a:gd name="connsiteX6" fmla="*/ 604733 w 1042883"/>
              <a:gd name="connsiteY6" fmla="*/ 145256 h 1650205"/>
              <a:gd name="connsiteX7" fmla="*/ 554727 w 1042883"/>
              <a:gd name="connsiteY7" fmla="*/ 283369 h 1650205"/>
              <a:gd name="connsiteX8" fmla="*/ 623784 w 1042883"/>
              <a:gd name="connsiteY8" fmla="*/ 426242 h 1650205"/>
              <a:gd name="connsiteX9" fmla="*/ 604734 w 1042883"/>
              <a:gd name="connsiteY9" fmla="*/ 497679 h 1650205"/>
              <a:gd name="connsiteX10" fmla="*/ 649978 w 1042883"/>
              <a:gd name="connsiteY10" fmla="*/ 552448 h 1650205"/>
              <a:gd name="connsiteX11" fmla="*/ 821428 w 1042883"/>
              <a:gd name="connsiteY11" fmla="*/ 545305 h 1650205"/>
              <a:gd name="connsiteX12" fmla="*/ 873816 w 1042883"/>
              <a:gd name="connsiteY12" fmla="*/ 640555 h 1650205"/>
              <a:gd name="connsiteX13" fmla="*/ 1042883 w 1042883"/>
              <a:gd name="connsiteY13" fmla="*/ 626267 h 1650205"/>
              <a:gd name="connsiteX14" fmla="*/ 819046 w 1042883"/>
              <a:gd name="connsiteY14" fmla="*/ 1288256 h 1650205"/>
              <a:gd name="connsiteX15" fmla="*/ 869053 w 1042883"/>
              <a:gd name="connsiteY15" fmla="*/ 1400174 h 1650205"/>
              <a:gd name="connsiteX16" fmla="*/ 838097 w 1042883"/>
              <a:gd name="connsiteY16" fmla="*/ 1650205 h 1650205"/>
              <a:gd name="connsiteX17" fmla="*/ 749989 w 1042883"/>
              <a:gd name="connsiteY17" fmla="*/ 1633538 h 1650205"/>
              <a:gd name="connsiteX18" fmla="*/ 797615 w 1042883"/>
              <a:gd name="connsiteY18" fmla="*/ 1504949 h 1650205"/>
              <a:gd name="connsiteX19" fmla="*/ 719034 w 1042883"/>
              <a:gd name="connsiteY19" fmla="*/ 1476376 h 1650205"/>
              <a:gd name="connsiteX20" fmla="*/ 561871 w 1042883"/>
              <a:gd name="connsiteY20" fmla="*/ 1488282 h 1650205"/>
              <a:gd name="connsiteX21" fmla="*/ 523875 w 1042883"/>
              <a:gd name="connsiteY21" fmla="*/ 1431350 h 1650205"/>
              <a:gd name="connsiteX22" fmla="*/ 378618 w 1042883"/>
              <a:gd name="connsiteY22" fmla="*/ 1247994 h 1650205"/>
              <a:gd name="connsiteX23" fmla="*/ 307181 w 1042883"/>
              <a:gd name="connsiteY23" fmla="*/ 1257518 h 1650205"/>
              <a:gd name="connsiteX24" fmla="*/ 0 w 1042883"/>
              <a:gd name="connsiteY24" fmla="*/ 1095594 h 1650205"/>
              <a:gd name="connsiteX25" fmla="*/ 171448 w 1042883"/>
              <a:gd name="connsiteY25" fmla="*/ 888424 h 1650205"/>
              <a:gd name="connsiteX26" fmla="*/ 138113 w 1042883"/>
              <a:gd name="connsiteY26" fmla="*/ 845563 h 1650205"/>
              <a:gd name="connsiteX27" fmla="*/ 176213 w 1042883"/>
              <a:gd name="connsiteY27" fmla="*/ 766981 h 1650205"/>
              <a:gd name="connsiteX28" fmla="*/ 154920 w 1042883"/>
              <a:gd name="connsiteY28" fmla="*/ 527597 h 1650205"/>
              <a:gd name="connsiteX29" fmla="*/ 217253 w 1042883"/>
              <a:gd name="connsiteY29" fmla="*/ 399009 h 1650205"/>
              <a:gd name="connsiteX0" fmla="*/ 217253 w 1053417"/>
              <a:gd name="connsiteY0" fmla="*/ 399009 h 1650205"/>
              <a:gd name="connsiteX1" fmla="*/ 352423 w 1053417"/>
              <a:gd name="connsiteY1" fmla="*/ 200244 h 1650205"/>
              <a:gd name="connsiteX2" fmla="*/ 426242 w 1053417"/>
              <a:gd name="connsiteY2" fmla="*/ 126424 h 1650205"/>
              <a:gd name="connsiteX3" fmla="*/ 494616 w 1053417"/>
              <a:gd name="connsiteY3" fmla="*/ 128587 h 1650205"/>
              <a:gd name="connsiteX4" fmla="*/ 728560 w 1053417"/>
              <a:gd name="connsiteY4" fmla="*/ 0 h 1650205"/>
              <a:gd name="connsiteX5" fmla="*/ 761897 w 1053417"/>
              <a:gd name="connsiteY5" fmla="*/ 52387 h 1650205"/>
              <a:gd name="connsiteX6" fmla="*/ 604733 w 1053417"/>
              <a:gd name="connsiteY6" fmla="*/ 145256 h 1650205"/>
              <a:gd name="connsiteX7" fmla="*/ 554727 w 1053417"/>
              <a:gd name="connsiteY7" fmla="*/ 283369 h 1650205"/>
              <a:gd name="connsiteX8" fmla="*/ 623784 w 1053417"/>
              <a:gd name="connsiteY8" fmla="*/ 426242 h 1650205"/>
              <a:gd name="connsiteX9" fmla="*/ 604734 w 1053417"/>
              <a:gd name="connsiteY9" fmla="*/ 497679 h 1650205"/>
              <a:gd name="connsiteX10" fmla="*/ 649978 w 1053417"/>
              <a:gd name="connsiteY10" fmla="*/ 552448 h 1650205"/>
              <a:gd name="connsiteX11" fmla="*/ 821428 w 1053417"/>
              <a:gd name="connsiteY11" fmla="*/ 545305 h 1650205"/>
              <a:gd name="connsiteX12" fmla="*/ 873816 w 1053417"/>
              <a:gd name="connsiteY12" fmla="*/ 640555 h 1650205"/>
              <a:gd name="connsiteX13" fmla="*/ 1042883 w 1053417"/>
              <a:gd name="connsiteY13" fmla="*/ 626267 h 1650205"/>
              <a:gd name="connsiteX14" fmla="*/ 1011927 w 1053417"/>
              <a:gd name="connsiteY14" fmla="*/ 745330 h 1650205"/>
              <a:gd name="connsiteX15" fmla="*/ 819046 w 1053417"/>
              <a:gd name="connsiteY15" fmla="*/ 1288256 h 1650205"/>
              <a:gd name="connsiteX16" fmla="*/ 869053 w 1053417"/>
              <a:gd name="connsiteY16" fmla="*/ 1400174 h 1650205"/>
              <a:gd name="connsiteX17" fmla="*/ 838097 w 1053417"/>
              <a:gd name="connsiteY17" fmla="*/ 1650205 h 1650205"/>
              <a:gd name="connsiteX18" fmla="*/ 749989 w 1053417"/>
              <a:gd name="connsiteY18" fmla="*/ 1633538 h 1650205"/>
              <a:gd name="connsiteX19" fmla="*/ 797615 w 1053417"/>
              <a:gd name="connsiteY19" fmla="*/ 1504949 h 1650205"/>
              <a:gd name="connsiteX20" fmla="*/ 719034 w 1053417"/>
              <a:gd name="connsiteY20" fmla="*/ 1476376 h 1650205"/>
              <a:gd name="connsiteX21" fmla="*/ 561871 w 1053417"/>
              <a:gd name="connsiteY21" fmla="*/ 1488282 h 1650205"/>
              <a:gd name="connsiteX22" fmla="*/ 523875 w 1053417"/>
              <a:gd name="connsiteY22" fmla="*/ 1431350 h 1650205"/>
              <a:gd name="connsiteX23" fmla="*/ 378618 w 1053417"/>
              <a:gd name="connsiteY23" fmla="*/ 1247994 h 1650205"/>
              <a:gd name="connsiteX24" fmla="*/ 307181 w 1053417"/>
              <a:gd name="connsiteY24" fmla="*/ 1257518 h 1650205"/>
              <a:gd name="connsiteX25" fmla="*/ 0 w 1053417"/>
              <a:gd name="connsiteY25" fmla="*/ 1095594 h 1650205"/>
              <a:gd name="connsiteX26" fmla="*/ 171448 w 1053417"/>
              <a:gd name="connsiteY26" fmla="*/ 888424 h 1650205"/>
              <a:gd name="connsiteX27" fmla="*/ 138113 w 1053417"/>
              <a:gd name="connsiteY27" fmla="*/ 845563 h 1650205"/>
              <a:gd name="connsiteX28" fmla="*/ 176213 w 1053417"/>
              <a:gd name="connsiteY28" fmla="*/ 766981 h 1650205"/>
              <a:gd name="connsiteX29" fmla="*/ 154920 w 1053417"/>
              <a:gd name="connsiteY29" fmla="*/ 527597 h 1650205"/>
              <a:gd name="connsiteX30" fmla="*/ 217253 w 1053417"/>
              <a:gd name="connsiteY30" fmla="*/ 399009 h 1650205"/>
              <a:gd name="connsiteX0" fmla="*/ 217253 w 1051942"/>
              <a:gd name="connsiteY0" fmla="*/ 399009 h 1650205"/>
              <a:gd name="connsiteX1" fmla="*/ 352423 w 1051942"/>
              <a:gd name="connsiteY1" fmla="*/ 200244 h 1650205"/>
              <a:gd name="connsiteX2" fmla="*/ 426242 w 1051942"/>
              <a:gd name="connsiteY2" fmla="*/ 126424 h 1650205"/>
              <a:gd name="connsiteX3" fmla="*/ 494616 w 1051942"/>
              <a:gd name="connsiteY3" fmla="*/ 128587 h 1650205"/>
              <a:gd name="connsiteX4" fmla="*/ 728560 w 1051942"/>
              <a:gd name="connsiteY4" fmla="*/ 0 h 1650205"/>
              <a:gd name="connsiteX5" fmla="*/ 761897 w 1051942"/>
              <a:gd name="connsiteY5" fmla="*/ 52387 h 1650205"/>
              <a:gd name="connsiteX6" fmla="*/ 604733 w 1051942"/>
              <a:gd name="connsiteY6" fmla="*/ 145256 h 1650205"/>
              <a:gd name="connsiteX7" fmla="*/ 554727 w 1051942"/>
              <a:gd name="connsiteY7" fmla="*/ 283369 h 1650205"/>
              <a:gd name="connsiteX8" fmla="*/ 623784 w 1051942"/>
              <a:gd name="connsiteY8" fmla="*/ 426242 h 1650205"/>
              <a:gd name="connsiteX9" fmla="*/ 604734 w 1051942"/>
              <a:gd name="connsiteY9" fmla="*/ 497679 h 1650205"/>
              <a:gd name="connsiteX10" fmla="*/ 649978 w 1051942"/>
              <a:gd name="connsiteY10" fmla="*/ 552448 h 1650205"/>
              <a:gd name="connsiteX11" fmla="*/ 821428 w 1051942"/>
              <a:gd name="connsiteY11" fmla="*/ 545305 h 1650205"/>
              <a:gd name="connsiteX12" fmla="*/ 873816 w 1051942"/>
              <a:gd name="connsiteY12" fmla="*/ 640555 h 1650205"/>
              <a:gd name="connsiteX13" fmla="*/ 1042883 w 1051942"/>
              <a:gd name="connsiteY13" fmla="*/ 626267 h 1650205"/>
              <a:gd name="connsiteX14" fmla="*/ 1004783 w 1051942"/>
              <a:gd name="connsiteY14" fmla="*/ 800098 h 1650205"/>
              <a:gd name="connsiteX15" fmla="*/ 819046 w 1051942"/>
              <a:gd name="connsiteY15" fmla="*/ 1288256 h 1650205"/>
              <a:gd name="connsiteX16" fmla="*/ 869053 w 1051942"/>
              <a:gd name="connsiteY16" fmla="*/ 1400174 h 1650205"/>
              <a:gd name="connsiteX17" fmla="*/ 838097 w 1051942"/>
              <a:gd name="connsiteY17" fmla="*/ 1650205 h 1650205"/>
              <a:gd name="connsiteX18" fmla="*/ 749989 w 1051942"/>
              <a:gd name="connsiteY18" fmla="*/ 1633538 h 1650205"/>
              <a:gd name="connsiteX19" fmla="*/ 797615 w 1051942"/>
              <a:gd name="connsiteY19" fmla="*/ 1504949 h 1650205"/>
              <a:gd name="connsiteX20" fmla="*/ 719034 w 1051942"/>
              <a:gd name="connsiteY20" fmla="*/ 1476376 h 1650205"/>
              <a:gd name="connsiteX21" fmla="*/ 561871 w 1051942"/>
              <a:gd name="connsiteY21" fmla="*/ 1488282 h 1650205"/>
              <a:gd name="connsiteX22" fmla="*/ 523875 w 1051942"/>
              <a:gd name="connsiteY22" fmla="*/ 1431350 h 1650205"/>
              <a:gd name="connsiteX23" fmla="*/ 378618 w 1051942"/>
              <a:gd name="connsiteY23" fmla="*/ 1247994 h 1650205"/>
              <a:gd name="connsiteX24" fmla="*/ 307181 w 1051942"/>
              <a:gd name="connsiteY24" fmla="*/ 1257518 h 1650205"/>
              <a:gd name="connsiteX25" fmla="*/ 0 w 1051942"/>
              <a:gd name="connsiteY25" fmla="*/ 1095594 h 1650205"/>
              <a:gd name="connsiteX26" fmla="*/ 171448 w 1051942"/>
              <a:gd name="connsiteY26" fmla="*/ 888424 h 1650205"/>
              <a:gd name="connsiteX27" fmla="*/ 138113 w 1051942"/>
              <a:gd name="connsiteY27" fmla="*/ 845563 h 1650205"/>
              <a:gd name="connsiteX28" fmla="*/ 176213 w 1051942"/>
              <a:gd name="connsiteY28" fmla="*/ 766981 h 1650205"/>
              <a:gd name="connsiteX29" fmla="*/ 154920 w 1051942"/>
              <a:gd name="connsiteY29" fmla="*/ 527597 h 1650205"/>
              <a:gd name="connsiteX30" fmla="*/ 217253 w 1051942"/>
              <a:gd name="connsiteY30" fmla="*/ 399009 h 1650205"/>
              <a:gd name="connsiteX0" fmla="*/ 217253 w 1042883"/>
              <a:gd name="connsiteY0" fmla="*/ 399009 h 1650205"/>
              <a:gd name="connsiteX1" fmla="*/ 352423 w 1042883"/>
              <a:gd name="connsiteY1" fmla="*/ 200244 h 1650205"/>
              <a:gd name="connsiteX2" fmla="*/ 426242 w 1042883"/>
              <a:gd name="connsiteY2" fmla="*/ 126424 h 1650205"/>
              <a:gd name="connsiteX3" fmla="*/ 494616 w 1042883"/>
              <a:gd name="connsiteY3" fmla="*/ 128587 h 1650205"/>
              <a:gd name="connsiteX4" fmla="*/ 728560 w 1042883"/>
              <a:gd name="connsiteY4" fmla="*/ 0 h 1650205"/>
              <a:gd name="connsiteX5" fmla="*/ 761897 w 1042883"/>
              <a:gd name="connsiteY5" fmla="*/ 52387 h 1650205"/>
              <a:gd name="connsiteX6" fmla="*/ 604733 w 1042883"/>
              <a:gd name="connsiteY6" fmla="*/ 145256 h 1650205"/>
              <a:gd name="connsiteX7" fmla="*/ 554727 w 1042883"/>
              <a:gd name="connsiteY7" fmla="*/ 283369 h 1650205"/>
              <a:gd name="connsiteX8" fmla="*/ 623784 w 1042883"/>
              <a:gd name="connsiteY8" fmla="*/ 426242 h 1650205"/>
              <a:gd name="connsiteX9" fmla="*/ 604734 w 1042883"/>
              <a:gd name="connsiteY9" fmla="*/ 497679 h 1650205"/>
              <a:gd name="connsiteX10" fmla="*/ 649978 w 1042883"/>
              <a:gd name="connsiteY10" fmla="*/ 552448 h 1650205"/>
              <a:gd name="connsiteX11" fmla="*/ 821428 w 1042883"/>
              <a:gd name="connsiteY11" fmla="*/ 545305 h 1650205"/>
              <a:gd name="connsiteX12" fmla="*/ 873816 w 1042883"/>
              <a:gd name="connsiteY12" fmla="*/ 640555 h 1650205"/>
              <a:gd name="connsiteX13" fmla="*/ 1042883 w 1042883"/>
              <a:gd name="connsiteY13" fmla="*/ 626267 h 1650205"/>
              <a:gd name="connsiteX14" fmla="*/ 1004783 w 1042883"/>
              <a:gd name="connsiteY14" fmla="*/ 800098 h 1650205"/>
              <a:gd name="connsiteX15" fmla="*/ 819046 w 1042883"/>
              <a:gd name="connsiteY15" fmla="*/ 1288256 h 1650205"/>
              <a:gd name="connsiteX16" fmla="*/ 869053 w 1042883"/>
              <a:gd name="connsiteY16" fmla="*/ 1400174 h 1650205"/>
              <a:gd name="connsiteX17" fmla="*/ 838097 w 1042883"/>
              <a:gd name="connsiteY17" fmla="*/ 1650205 h 1650205"/>
              <a:gd name="connsiteX18" fmla="*/ 749989 w 1042883"/>
              <a:gd name="connsiteY18" fmla="*/ 1633538 h 1650205"/>
              <a:gd name="connsiteX19" fmla="*/ 797615 w 1042883"/>
              <a:gd name="connsiteY19" fmla="*/ 1504949 h 1650205"/>
              <a:gd name="connsiteX20" fmla="*/ 719034 w 1042883"/>
              <a:gd name="connsiteY20" fmla="*/ 1476376 h 1650205"/>
              <a:gd name="connsiteX21" fmla="*/ 561871 w 1042883"/>
              <a:gd name="connsiteY21" fmla="*/ 1488282 h 1650205"/>
              <a:gd name="connsiteX22" fmla="*/ 523875 w 1042883"/>
              <a:gd name="connsiteY22" fmla="*/ 1431350 h 1650205"/>
              <a:gd name="connsiteX23" fmla="*/ 378618 w 1042883"/>
              <a:gd name="connsiteY23" fmla="*/ 1247994 h 1650205"/>
              <a:gd name="connsiteX24" fmla="*/ 307181 w 1042883"/>
              <a:gd name="connsiteY24" fmla="*/ 1257518 h 1650205"/>
              <a:gd name="connsiteX25" fmla="*/ 0 w 1042883"/>
              <a:gd name="connsiteY25" fmla="*/ 1095594 h 1650205"/>
              <a:gd name="connsiteX26" fmla="*/ 171448 w 1042883"/>
              <a:gd name="connsiteY26" fmla="*/ 888424 h 1650205"/>
              <a:gd name="connsiteX27" fmla="*/ 138113 w 1042883"/>
              <a:gd name="connsiteY27" fmla="*/ 845563 h 1650205"/>
              <a:gd name="connsiteX28" fmla="*/ 176213 w 1042883"/>
              <a:gd name="connsiteY28" fmla="*/ 766981 h 1650205"/>
              <a:gd name="connsiteX29" fmla="*/ 154920 w 1042883"/>
              <a:gd name="connsiteY29" fmla="*/ 527597 h 1650205"/>
              <a:gd name="connsiteX30" fmla="*/ 217253 w 1042883"/>
              <a:gd name="connsiteY30" fmla="*/ 399009 h 1650205"/>
              <a:gd name="connsiteX0" fmla="*/ 217253 w 1042883"/>
              <a:gd name="connsiteY0" fmla="*/ 399009 h 1650205"/>
              <a:gd name="connsiteX1" fmla="*/ 352423 w 1042883"/>
              <a:gd name="connsiteY1" fmla="*/ 200244 h 1650205"/>
              <a:gd name="connsiteX2" fmla="*/ 426242 w 1042883"/>
              <a:gd name="connsiteY2" fmla="*/ 126424 h 1650205"/>
              <a:gd name="connsiteX3" fmla="*/ 494616 w 1042883"/>
              <a:gd name="connsiteY3" fmla="*/ 128587 h 1650205"/>
              <a:gd name="connsiteX4" fmla="*/ 728560 w 1042883"/>
              <a:gd name="connsiteY4" fmla="*/ 0 h 1650205"/>
              <a:gd name="connsiteX5" fmla="*/ 761897 w 1042883"/>
              <a:gd name="connsiteY5" fmla="*/ 52387 h 1650205"/>
              <a:gd name="connsiteX6" fmla="*/ 604733 w 1042883"/>
              <a:gd name="connsiteY6" fmla="*/ 145256 h 1650205"/>
              <a:gd name="connsiteX7" fmla="*/ 554727 w 1042883"/>
              <a:gd name="connsiteY7" fmla="*/ 283369 h 1650205"/>
              <a:gd name="connsiteX8" fmla="*/ 623784 w 1042883"/>
              <a:gd name="connsiteY8" fmla="*/ 426242 h 1650205"/>
              <a:gd name="connsiteX9" fmla="*/ 604734 w 1042883"/>
              <a:gd name="connsiteY9" fmla="*/ 497679 h 1650205"/>
              <a:gd name="connsiteX10" fmla="*/ 649978 w 1042883"/>
              <a:gd name="connsiteY10" fmla="*/ 552448 h 1650205"/>
              <a:gd name="connsiteX11" fmla="*/ 821428 w 1042883"/>
              <a:gd name="connsiteY11" fmla="*/ 545305 h 1650205"/>
              <a:gd name="connsiteX12" fmla="*/ 873816 w 1042883"/>
              <a:gd name="connsiteY12" fmla="*/ 640555 h 1650205"/>
              <a:gd name="connsiteX13" fmla="*/ 1042883 w 1042883"/>
              <a:gd name="connsiteY13" fmla="*/ 626267 h 1650205"/>
              <a:gd name="connsiteX14" fmla="*/ 1004783 w 1042883"/>
              <a:gd name="connsiteY14" fmla="*/ 800098 h 1650205"/>
              <a:gd name="connsiteX15" fmla="*/ 966684 w 1042883"/>
              <a:gd name="connsiteY15" fmla="*/ 888205 h 1650205"/>
              <a:gd name="connsiteX16" fmla="*/ 819046 w 1042883"/>
              <a:gd name="connsiteY16" fmla="*/ 1288256 h 1650205"/>
              <a:gd name="connsiteX17" fmla="*/ 869053 w 1042883"/>
              <a:gd name="connsiteY17" fmla="*/ 1400174 h 1650205"/>
              <a:gd name="connsiteX18" fmla="*/ 838097 w 1042883"/>
              <a:gd name="connsiteY18" fmla="*/ 1650205 h 1650205"/>
              <a:gd name="connsiteX19" fmla="*/ 749989 w 1042883"/>
              <a:gd name="connsiteY19" fmla="*/ 1633538 h 1650205"/>
              <a:gd name="connsiteX20" fmla="*/ 797615 w 1042883"/>
              <a:gd name="connsiteY20" fmla="*/ 1504949 h 1650205"/>
              <a:gd name="connsiteX21" fmla="*/ 719034 w 1042883"/>
              <a:gd name="connsiteY21" fmla="*/ 1476376 h 1650205"/>
              <a:gd name="connsiteX22" fmla="*/ 561871 w 1042883"/>
              <a:gd name="connsiteY22" fmla="*/ 1488282 h 1650205"/>
              <a:gd name="connsiteX23" fmla="*/ 523875 w 1042883"/>
              <a:gd name="connsiteY23" fmla="*/ 1431350 h 1650205"/>
              <a:gd name="connsiteX24" fmla="*/ 378618 w 1042883"/>
              <a:gd name="connsiteY24" fmla="*/ 1247994 h 1650205"/>
              <a:gd name="connsiteX25" fmla="*/ 307181 w 1042883"/>
              <a:gd name="connsiteY25" fmla="*/ 1257518 h 1650205"/>
              <a:gd name="connsiteX26" fmla="*/ 0 w 1042883"/>
              <a:gd name="connsiteY26" fmla="*/ 1095594 h 1650205"/>
              <a:gd name="connsiteX27" fmla="*/ 171448 w 1042883"/>
              <a:gd name="connsiteY27" fmla="*/ 888424 h 1650205"/>
              <a:gd name="connsiteX28" fmla="*/ 138113 w 1042883"/>
              <a:gd name="connsiteY28" fmla="*/ 845563 h 1650205"/>
              <a:gd name="connsiteX29" fmla="*/ 176213 w 1042883"/>
              <a:gd name="connsiteY29" fmla="*/ 766981 h 1650205"/>
              <a:gd name="connsiteX30" fmla="*/ 154920 w 1042883"/>
              <a:gd name="connsiteY30" fmla="*/ 527597 h 1650205"/>
              <a:gd name="connsiteX31" fmla="*/ 217253 w 1042883"/>
              <a:gd name="connsiteY31" fmla="*/ 399009 h 1650205"/>
              <a:gd name="connsiteX0" fmla="*/ 217253 w 1056615"/>
              <a:gd name="connsiteY0" fmla="*/ 399009 h 1650205"/>
              <a:gd name="connsiteX1" fmla="*/ 352423 w 1056615"/>
              <a:gd name="connsiteY1" fmla="*/ 200244 h 1650205"/>
              <a:gd name="connsiteX2" fmla="*/ 426242 w 1056615"/>
              <a:gd name="connsiteY2" fmla="*/ 126424 h 1650205"/>
              <a:gd name="connsiteX3" fmla="*/ 494616 w 1056615"/>
              <a:gd name="connsiteY3" fmla="*/ 128587 h 1650205"/>
              <a:gd name="connsiteX4" fmla="*/ 728560 w 1056615"/>
              <a:gd name="connsiteY4" fmla="*/ 0 h 1650205"/>
              <a:gd name="connsiteX5" fmla="*/ 761897 w 1056615"/>
              <a:gd name="connsiteY5" fmla="*/ 52387 h 1650205"/>
              <a:gd name="connsiteX6" fmla="*/ 604733 w 1056615"/>
              <a:gd name="connsiteY6" fmla="*/ 145256 h 1650205"/>
              <a:gd name="connsiteX7" fmla="*/ 554727 w 1056615"/>
              <a:gd name="connsiteY7" fmla="*/ 283369 h 1650205"/>
              <a:gd name="connsiteX8" fmla="*/ 623784 w 1056615"/>
              <a:gd name="connsiteY8" fmla="*/ 426242 h 1650205"/>
              <a:gd name="connsiteX9" fmla="*/ 604734 w 1056615"/>
              <a:gd name="connsiteY9" fmla="*/ 497679 h 1650205"/>
              <a:gd name="connsiteX10" fmla="*/ 649978 w 1056615"/>
              <a:gd name="connsiteY10" fmla="*/ 552448 h 1650205"/>
              <a:gd name="connsiteX11" fmla="*/ 821428 w 1056615"/>
              <a:gd name="connsiteY11" fmla="*/ 545305 h 1650205"/>
              <a:gd name="connsiteX12" fmla="*/ 873816 w 1056615"/>
              <a:gd name="connsiteY12" fmla="*/ 640555 h 1650205"/>
              <a:gd name="connsiteX13" fmla="*/ 1042883 w 1056615"/>
              <a:gd name="connsiteY13" fmla="*/ 626267 h 1650205"/>
              <a:gd name="connsiteX14" fmla="*/ 1004783 w 1056615"/>
              <a:gd name="connsiteY14" fmla="*/ 800098 h 1650205"/>
              <a:gd name="connsiteX15" fmla="*/ 1050028 w 1056615"/>
              <a:gd name="connsiteY15" fmla="*/ 914399 h 1650205"/>
              <a:gd name="connsiteX16" fmla="*/ 819046 w 1056615"/>
              <a:gd name="connsiteY16" fmla="*/ 1288256 h 1650205"/>
              <a:gd name="connsiteX17" fmla="*/ 869053 w 1056615"/>
              <a:gd name="connsiteY17" fmla="*/ 1400174 h 1650205"/>
              <a:gd name="connsiteX18" fmla="*/ 838097 w 1056615"/>
              <a:gd name="connsiteY18" fmla="*/ 1650205 h 1650205"/>
              <a:gd name="connsiteX19" fmla="*/ 749989 w 1056615"/>
              <a:gd name="connsiteY19" fmla="*/ 1633538 h 1650205"/>
              <a:gd name="connsiteX20" fmla="*/ 797615 w 1056615"/>
              <a:gd name="connsiteY20" fmla="*/ 1504949 h 1650205"/>
              <a:gd name="connsiteX21" fmla="*/ 719034 w 1056615"/>
              <a:gd name="connsiteY21" fmla="*/ 1476376 h 1650205"/>
              <a:gd name="connsiteX22" fmla="*/ 561871 w 1056615"/>
              <a:gd name="connsiteY22" fmla="*/ 1488282 h 1650205"/>
              <a:gd name="connsiteX23" fmla="*/ 523875 w 1056615"/>
              <a:gd name="connsiteY23" fmla="*/ 1431350 h 1650205"/>
              <a:gd name="connsiteX24" fmla="*/ 378618 w 1056615"/>
              <a:gd name="connsiteY24" fmla="*/ 1247994 h 1650205"/>
              <a:gd name="connsiteX25" fmla="*/ 307181 w 1056615"/>
              <a:gd name="connsiteY25" fmla="*/ 1257518 h 1650205"/>
              <a:gd name="connsiteX26" fmla="*/ 0 w 1056615"/>
              <a:gd name="connsiteY26" fmla="*/ 1095594 h 1650205"/>
              <a:gd name="connsiteX27" fmla="*/ 171448 w 1056615"/>
              <a:gd name="connsiteY27" fmla="*/ 888424 h 1650205"/>
              <a:gd name="connsiteX28" fmla="*/ 138113 w 1056615"/>
              <a:gd name="connsiteY28" fmla="*/ 845563 h 1650205"/>
              <a:gd name="connsiteX29" fmla="*/ 176213 w 1056615"/>
              <a:gd name="connsiteY29" fmla="*/ 766981 h 1650205"/>
              <a:gd name="connsiteX30" fmla="*/ 154920 w 1056615"/>
              <a:gd name="connsiteY30" fmla="*/ 527597 h 1650205"/>
              <a:gd name="connsiteX31" fmla="*/ 217253 w 1056615"/>
              <a:gd name="connsiteY31" fmla="*/ 399009 h 1650205"/>
              <a:gd name="connsiteX0" fmla="*/ 217253 w 1050028"/>
              <a:gd name="connsiteY0" fmla="*/ 399009 h 1650205"/>
              <a:gd name="connsiteX1" fmla="*/ 352423 w 1050028"/>
              <a:gd name="connsiteY1" fmla="*/ 200244 h 1650205"/>
              <a:gd name="connsiteX2" fmla="*/ 426242 w 1050028"/>
              <a:gd name="connsiteY2" fmla="*/ 126424 h 1650205"/>
              <a:gd name="connsiteX3" fmla="*/ 494616 w 1050028"/>
              <a:gd name="connsiteY3" fmla="*/ 128587 h 1650205"/>
              <a:gd name="connsiteX4" fmla="*/ 728560 w 1050028"/>
              <a:gd name="connsiteY4" fmla="*/ 0 h 1650205"/>
              <a:gd name="connsiteX5" fmla="*/ 761897 w 1050028"/>
              <a:gd name="connsiteY5" fmla="*/ 52387 h 1650205"/>
              <a:gd name="connsiteX6" fmla="*/ 604733 w 1050028"/>
              <a:gd name="connsiteY6" fmla="*/ 145256 h 1650205"/>
              <a:gd name="connsiteX7" fmla="*/ 554727 w 1050028"/>
              <a:gd name="connsiteY7" fmla="*/ 283369 h 1650205"/>
              <a:gd name="connsiteX8" fmla="*/ 623784 w 1050028"/>
              <a:gd name="connsiteY8" fmla="*/ 426242 h 1650205"/>
              <a:gd name="connsiteX9" fmla="*/ 604734 w 1050028"/>
              <a:gd name="connsiteY9" fmla="*/ 497679 h 1650205"/>
              <a:gd name="connsiteX10" fmla="*/ 649978 w 1050028"/>
              <a:gd name="connsiteY10" fmla="*/ 552448 h 1650205"/>
              <a:gd name="connsiteX11" fmla="*/ 821428 w 1050028"/>
              <a:gd name="connsiteY11" fmla="*/ 545305 h 1650205"/>
              <a:gd name="connsiteX12" fmla="*/ 873816 w 1050028"/>
              <a:gd name="connsiteY12" fmla="*/ 640555 h 1650205"/>
              <a:gd name="connsiteX13" fmla="*/ 1042883 w 1050028"/>
              <a:gd name="connsiteY13" fmla="*/ 626267 h 1650205"/>
              <a:gd name="connsiteX14" fmla="*/ 1004783 w 1050028"/>
              <a:gd name="connsiteY14" fmla="*/ 800098 h 1650205"/>
              <a:gd name="connsiteX15" fmla="*/ 1050028 w 1050028"/>
              <a:gd name="connsiteY15" fmla="*/ 914399 h 1650205"/>
              <a:gd name="connsiteX16" fmla="*/ 819046 w 1050028"/>
              <a:gd name="connsiteY16" fmla="*/ 1288256 h 1650205"/>
              <a:gd name="connsiteX17" fmla="*/ 869053 w 1050028"/>
              <a:gd name="connsiteY17" fmla="*/ 1400174 h 1650205"/>
              <a:gd name="connsiteX18" fmla="*/ 838097 w 1050028"/>
              <a:gd name="connsiteY18" fmla="*/ 1650205 h 1650205"/>
              <a:gd name="connsiteX19" fmla="*/ 749989 w 1050028"/>
              <a:gd name="connsiteY19" fmla="*/ 1633538 h 1650205"/>
              <a:gd name="connsiteX20" fmla="*/ 797615 w 1050028"/>
              <a:gd name="connsiteY20" fmla="*/ 1504949 h 1650205"/>
              <a:gd name="connsiteX21" fmla="*/ 719034 w 1050028"/>
              <a:gd name="connsiteY21" fmla="*/ 1476376 h 1650205"/>
              <a:gd name="connsiteX22" fmla="*/ 561871 w 1050028"/>
              <a:gd name="connsiteY22" fmla="*/ 1488282 h 1650205"/>
              <a:gd name="connsiteX23" fmla="*/ 523875 w 1050028"/>
              <a:gd name="connsiteY23" fmla="*/ 1431350 h 1650205"/>
              <a:gd name="connsiteX24" fmla="*/ 378618 w 1050028"/>
              <a:gd name="connsiteY24" fmla="*/ 1247994 h 1650205"/>
              <a:gd name="connsiteX25" fmla="*/ 307181 w 1050028"/>
              <a:gd name="connsiteY25" fmla="*/ 1257518 h 1650205"/>
              <a:gd name="connsiteX26" fmla="*/ 0 w 1050028"/>
              <a:gd name="connsiteY26" fmla="*/ 1095594 h 1650205"/>
              <a:gd name="connsiteX27" fmla="*/ 171448 w 1050028"/>
              <a:gd name="connsiteY27" fmla="*/ 888424 h 1650205"/>
              <a:gd name="connsiteX28" fmla="*/ 138113 w 1050028"/>
              <a:gd name="connsiteY28" fmla="*/ 845563 h 1650205"/>
              <a:gd name="connsiteX29" fmla="*/ 176213 w 1050028"/>
              <a:gd name="connsiteY29" fmla="*/ 766981 h 1650205"/>
              <a:gd name="connsiteX30" fmla="*/ 154920 w 1050028"/>
              <a:gd name="connsiteY30" fmla="*/ 527597 h 1650205"/>
              <a:gd name="connsiteX31" fmla="*/ 217253 w 1050028"/>
              <a:gd name="connsiteY31" fmla="*/ 399009 h 1650205"/>
              <a:gd name="connsiteX0" fmla="*/ 217253 w 1050028"/>
              <a:gd name="connsiteY0" fmla="*/ 399009 h 1650205"/>
              <a:gd name="connsiteX1" fmla="*/ 352423 w 1050028"/>
              <a:gd name="connsiteY1" fmla="*/ 200244 h 1650205"/>
              <a:gd name="connsiteX2" fmla="*/ 426242 w 1050028"/>
              <a:gd name="connsiteY2" fmla="*/ 126424 h 1650205"/>
              <a:gd name="connsiteX3" fmla="*/ 494616 w 1050028"/>
              <a:gd name="connsiteY3" fmla="*/ 128587 h 1650205"/>
              <a:gd name="connsiteX4" fmla="*/ 728560 w 1050028"/>
              <a:gd name="connsiteY4" fmla="*/ 0 h 1650205"/>
              <a:gd name="connsiteX5" fmla="*/ 761897 w 1050028"/>
              <a:gd name="connsiteY5" fmla="*/ 52387 h 1650205"/>
              <a:gd name="connsiteX6" fmla="*/ 604733 w 1050028"/>
              <a:gd name="connsiteY6" fmla="*/ 145256 h 1650205"/>
              <a:gd name="connsiteX7" fmla="*/ 554727 w 1050028"/>
              <a:gd name="connsiteY7" fmla="*/ 283369 h 1650205"/>
              <a:gd name="connsiteX8" fmla="*/ 623784 w 1050028"/>
              <a:gd name="connsiteY8" fmla="*/ 426242 h 1650205"/>
              <a:gd name="connsiteX9" fmla="*/ 604734 w 1050028"/>
              <a:gd name="connsiteY9" fmla="*/ 497679 h 1650205"/>
              <a:gd name="connsiteX10" fmla="*/ 649978 w 1050028"/>
              <a:gd name="connsiteY10" fmla="*/ 552448 h 1650205"/>
              <a:gd name="connsiteX11" fmla="*/ 821428 w 1050028"/>
              <a:gd name="connsiteY11" fmla="*/ 545305 h 1650205"/>
              <a:gd name="connsiteX12" fmla="*/ 873816 w 1050028"/>
              <a:gd name="connsiteY12" fmla="*/ 640555 h 1650205"/>
              <a:gd name="connsiteX13" fmla="*/ 1042883 w 1050028"/>
              <a:gd name="connsiteY13" fmla="*/ 626267 h 1650205"/>
              <a:gd name="connsiteX14" fmla="*/ 1004783 w 1050028"/>
              <a:gd name="connsiteY14" fmla="*/ 800098 h 1650205"/>
              <a:gd name="connsiteX15" fmla="*/ 1050028 w 1050028"/>
              <a:gd name="connsiteY15" fmla="*/ 914399 h 1650205"/>
              <a:gd name="connsiteX16" fmla="*/ 995259 w 1050028"/>
              <a:gd name="connsiteY16" fmla="*/ 1014411 h 1650205"/>
              <a:gd name="connsiteX17" fmla="*/ 819046 w 1050028"/>
              <a:gd name="connsiteY17" fmla="*/ 1288256 h 1650205"/>
              <a:gd name="connsiteX18" fmla="*/ 869053 w 1050028"/>
              <a:gd name="connsiteY18" fmla="*/ 1400174 h 1650205"/>
              <a:gd name="connsiteX19" fmla="*/ 838097 w 1050028"/>
              <a:gd name="connsiteY19" fmla="*/ 1650205 h 1650205"/>
              <a:gd name="connsiteX20" fmla="*/ 749989 w 1050028"/>
              <a:gd name="connsiteY20" fmla="*/ 1633538 h 1650205"/>
              <a:gd name="connsiteX21" fmla="*/ 797615 w 1050028"/>
              <a:gd name="connsiteY21" fmla="*/ 1504949 h 1650205"/>
              <a:gd name="connsiteX22" fmla="*/ 719034 w 1050028"/>
              <a:gd name="connsiteY22" fmla="*/ 1476376 h 1650205"/>
              <a:gd name="connsiteX23" fmla="*/ 561871 w 1050028"/>
              <a:gd name="connsiteY23" fmla="*/ 1488282 h 1650205"/>
              <a:gd name="connsiteX24" fmla="*/ 523875 w 1050028"/>
              <a:gd name="connsiteY24" fmla="*/ 1431350 h 1650205"/>
              <a:gd name="connsiteX25" fmla="*/ 378618 w 1050028"/>
              <a:gd name="connsiteY25" fmla="*/ 1247994 h 1650205"/>
              <a:gd name="connsiteX26" fmla="*/ 307181 w 1050028"/>
              <a:gd name="connsiteY26" fmla="*/ 1257518 h 1650205"/>
              <a:gd name="connsiteX27" fmla="*/ 0 w 1050028"/>
              <a:gd name="connsiteY27" fmla="*/ 1095594 h 1650205"/>
              <a:gd name="connsiteX28" fmla="*/ 171448 w 1050028"/>
              <a:gd name="connsiteY28" fmla="*/ 888424 h 1650205"/>
              <a:gd name="connsiteX29" fmla="*/ 138113 w 1050028"/>
              <a:gd name="connsiteY29" fmla="*/ 845563 h 1650205"/>
              <a:gd name="connsiteX30" fmla="*/ 176213 w 1050028"/>
              <a:gd name="connsiteY30" fmla="*/ 766981 h 1650205"/>
              <a:gd name="connsiteX31" fmla="*/ 154920 w 1050028"/>
              <a:gd name="connsiteY31" fmla="*/ 527597 h 1650205"/>
              <a:gd name="connsiteX32" fmla="*/ 217253 w 1050028"/>
              <a:gd name="connsiteY32" fmla="*/ 399009 h 1650205"/>
              <a:gd name="connsiteX0" fmla="*/ 217253 w 1050028"/>
              <a:gd name="connsiteY0" fmla="*/ 399009 h 1650205"/>
              <a:gd name="connsiteX1" fmla="*/ 352423 w 1050028"/>
              <a:gd name="connsiteY1" fmla="*/ 200244 h 1650205"/>
              <a:gd name="connsiteX2" fmla="*/ 426242 w 1050028"/>
              <a:gd name="connsiteY2" fmla="*/ 126424 h 1650205"/>
              <a:gd name="connsiteX3" fmla="*/ 494616 w 1050028"/>
              <a:gd name="connsiteY3" fmla="*/ 128587 h 1650205"/>
              <a:gd name="connsiteX4" fmla="*/ 728560 w 1050028"/>
              <a:gd name="connsiteY4" fmla="*/ 0 h 1650205"/>
              <a:gd name="connsiteX5" fmla="*/ 761897 w 1050028"/>
              <a:gd name="connsiteY5" fmla="*/ 52387 h 1650205"/>
              <a:gd name="connsiteX6" fmla="*/ 604733 w 1050028"/>
              <a:gd name="connsiteY6" fmla="*/ 145256 h 1650205"/>
              <a:gd name="connsiteX7" fmla="*/ 554727 w 1050028"/>
              <a:gd name="connsiteY7" fmla="*/ 283369 h 1650205"/>
              <a:gd name="connsiteX8" fmla="*/ 623784 w 1050028"/>
              <a:gd name="connsiteY8" fmla="*/ 426242 h 1650205"/>
              <a:gd name="connsiteX9" fmla="*/ 604734 w 1050028"/>
              <a:gd name="connsiteY9" fmla="*/ 497679 h 1650205"/>
              <a:gd name="connsiteX10" fmla="*/ 649978 w 1050028"/>
              <a:gd name="connsiteY10" fmla="*/ 552448 h 1650205"/>
              <a:gd name="connsiteX11" fmla="*/ 821428 w 1050028"/>
              <a:gd name="connsiteY11" fmla="*/ 545305 h 1650205"/>
              <a:gd name="connsiteX12" fmla="*/ 873816 w 1050028"/>
              <a:gd name="connsiteY12" fmla="*/ 640555 h 1650205"/>
              <a:gd name="connsiteX13" fmla="*/ 1042883 w 1050028"/>
              <a:gd name="connsiteY13" fmla="*/ 626267 h 1650205"/>
              <a:gd name="connsiteX14" fmla="*/ 1004783 w 1050028"/>
              <a:gd name="connsiteY14" fmla="*/ 800098 h 1650205"/>
              <a:gd name="connsiteX15" fmla="*/ 1050028 w 1050028"/>
              <a:gd name="connsiteY15" fmla="*/ 914399 h 1650205"/>
              <a:gd name="connsiteX16" fmla="*/ 997640 w 1050028"/>
              <a:gd name="connsiteY16" fmla="*/ 959642 h 1650205"/>
              <a:gd name="connsiteX17" fmla="*/ 819046 w 1050028"/>
              <a:gd name="connsiteY17" fmla="*/ 1288256 h 1650205"/>
              <a:gd name="connsiteX18" fmla="*/ 869053 w 1050028"/>
              <a:gd name="connsiteY18" fmla="*/ 1400174 h 1650205"/>
              <a:gd name="connsiteX19" fmla="*/ 838097 w 1050028"/>
              <a:gd name="connsiteY19" fmla="*/ 1650205 h 1650205"/>
              <a:gd name="connsiteX20" fmla="*/ 749989 w 1050028"/>
              <a:gd name="connsiteY20" fmla="*/ 1633538 h 1650205"/>
              <a:gd name="connsiteX21" fmla="*/ 797615 w 1050028"/>
              <a:gd name="connsiteY21" fmla="*/ 1504949 h 1650205"/>
              <a:gd name="connsiteX22" fmla="*/ 719034 w 1050028"/>
              <a:gd name="connsiteY22" fmla="*/ 1476376 h 1650205"/>
              <a:gd name="connsiteX23" fmla="*/ 561871 w 1050028"/>
              <a:gd name="connsiteY23" fmla="*/ 1488282 h 1650205"/>
              <a:gd name="connsiteX24" fmla="*/ 523875 w 1050028"/>
              <a:gd name="connsiteY24" fmla="*/ 1431350 h 1650205"/>
              <a:gd name="connsiteX25" fmla="*/ 378618 w 1050028"/>
              <a:gd name="connsiteY25" fmla="*/ 1247994 h 1650205"/>
              <a:gd name="connsiteX26" fmla="*/ 307181 w 1050028"/>
              <a:gd name="connsiteY26" fmla="*/ 1257518 h 1650205"/>
              <a:gd name="connsiteX27" fmla="*/ 0 w 1050028"/>
              <a:gd name="connsiteY27" fmla="*/ 1095594 h 1650205"/>
              <a:gd name="connsiteX28" fmla="*/ 171448 w 1050028"/>
              <a:gd name="connsiteY28" fmla="*/ 888424 h 1650205"/>
              <a:gd name="connsiteX29" fmla="*/ 138113 w 1050028"/>
              <a:gd name="connsiteY29" fmla="*/ 845563 h 1650205"/>
              <a:gd name="connsiteX30" fmla="*/ 176213 w 1050028"/>
              <a:gd name="connsiteY30" fmla="*/ 766981 h 1650205"/>
              <a:gd name="connsiteX31" fmla="*/ 154920 w 1050028"/>
              <a:gd name="connsiteY31" fmla="*/ 527597 h 1650205"/>
              <a:gd name="connsiteX32" fmla="*/ 217253 w 1050028"/>
              <a:gd name="connsiteY32" fmla="*/ 399009 h 1650205"/>
              <a:gd name="connsiteX0" fmla="*/ 217253 w 1050028"/>
              <a:gd name="connsiteY0" fmla="*/ 399009 h 1650205"/>
              <a:gd name="connsiteX1" fmla="*/ 352423 w 1050028"/>
              <a:gd name="connsiteY1" fmla="*/ 200244 h 1650205"/>
              <a:gd name="connsiteX2" fmla="*/ 426242 w 1050028"/>
              <a:gd name="connsiteY2" fmla="*/ 126424 h 1650205"/>
              <a:gd name="connsiteX3" fmla="*/ 494616 w 1050028"/>
              <a:gd name="connsiteY3" fmla="*/ 128587 h 1650205"/>
              <a:gd name="connsiteX4" fmla="*/ 728560 w 1050028"/>
              <a:gd name="connsiteY4" fmla="*/ 0 h 1650205"/>
              <a:gd name="connsiteX5" fmla="*/ 761897 w 1050028"/>
              <a:gd name="connsiteY5" fmla="*/ 52387 h 1650205"/>
              <a:gd name="connsiteX6" fmla="*/ 604733 w 1050028"/>
              <a:gd name="connsiteY6" fmla="*/ 145256 h 1650205"/>
              <a:gd name="connsiteX7" fmla="*/ 554727 w 1050028"/>
              <a:gd name="connsiteY7" fmla="*/ 283369 h 1650205"/>
              <a:gd name="connsiteX8" fmla="*/ 623784 w 1050028"/>
              <a:gd name="connsiteY8" fmla="*/ 426242 h 1650205"/>
              <a:gd name="connsiteX9" fmla="*/ 604734 w 1050028"/>
              <a:gd name="connsiteY9" fmla="*/ 497679 h 1650205"/>
              <a:gd name="connsiteX10" fmla="*/ 649978 w 1050028"/>
              <a:gd name="connsiteY10" fmla="*/ 552448 h 1650205"/>
              <a:gd name="connsiteX11" fmla="*/ 821428 w 1050028"/>
              <a:gd name="connsiteY11" fmla="*/ 545305 h 1650205"/>
              <a:gd name="connsiteX12" fmla="*/ 873816 w 1050028"/>
              <a:gd name="connsiteY12" fmla="*/ 640555 h 1650205"/>
              <a:gd name="connsiteX13" fmla="*/ 1042883 w 1050028"/>
              <a:gd name="connsiteY13" fmla="*/ 626267 h 1650205"/>
              <a:gd name="connsiteX14" fmla="*/ 1004783 w 1050028"/>
              <a:gd name="connsiteY14" fmla="*/ 800098 h 1650205"/>
              <a:gd name="connsiteX15" fmla="*/ 1050028 w 1050028"/>
              <a:gd name="connsiteY15" fmla="*/ 914399 h 1650205"/>
              <a:gd name="connsiteX16" fmla="*/ 997640 w 1050028"/>
              <a:gd name="connsiteY16" fmla="*/ 959642 h 1650205"/>
              <a:gd name="connsiteX17" fmla="*/ 819046 w 1050028"/>
              <a:gd name="connsiteY17" fmla="*/ 1288256 h 1650205"/>
              <a:gd name="connsiteX18" fmla="*/ 869053 w 1050028"/>
              <a:gd name="connsiteY18" fmla="*/ 1400174 h 1650205"/>
              <a:gd name="connsiteX19" fmla="*/ 838097 w 1050028"/>
              <a:gd name="connsiteY19" fmla="*/ 1650205 h 1650205"/>
              <a:gd name="connsiteX20" fmla="*/ 749989 w 1050028"/>
              <a:gd name="connsiteY20" fmla="*/ 1633538 h 1650205"/>
              <a:gd name="connsiteX21" fmla="*/ 797615 w 1050028"/>
              <a:gd name="connsiteY21" fmla="*/ 1504949 h 1650205"/>
              <a:gd name="connsiteX22" fmla="*/ 719034 w 1050028"/>
              <a:gd name="connsiteY22" fmla="*/ 1476376 h 1650205"/>
              <a:gd name="connsiteX23" fmla="*/ 561871 w 1050028"/>
              <a:gd name="connsiteY23" fmla="*/ 1488282 h 1650205"/>
              <a:gd name="connsiteX24" fmla="*/ 523875 w 1050028"/>
              <a:gd name="connsiteY24" fmla="*/ 1431350 h 1650205"/>
              <a:gd name="connsiteX25" fmla="*/ 378618 w 1050028"/>
              <a:gd name="connsiteY25" fmla="*/ 1247994 h 1650205"/>
              <a:gd name="connsiteX26" fmla="*/ 307181 w 1050028"/>
              <a:gd name="connsiteY26" fmla="*/ 1257518 h 1650205"/>
              <a:gd name="connsiteX27" fmla="*/ 0 w 1050028"/>
              <a:gd name="connsiteY27" fmla="*/ 1095594 h 1650205"/>
              <a:gd name="connsiteX28" fmla="*/ 171448 w 1050028"/>
              <a:gd name="connsiteY28" fmla="*/ 888424 h 1650205"/>
              <a:gd name="connsiteX29" fmla="*/ 138113 w 1050028"/>
              <a:gd name="connsiteY29" fmla="*/ 845563 h 1650205"/>
              <a:gd name="connsiteX30" fmla="*/ 176213 w 1050028"/>
              <a:gd name="connsiteY30" fmla="*/ 766981 h 1650205"/>
              <a:gd name="connsiteX31" fmla="*/ 154920 w 1050028"/>
              <a:gd name="connsiteY31" fmla="*/ 527597 h 1650205"/>
              <a:gd name="connsiteX32" fmla="*/ 217253 w 1050028"/>
              <a:gd name="connsiteY32" fmla="*/ 399009 h 1650205"/>
              <a:gd name="connsiteX0" fmla="*/ 217253 w 1050028"/>
              <a:gd name="connsiteY0" fmla="*/ 399009 h 1650205"/>
              <a:gd name="connsiteX1" fmla="*/ 352423 w 1050028"/>
              <a:gd name="connsiteY1" fmla="*/ 200244 h 1650205"/>
              <a:gd name="connsiteX2" fmla="*/ 426242 w 1050028"/>
              <a:gd name="connsiteY2" fmla="*/ 126424 h 1650205"/>
              <a:gd name="connsiteX3" fmla="*/ 494616 w 1050028"/>
              <a:gd name="connsiteY3" fmla="*/ 128587 h 1650205"/>
              <a:gd name="connsiteX4" fmla="*/ 728560 w 1050028"/>
              <a:gd name="connsiteY4" fmla="*/ 0 h 1650205"/>
              <a:gd name="connsiteX5" fmla="*/ 761897 w 1050028"/>
              <a:gd name="connsiteY5" fmla="*/ 52387 h 1650205"/>
              <a:gd name="connsiteX6" fmla="*/ 604733 w 1050028"/>
              <a:gd name="connsiteY6" fmla="*/ 145256 h 1650205"/>
              <a:gd name="connsiteX7" fmla="*/ 554727 w 1050028"/>
              <a:gd name="connsiteY7" fmla="*/ 283369 h 1650205"/>
              <a:gd name="connsiteX8" fmla="*/ 623784 w 1050028"/>
              <a:gd name="connsiteY8" fmla="*/ 426242 h 1650205"/>
              <a:gd name="connsiteX9" fmla="*/ 604734 w 1050028"/>
              <a:gd name="connsiteY9" fmla="*/ 497679 h 1650205"/>
              <a:gd name="connsiteX10" fmla="*/ 649978 w 1050028"/>
              <a:gd name="connsiteY10" fmla="*/ 552448 h 1650205"/>
              <a:gd name="connsiteX11" fmla="*/ 821428 w 1050028"/>
              <a:gd name="connsiteY11" fmla="*/ 545305 h 1650205"/>
              <a:gd name="connsiteX12" fmla="*/ 873816 w 1050028"/>
              <a:gd name="connsiteY12" fmla="*/ 640555 h 1650205"/>
              <a:gd name="connsiteX13" fmla="*/ 1042883 w 1050028"/>
              <a:gd name="connsiteY13" fmla="*/ 626267 h 1650205"/>
              <a:gd name="connsiteX14" fmla="*/ 1004783 w 1050028"/>
              <a:gd name="connsiteY14" fmla="*/ 800098 h 1650205"/>
              <a:gd name="connsiteX15" fmla="*/ 1050028 w 1050028"/>
              <a:gd name="connsiteY15" fmla="*/ 914399 h 1650205"/>
              <a:gd name="connsiteX16" fmla="*/ 997640 w 1050028"/>
              <a:gd name="connsiteY16" fmla="*/ 959642 h 1650205"/>
              <a:gd name="connsiteX17" fmla="*/ 973828 w 1050028"/>
              <a:gd name="connsiteY17" fmla="*/ 1004886 h 1650205"/>
              <a:gd name="connsiteX18" fmla="*/ 819046 w 1050028"/>
              <a:gd name="connsiteY18" fmla="*/ 1288256 h 1650205"/>
              <a:gd name="connsiteX19" fmla="*/ 869053 w 1050028"/>
              <a:gd name="connsiteY19" fmla="*/ 1400174 h 1650205"/>
              <a:gd name="connsiteX20" fmla="*/ 838097 w 1050028"/>
              <a:gd name="connsiteY20" fmla="*/ 1650205 h 1650205"/>
              <a:gd name="connsiteX21" fmla="*/ 749989 w 1050028"/>
              <a:gd name="connsiteY21" fmla="*/ 1633538 h 1650205"/>
              <a:gd name="connsiteX22" fmla="*/ 797615 w 1050028"/>
              <a:gd name="connsiteY22" fmla="*/ 1504949 h 1650205"/>
              <a:gd name="connsiteX23" fmla="*/ 719034 w 1050028"/>
              <a:gd name="connsiteY23" fmla="*/ 1476376 h 1650205"/>
              <a:gd name="connsiteX24" fmla="*/ 561871 w 1050028"/>
              <a:gd name="connsiteY24" fmla="*/ 1488282 h 1650205"/>
              <a:gd name="connsiteX25" fmla="*/ 523875 w 1050028"/>
              <a:gd name="connsiteY25" fmla="*/ 1431350 h 1650205"/>
              <a:gd name="connsiteX26" fmla="*/ 378618 w 1050028"/>
              <a:gd name="connsiteY26" fmla="*/ 1247994 h 1650205"/>
              <a:gd name="connsiteX27" fmla="*/ 307181 w 1050028"/>
              <a:gd name="connsiteY27" fmla="*/ 1257518 h 1650205"/>
              <a:gd name="connsiteX28" fmla="*/ 0 w 1050028"/>
              <a:gd name="connsiteY28" fmla="*/ 1095594 h 1650205"/>
              <a:gd name="connsiteX29" fmla="*/ 171448 w 1050028"/>
              <a:gd name="connsiteY29" fmla="*/ 888424 h 1650205"/>
              <a:gd name="connsiteX30" fmla="*/ 138113 w 1050028"/>
              <a:gd name="connsiteY30" fmla="*/ 845563 h 1650205"/>
              <a:gd name="connsiteX31" fmla="*/ 176213 w 1050028"/>
              <a:gd name="connsiteY31" fmla="*/ 766981 h 1650205"/>
              <a:gd name="connsiteX32" fmla="*/ 154920 w 1050028"/>
              <a:gd name="connsiteY32" fmla="*/ 527597 h 1650205"/>
              <a:gd name="connsiteX33" fmla="*/ 217253 w 1050028"/>
              <a:gd name="connsiteY33" fmla="*/ 399009 h 1650205"/>
              <a:gd name="connsiteX0" fmla="*/ 217253 w 1064918"/>
              <a:gd name="connsiteY0" fmla="*/ 399009 h 1650205"/>
              <a:gd name="connsiteX1" fmla="*/ 352423 w 1064918"/>
              <a:gd name="connsiteY1" fmla="*/ 200244 h 1650205"/>
              <a:gd name="connsiteX2" fmla="*/ 426242 w 1064918"/>
              <a:gd name="connsiteY2" fmla="*/ 126424 h 1650205"/>
              <a:gd name="connsiteX3" fmla="*/ 494616 w 1064918"/>
              <a:gd name="connsiteY3" fmla="*/ 128587 h 1650205"/>
              <a:gd name="connsiteX4" fmla="*/ 728560 w 1064918"/>
              <a:gd name="connsiteY4" fmla="*/ 0 h 1650205"/>
              <a:gd name="connsiteX5" fmla="*/ 761897 w 1064918"/>
              <a:gd name="connsiteY5" fmla="*/ 52387 h 1650205"/>
              <a:gd name="connsiteX6" fmla="*/ 604733 w 1064918"/>
              <a:gd name="connsiteY6" fmla="*/ 145256 h 1650205"/>
              <a:gd name="connsiteX7" fmla="*/ 554727 w 1064918"/>
              <a:gd name="connsiteY7" fmla="*/ 283369 h 1650205"/>
              <a:gd name="connsiteX8" fmla="*/ 623784 w 1064918"/>
              <a:gd name="connsiteY8" fmla="*/ 426242 h 1650205"/>
              <a:gd name="connsiteX9" fmla="*/ 604734 w 1064918"/>
              <a:gd name="connsiteY9" fmla="*/ 497679 h 1650205"/>
              <a:gd name="connsiteX10" fmla="*/ 649978 w 1064918"/>
              <a:gd name="connsiteY10" fmla="*/ 552448 h 1650205"/>
              <a:gd name="connsiteX11" fmla="*/ 821428 w 1064918"/>
              <a:gd name="connsiteY11" fmla="*/ 545305 h 1650205"/>
              <a:gd name="connsiteX12" fmla="*/ 873816 w 1064918"/>
              <a:gd name="connsiteY12" fmla="*/ 640555 h 1650205"/>
              <a:gd name="connsiteX13" fmla="*/ 1042883 w 1064918"/>
              <a:gd name="connsiteY13" fmla="*/ 626267 h 1650205"/>
              <a:gd name="connsiteX14" fmla="*/ 1004783 w 1064918"/>
              <a:gd name="connsiteY14" fmla="*/ 800098 h 1650205"/>
              <a:gd name="connsiteX15" fmla="*/ 1050028 w 1064918"/>
              <a:gd name="connsiteY15" fmla="*/ 914399 h 1650205"/>
              <a:gd name="connsiteX16" fmla="*/ 997640 w 1064918"/>
              <a:gd name="connsiteY16" fmla="*/ 959642 h 1650205"/>
              <a:gd name="connsiteX17" fmla="*/ 1059553 w 1064918"/>
              <a:gd name="connsiteY17" fmla="*/ 1033461 h 1650205"/>
              <a:gd name="connsiteX18" fmla="*/ 819046 w 1064918"/>
              <a:gd name="connsiteY18" fmla="*/ 1288256 h 1650205"/>
              <a:gd name="connsiteX19" fmla="*/ 869053 w 1064918"/>
              <a:gd name="connsiteY19" fmla="*/ 1400174 h 1650205"/>
              <a:gd name="connsiteX20" fmla="*/ 838097 w 1064918"/>
              <a:gd name="connsiteY20" fmla="*/ 1650205 h 1650205"/>
              <a:gd name="connsiteX21" fmla="*/ 749989 w 1064918"/>
              <a:gd name="connsiteY21" fmla="*/ 1633538 h 1650205"/>
              <a:gd name="connsiteX22" fmla="*/ 797615 w 1064918"/>
              <a:gd name="connsiteY22" fmla="*/ 1504949 h 1650205"/>
              <a:gd name="connsiteX23" fmla="*/ 719034 w 1064918"/>
              <a:gd name="connsiteY23" fmla="*/ 1476376 h 1650205"/>
              <a:gd name="connsiteX24" fmla="*/ 561871 w 1064918"/>
              <a:gd name="connsiteY24" fmla="*/ 1488282 h 1650205"/>
              <a:gd name="connsiteX25" fmla="*/ 523875 w 1064918"/>
              <a:gd name="connsiteY25" fmla="*/ 1431350 h 1650205"/>
              <a:gd name="connsiteX26" fmla="*/ 378618 w 1064918"/>
              <a:gd name="connsiteY26" fmla="*/ 1247994 h 1650205"/>
              <a:gd name="connsiteX27" fmla="*/ 307181 w 1064918"/>
              <a:gd name="connsiteY27" fmla="*/ 1257518 h 1650205"/>
              <a:gd name="connsiteX28" fmla="*/ 0 w 1064918"/>
              <a:gd name="connsiteY28" fmla="*/ 1095594 h 1650205"/>
              <a:gd name="connsiteX29" fmla="*/ 171448 w 1064918"/>
              <a:gd name="connsiteY29" fmla="*/ 888424 h 1650205"/>
              <a:gd name="connsiteX30" fmla="*/ 138113 w 1064918"/>
              <a:gd name="connsiteY30" fmla="*/ 845563 h 1650205"/>
              <a:gd name="connsiteX31" fmla="*/ 176213 w 1064918"/>
              <a:gd name="connsiteY31" fmla="*/ 766981 h 1650205"/>
              <a:gd name="connsiteX32" fmla="*/ 154920 w 1064918"/>
              <a:gd name="connsiteY32" fmla="*/ 527597 h 1650205"/>
              <a:gd name="connsiteX33" fmla="*/ 217253 w 1064918"/>
              <a:gd name="connsiteY33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819046 w 1059553"/>
              <a:gd name="connsiteY18" fmla="*/ 1288256 h 1650205"/>
              <a:gd name="connsiteX19" fmla="*/ 869053 w 1059553"/>
              <a:gd name="connsiteY19" fmla="*/ 1400174 h 1650205"/>
              <a:gd name="connsiteX20" fmla="*/ 838097 w 1059553"/>
              <a:gd name="connsiteY20" fmla="*/ 1650205 h 1650205"/>
              <a:gd name="connsiteX21" fmla="*/ 749989 w 1059553"/>
              <a:gd name="connsiteY21" fmla="*/ 1633538 h 1650205"/>
              <a:gd name="connsiteX22" fmla="*/ 797615 w 1059553"/>
              <a:gd name="connsiteY22" fmla="*/ 1504949 h 1650205"/>
              <a:gd name="connsiteX23" fmla="*/ 719034 w 1059553"/>
              <a:gd name="connsiteY23" fmla="*/ 1476376 h 1650205"/>
              <a:gd name="connsiteX24" fmla="*/ 561871 w 1059553"/>
              <a:gd name="connsiteY24" fmla="*/ 1488282 h 1650205"/>
              <a:gd name="connsiteX25" fmla="*/ 523875 w 1059553"/>
              <a:gd name="connsiteY25" fmla="*/ 1431350 h 1650205"/>
              <a:gd name="connsiteX26" fmla="*/ 378618 w 1059553"/>
              <a:gd name="connsiteY26" fmla="*/ 1247994 h 1650205"/>
              <a:gd name="connsiteX27" fmla="*/ 307181 w 1059553"/>
              <a:gd name="connsiteY27" fmla="*/ 1257518 h 1650205"/>
              <a:gd name="connsiteX28" fmla="*/ 0 w 1059553"/>
              <a:gd name="connsiteY28" fmla="*/ 1095594 h 1650205"/>
              <a:gd name="connsiteX29" fmla="*/ 171448 w 1059553"/>
              <a:gd name="connsiteY29" fmla="*/ 888424 h 1650205"/>
              <a:gd name="connsiteX30" fmla="*/ 138113 w 1059553"/>
              <a:gd name="connsiteY30" fmla="*/ 845563 h 1650205"/>
              <a:gd name="connsiteX31" fmla="*/ 176213 w 1059553"/>
              <a:gd name="connsiteY31" fmla="*/ 766981 h 1650205"/>
              <a:gd name="connsiteX32" fmla="*/ 154920 w 1059553"/>
              <a:gd name="connsiteY32" fmla="*/ 527597 h 1650205"/>
              <a:gd name="connsiteX33" fmla="*/ 217253 w 1059553"/>
              <a:gd name="connsiteY33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819046 w 1059553"/>
              <a:gd name="connsiteY18" fmla="*/ 1288256 h 1650205"/>
              <a:gd name="connsiteX19" fmla="*/ 869053 w 1059553"/>
              <a:gd name="connsiteY19" fmla="*/ 1400174 h 1650205"/>
              <a:gd name="connsiteX20" fmla="*/ 838097 w 1059553"/>
              <a:gd name="connsiteY20" fmla="*/ 1650205 h 1650205"/>
              <a:gd name="connsiteX21" fmla="*/ 749989 w 1059553"/>
              <a:gd name="connsiteY21" fmla="*/ 1633538 h 1650205"/>
              <a:gd name="connsiteX22" fmla="*/ 797615 w 1059553"/>
              <a:gd name="connsiteY22" fmla="*/ 1504949 h 1650205"/>
              <a:gd name="connsiteX23" fmla="*/ 719034 w 1059553"/>
              <a:gd name="connsiteY23" fmla="*/ 1476376 h 1650205"/>
              <a:gd name="connsiteX24" fmla="*/ 561871 w 1059553"/>
              <a:gd name="connsiteY24" fmla="*/ 1488282 h 1650205"/>
              <a:gd name="connsiteX25" fmla="*/ 523875 w 1059553"/>
              <a:gd name="connsiteY25" fmla="*/ 1431350 h 1650205"/>
              <a:gd name="connsiteX26" fmla="*/ 378618 w 1059553"/>
              <a:gd name="connsiteY26" fmla="*/ 1247994 h 1650205"/>
              <a:gd name="connsiteX27" fmla="*/ 307181 w 1059553"/>
              <a:gd name="connsiteY27" fmla="*/ 1257518 h 1650205"/>
              <a:gd name="connsiteX28" fmla="*/ 0 w 1059553"/>
              <a:gd name="connsiteY28" fmla="*/ 1095594 h 1650205"/>
              <a:gd name="connsiteX29" fmla="*/ 171448 w 1059553"/>
              <a:gd name="connsiteY29" fmla="*/ 888424 h 1650205"/>
              <a:gd name="connsiteX30" fmla="*/ 138113 w 1059553"/>
              <a:gd name="connsiteY30" fmla="*/ 845563 h 1650205"/>
              <a:gd name="connsiteX31" fmla="*/ 176213 w 1059553"/>
              <a:gd name="connsiteY31" fmla="*/ 766981 h 1650205"/>
              <a:gd name="connsiteX32" fmla="*/ 154920 w 1059553"/>
              <a:gd name="connsiteY32" fmla="*/ 527597 h 1650205"/>
              <a:gd name="connsiteX33" fmla="*/ 217253 w 1059553"/>
              <a:gd name="connsiteY33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973829 w 1059553"/>
              <a:gd name="connsiteY18" fmla="*/ 1119186 h 1650205"/>
              <a:gd name="connsiteX19" fmla="*/ 819046 w 1059553"/>
              <a:gd name="connsiteY19" fmla="*/ 1288256 h 1650205"/>
              <a:gd name="connsiteX20" fmla="*/ 869053 w 1059553"/>
              <a:gd name="connsiteY20" fmla="*/ 1400174 h 1650205"/>
              <a:gd name="connsiteX21" fmla="*/ 838097 w 1059553"/>
              <a:gd name="connsiteY21" fmla="*/ 1650205 h 1650205"/>
              <a:gd name="connsiteX22" fmla="*/ 749989 w 1059553"/>
              <a:gd name="connsiteY22" fmla="*/ 1633538 h 1650205"/>
              <a:gd name="connsiteX23" fmla="*/ 797615 w 1059553"/>
              <a:gd name="connsiteY23" fmla="*/ 1504949 h 1650205"/>
              <a:gd name="connsiteX24" fmla="*/ 719034 w 1059553"/>
              <a:gd name="connsiteY24" fmla="*/ 1476376 h 1650205"/>
              <a:gd name="connsiteX25" fmla="*/ 561871 w 1059553"/>
              <a:gd name="connsiteY25" fmla="*/ 1488282 h 1650205"/>
              <a:gd name="connsiteX26" fmla="*/ 523875 w 1059553"/>
              <a:gd name="connsiteY26" fmla="*/ 1431350 h 1650205"/>
              <a:gd name="connsiteX27" fmla="*/ 378618 w 1059553"/>
              <a:gd name="connsiteY27" fmla="*/ 1247994 h 1650205"/>
              <a:gd name="connsiteX28" fmla="*/ 307181 w 1059553"/>
              <a:gd name="connsiteY28" fmla="*/ 1257518 h 1650205"/>
              <a:gd name="connsiteX29" fmla="*/ 0 w 1059553"/>
              <a:gd name="connsiteY29" fmla="*/ 1095594 h 1650205"/>
              <a:gd name="connsiteX30" fmla="*/ 171448 w 1059553"/>
              <a:gd name="connsiteY30" fmla="*/ 888424 h 1650205"/>
              <a:gd name="connsiteX31" fmla="*/ 138113 w 1059553"/>
              <a:gd name="connsiteY31" fmla="*/ 845563 h 1650205"/>
              <a:gd name="connsiteX32" fmla="*/ 176213 w 1059553"/>
              <a:gd name="connsiteY32" fmla="*/ 766981 h 1650205"/>
              <a:gd name="connsiteX33" fmla="*/ 154920 w 1059553"/>
              <a:gd name="connsiteY33" fmla="*/ 527597 h 1650205"/>
              <a:gd name="connsiteX34" fmla="*/ 217253 w 1059553"/>
              <a:gd name="connsiteY34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630929 w 1059553"/>
              <a:gd name="connsiteY18" fmla="*/ 1019173 h 1650205"/>
              <a:gd name="connsiteX19" fmla="*/ 819046 w 1059553"/>
              <a:gd name="connsiteY19" fmla="*/ 1288256 h 1650205"/>
              <a:gd name="connsiteX20" fmla="*/ 869053 w 1059553"/>
              <a:gd name="connsiteY20" fmla="*/ 1400174 h 1650205"/>
              <a:gd name="connsiteX21" fmla="*/ 838097 w 1059553"/>
              <a:gd name="connsiteY21" fmla="*/ 1650205 h 1650205"/>
              <a:gd name="connsiteX22" fmla="*/ 749989 w 1059553"/>
              <a:gd name="connsiteY22" fmla="*/ 1633538 h 1650205"/>
              <a:gd name="connsiteX23" fmla="*/ 797615 w 1059553"/>
              <a:gd name="connsiteY23" fmla="*/ 1504949 h 1650205"/>
              <a:gd name="connsiteX24" fmla="*/ 719034 w 1059553"/>
              <a:gd name="connsiteY24" fmla="*/ 1476376 h 1650205"/>
              <a:gd name="connsiteX25" fmla="*/ 561871 w 1059553"/>
              <a:gd name="connsiteY25" fmla="*/ 1488282 h 1650205"/>
              <a:gd name="connsiteX26" fmla="*/ 523875 w 1059553"/>
              <a:gd name="connsiteY26" fmla="*/ 1431350 h 1650205"/>
              <a:gd name="connsiteX27" fmla="*/ 378618 w 1059553"/>
              <a:gd name="connsiteY27" fmla="*/ 1247994 h 1650205"/>
              <a:gd name="connsiteX28" fmla="*/ 307181 w 1059553"/>
              <a:gd name="connsiteY28" fmla="*/ 1257518 h 1650205"/>
              <a:gd name="connsiteX29" fmla="*/ 0 w 1059553"/>
              <a:gd name="connsiteY29" fmla="*/ 1095594 h 1650205"/>
              <a:gd name="connsiteX30" fmla="*/ 171448 w 1059553"/>
              <a:gd name="connsiteY30" fmla="*/ 888424 h 1650205"/>
              <a:gd name="connsiteX31" fmla="*/ 138113 w 1059553"/>
              <a:gd name="connsiteY31" fmla="*/ 845563 h 1650205"/>
              <a:gd name="connsiteX32" fmla="*/ 176213 w 1059553"/>
              <a:gd name="connsiteY32" fmla="*/ 766981 h 1650205"/>
              <a:gd name="connsiteX33" fmla="*/ 154920 w 1059553"/>
              <a:gd name="connsiteY33" fmla="*/ 527597 h 1650205"/>
              <a:gd name="connsiteX34" fmla="*/ 217253 w 1059553"/>
              <a:gd name="connsiteY34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630929 w 1059553"/>
              <a:gd name="connsiteY18" fmla="*/ 1019173 h 1650205"/>
              <a:gd name="connsiteX19" fmla="*/ 757135 w 1059553"/>
              <a:gd name="connsiteY19" fmla="*/ 1190623 h 1650205"/>
              <a:gd name="connsiteX20" fmla="*/ 819046 w 1059553"/>
              <a:gd name="connsiteY20" fmla="*/ 1288256 h 1650205"/>
              <a:gd name="connsiteX21" fmla="*/ 869053 w 1059553"/>
              <a:gd name="connsiteY21" fmla="*/ 1400174 h 1650205"/>
              <a:gd name="connsiteX22" fmla="*/ 838097 w 1059553"/>
              <a:gd name="connsiteY22" fmla="*/ 1650205 h 1650205"/>
              <a:gd name="connsiteX23" fmla="*/ 749989 w 1059553"/>
              <a:gd name="connsiteY23" fmla="*/ 1633538 h 1650205"/>
              <a:gd name="connsiteX24" fmla="*/ 797615 w 1059553"/>
              <a:gd name="connsiteY24" fmla="*/ 1504949 h 1650205"/>
              <a:gd name="connsiteX25" fmla="*/ 719034 w 1059553"/>
              <a:gd name="connsiteY25" fmla="*/ 1476376 h 1650205"/>
              <a:gd name="connsiteX26" fmla="*/ 561871 w 1059553"/>
              <a:gd name="connsiteY26" fmla="*/ 1488282 h 1650205"/>
              <a:gd name="connsiteX27" fmla="*/ 523875 w 1059553"/>
              <a:gd name="connsiteY27" fmla="*/ 1431350 h 1650205"/>
              <a:gd name="connsiteX28" fmla="*/ 378618 w 1059553"/>
              <a:gd name="connsiteY28" fmla="*/ 1247994 h 1650205"/>
              <a:gd name="connsiteX29" fmla="*/ 307181 w 1059553"/>
              <a:gd name="connsiteY29" fmla="*/ 1257518 h 1650205"/>
              <a:gd name="connsiteX30" fmla="*/ 0 w 1059553"/>
              <a:gd name="connsiteY30" fmla="*/ 1095594 h 1650205"/>
              <a:gd name="connsiteX31" fmla="*/ 171448 w 1059553"/>
              <a:gd name="connsiteY31" fmla="*/ 888424 h 1650205"/>
              <a:gd name="connsiteX32" fmla="*/ 138113 w 1059553"/>
              <a:gd name="connsiteY32" fmla="*/ 845563 h 1650205"/>
              <a:gd name="connsiteX33" fmla="*/ 176213 w 1059553"/>
              <a:gd name="connsiteY33" fmla="*/ 766981 h 1650205"/>
              <a:gd name="connsiteX34" fmla="*/ 154920 w 1059553"/>
              <a:gd name="connsiteY34" fmla="*/ 527597 h 1650205"/>
              <a:gd name="connsiteX35" fmla="*/ 217253 w 1059553"/>
              <a:gd name="connsiteY35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630929 w 1059553"/>
              <a:gd name="connsiteY18" fmla="*/ 1019173 h 1650205"/>
              <a:gd name="connsiteX19" fmla="*/ 814285 w 1059553"/>
              <a:gd name="connsiteY19" fmla="*/ 1195386 h 1650205"/>
              <a:gd name="connsiteX20" fmla="*/ 819046 w 1059553"/>
              <a:gd name="connsiteY20" fmla="*/ 1288256 h 1650205"/>
              <a:gd name="connsiteX21" fmla="*/ 869053 w 1059553"/>
              <a:gd name="connsiteY21" fmla="*/ 1400174 h 1650205"/>
              <a:gd name="connsiteX22" fmla="*/ 838097 w 1059553"/>
              <a:gd name="connsiteY22" fmla="*/ 1650205 h 1650205"/>
              <a:gd name="connsiteX23" fmla="*/ 749989 w 1059553"/>
              <a:gd name="connsiteY23" fmla="*/ 1633538 h 1650205"/>
              <a:gd name="connsiteX24" fmla="*/ 797615 w 1059553"/>
              <a:gd name="connsiteY24" fmla="*/ 1504949 h 1650205"/>
              <a:gd name="connsiteX25" fmla="*/ 719034 w 1059553"/>
              <a:gd name="connsiteY25" fmla="*/ 1476376 h 1650205"/>
              <a:gd name="connsiteX26" fmla="*/ 561871 w 1059553"/>
              <a:gd name="connsiteY26" fmla="*/ 1488282 h 1650205"/>
              <a:gd name="connsiteX27" fmla="*/ 523875 w 1059553"/>
              <a:gd name="connsiteY27" fmla="*/ 1431350 h 1650205"/>
              <a:gd name="connsiteX28" fmla="*/ 378618 w 1059553"/>
              <a:gd name="connsiteY28" fmla="*/ 1247994 h 1650205"/>
              <a:gd name="connsiteX29" fmla="*/ 307181 w 1059553"/>
              <a:gd name="connsiteY29" fmla="*/ 1257518 h 1650205"/>
              <a:gd name="connsiteX30" fmla="*/ 0 w 1059553"/>
              <a:gd name="connsiteY30" fmla="*/ 1095594 h 1650205"/>
              <a:gd name="connsiteX31" fmla="*/ 171448 w 1059553"/>
              <a:gd name="connsiteY31" fmla="*/ 888424 h 1650205"/>
              <a:gd name="connsiteX32" fmla="*/ 138113 w 1059553"/>
              <a:gd name="connsiteY32" fmla="*/ 845563 h 1650205"/>
              <a:gd name="connsiteX33" fmla="*/ 176213 w 1059553"/>
              <a:gd name="connsiteY33" fmla="*/ 766981 h 1650205"/>
              <a:gd name="connsiteX34" fmla="*/ 154920 w 1059553"/>
              <a:gd name="connsiteY34" fmla="*/ 527597 h 1650205"/>
              <a:gd name="connsiteX35" fmla="*/ 217253 w 1059553"/>
              <a:gd name="connsiteY35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630929 w 1059553"/>
              <a:gd name="connsiteY18" fmla="*/ 1019173 h 1650205"/>
              <a:gd name="connsiteX19" fmla="*/ 716654 w 1059553"/>
              <a:gd name="connsiteY19" fmla="*/ 1107280 h 1650205"/>
              <a:gd name="connsiteX20" fmla="*/ 814285 w 1059553"/>
              <a:gd name="connsiteY20" fmla="*/ 1195386 h 1650205"/>
              <a:gd name="connsiteX21" fmla="*/ 819046 w 1059553"/>
              <a:gd name="connsiteY21" fmla="*/ 1288256 h 1650205"/>
              <a:gd name="connsiteX22" fmla="*/ 869053 w 1059553"/>
              <a:gd name="connsiteY22" fmla="*/ 1400174 h 1650205"/>
              <a:gd name="connsiteX23" fmla="*/ 838097 w 1059553"/>
              <a:gd name="connsiteY23" fmla="*/ 1650205 h 1650205"/>
              <a:gd name="connsiteX24" fmla="*/ 749989 w 1059553"/>
              <a:gd name="connsiteY24" fmla="*/ 1633538 h 1650205"/>
              <a:gd name="connsiteX25" fmla="*/ 797615 w 1059553"/>
              <a:gd name="connsiteY25" fmla="*/ 1504949 h 1650205"/>
              <a:gd name="connsiteX26" fmla="*/ 719034 w 1059553"/>
              <a:gd name="connsiteY26" fmla="*/ 1476376 h 1650205"/>
              <a:gd name="connsiteX27" fmla="*/ 561871 w 1059553"/>
              <a:gd name="connsiteY27" fmla="*/ 1488282 h 1650205"/>
              <a:gd name="connsiteX28" fmla="*/ 523875 w 1059553"/>
              <a:gd name="connsiteY28" fmla="*/ 1431350 h 1650205"/>
              <a:gd name="connsiteX29" fmla="*/ 378618 w 1059553"/>
              <a:gd name="connsiteY29" fmla="*/ 1247994 h 1650205"/>
              <a:gd name="connsiteX30" fmla="*/ 307181 w 1059553"/>
              <a:gd name="connsiteY30" fmla="*/ 1257518 h 1650205"/>
              <a:gd name="connsiteX31" fmla="*/ 0 w 1059553"/>
              <a:gd name="connsiteY31" fmla="*/ 1095594 h 1650205"/>
              <a:gd name="connsiteX32" fmla="*/ 171448 w 1059553"/>
              <a:gd name="connsiteY32" fmla="*/ 888424 h 1650205"/>
              <a:gd name="connsiteX33" fmla="*/ 138113 w 1059553"/>
              <a:gd name="connsiteY33" fmla="*/ 845563 h 1650205"/>
              <a:gd name="connsiteX34" fmla="*/ 176213 w 1059553"/>
              <a:gd name="connsiteY34" fmla="*/ 766981 h 1650205"/>
              <a:gd name="connsiteX35" fmla="*/ 154920 w 1059553"/>
              <a:gd name="connsiteY35" fmla="*/ 527597 h 1650205"/>
              <a:gd name="connsiteX36" fmla="*/ 217253 w 1059553"/>
              <a:gd name="connsiteY36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630929 w 1059553"/>
              <a:gd name="connsiteY18" fmla="*/ 1019173 h 1650205"/>
              <a:gd name="connsiteX19" fmla="*/ 895248 w 1059553"/>
              <a:gd name="connsiteY19" fmla="*/ 1178718 h 1650205"/>
              <a:gd name="connsiteX20" fmla="*/ 814285 w 1059553"/>
              <a:gd name="connsiteY20" fmla="*/ 1195386 h 1650205"/>
              <a:gd name="connsiteX21" fmla="*/ 819046 w 1059553"/>
              <a:gd name="connsiteY21" fmla="*/ 1288256 h 1650205"/>
              <a:gd name="connsiteX22" fmla="*/ 869053 w 1059553"/>
              <a:gd name="connsiteY22" fmla="*/ 1400174 h 1650205"/>
              <a:gd name="connsiteX23" fmla="*/ 838097 w 1059553"/>
              <a:gd name="connsiteY23" fmla="*/ 1650205 h 1650205"/>
              <a:gd name="connsiteX24" fmla="*/ 749989 w 1059553"/>
              <a:gd name="connsiteY24" fmla="*/ 1633538 h 1650205"/>
              <a:gd name="connsiteX25" fmla="*/ 797615 w 1059553"/>
              <a:gd name="connsiteY25" fmla="*/ 1504949 h 1650205"/>
              <a:gd name="connsiteX26" fmla="*/ 719034 w 1059553"/>
              <a:gd name="connsiteY26" fmla="*/ 1476376 h 1650205"/>
              <a:gd name="connsiteX27" fmla="*/ 561871 w 1059553"/>
              <a:gd name="connsiteY27" fmla="*/ 1488282 h 1650205"/>
              <a:gd name="connsiteX28" fmla="*/ 523875 w 1059553"/>
              <a:gd name="connsiteY28" fmla="*/ 1431350 h 1650205"/>
              <a:gd name="connsiteX29" fmla="*/ 378618 w 1059553"/>
              <a:gd name="connsiteY29" fmla="*/ 1247994 h 1650205"/>
              <a:gd name="connsiteX30" fmla="*/ 307181 w 1059553"/>
              <a:gd name="connsiteY30" fmla="*/ 1257518 h 1650205"/>
              <a:gd name="connsiteX31" fmla="*/ 0 w 1059553"/>
              <a:gd name="connsiteY31" fmla="*/ 1095594 h 1650205"/>
              <a:gd name="connsiteX32" fmla="*/ 171448 w 1059553"/>
              <a:gd name="connsiteY32" fmla="*/ 888424 h 1650205"/>
              <a:gd name="connsiteX33" fmla="*/ 138113 w 1059553"/>
              <a:gd name="connsiteY33" fmla="*/ 845563 h 1650205"/>
              <a:gd name="connsiteX34" fmla="*/ 176213 w 1059553"/>
              <a:gd name="connsiteY34" fmla="*/ 766981 h 1650205"/>
              <a:gd name="connsiteX35" fmla="*/ 154920 w 1059553"/>
              <a:gd name="connsiteY35" fmla="*/ 527597 h 1650205"/>
              <a:gd name="connsiteX36" fmla="*/ 217253 w 1059553"/>
              <a:gd name="connsiteY36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795235 w 1059553"/>
              <a:gd name="connsiteY18" fmla="*/ 1076323 h 1650205"/>
              <a:gd name="connsiteX19" fmla="*/ 895248 w 1059553"/>
              <a:gd name="connsiteY19" fmla="*/ 1178718 h 1650205"/>
              <a:gd name="connsiteX20" fmla="*/ 814285 w 1059553"/>
              <a:gd name="connsiteY20" fmla="*/ 1195386 h 1650205"/>
              <a:gd name="connsiteX21" fmla="*/ 819046 w 1059553"/>
              <a:gd name="connsiteY21" fmla="*/ 1288256 h 1650205"/>
              <a:gd name="connsiteX22" fmla="*/ 869053 w 1059553"/>
              <a:gd name="connsiteY22" fmla="*/ 1400174 h 1650205"/>
              <a:gd name="connsiteX23" fmla="*/ 838097 w 1059553"/>
              <a:gd name="connsiteY23" fmla="*/ 1650205 h 1650205"/>
              <a:gd name="connsiteX24" fmla="*/ 749989 w 1059553"/>
              <a:gd name="connsiteY24" fmla="*/ 1633538 h 1650205"/>
              <a:gd name="connsiteX25" fmla="*/ 797615 w 1059553"/>
              <a:gd name="connsiteY25" fmla="*/ 1504949 h 1650205"/>
              <a:gd name="connsiteX26" fmla="*/ 719034 w 1059553"/>
              <a:gd name="connsiteY26" fmla="*/ 1476376 h 1650205"/>
              <a:gd name="connsiteX27" fmla="*/ 561871 w 1059553"/>
              <a:gd name="connsiteY27" fmla="*/ 1488282 h 1650205"/>
              <a:gd name="connsiteX28" fmla="*/ 523875 w 1059553"/>
              <a:gd name="connsiteY28" fmla="*/ 1431350 h 1650205"/>
              <a:gd name="connsiteX29" fmla="*/ 378618 w 1059553"/>
              <a:gd name="connsiteY29" fmla="*/ 1247994 h 1650205"/>
              <a:gd name="connsiteX30" fmla="*/ 307181 w 1059553"/>
              <a:gd name="connsiteY30" fmla="*/ 1257518 h 1650205"/>
              <a:gd name="connsiteX31" fmla="*/ 0 w 1059553"/>
              <a:gd name="connsiteY31" fmla="*/ 1095594 h 1650205"/>
              <a:gd name="connsiteX32" fmla="*/ 171448 w 1059553"/>
              <a:gd name="connsiteY32" fmla="*/ 888424 h 1650205"/>
              <a:gd name="connsiteX33" fmla="*/ 138113 w 1059553"/>
              <a:gd name="connsiteY33" fmla="*/ 845563 h 1650205"/>
              <a:gd name="connsiteX34" fmla="*/ 176213 w 1059553"/>
              <a:gd name="connsiteY34" fmla="*/ 766981 h 1650205"/>
              <a:gd name="connsiteX35" fmla="*/ 154920 w 1059553"/>
              <a:gd name="connsiteY35" fmla="*/ 527597 h 1650205"/>
              <a:gd name="connsiteX36" fmla="*/ 217253 w 1059553"/>
              <a:gd name="connsiteY36" fmla="*/ 399009 h 165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9553" h="1650205">
                <a:moveTo>
                  <a:pt x="217253" y="399009"/>
                </a:moveTo>
                <a:lnTo>
                  <a:pt x="352423" y="200244"/>
                </a:lnTo>
                <a:lnTo>
                  <a:pt x="426242" y="126424"/>
                </a:lnTo>
                <a:lnTo>
                  <a:pt x="494616" y="128587"/>
                </a:lnTo>
                <a:lnTo>
                  <a:pt x="728560" y="0"/>
                </a:lnTo>
                <a:lnTo>
                  <a:pt x="761897" y="52387"/>
                </a:lnTo>
                <a:lnTo>
                  <a:pt x="604733" y="145256"/>
                </a:lnTo>
                <a:lnTo>
                  <a:pt x="554727" y="283369"/>
                </a:lnTo>
                <a:lnTo>
                  <a:pt x="623784" y="426242"/>
                </a:lnTo>
                <a:lnTo>
                  <a:pt x="604734" y="497679"/>
                </a:lnTo>
                <a:lnTo>
                  <a:pt x="649978" y="552448"/>
                </a:lnTo>
                <a:lnTo>
                  <a:pt x="821428" y="545305"/>
                </a:lnTo>
                <a:lnTo>
                  <a:pt x="873816" y="640555"/>
                </a:lnTo>
                <a:lnTo>
                  <a:pt x="1042883" y="626267"/>
                </a:lnTo>
                <a:lnTo>
                  <a:pt x="1004783" y="800098"/>
                </a:lnTo>
                <a:lnTo>
                  <a:pt x="1050028" y="914399"/>
                </a:lnTo>
                <a:lnTo>
                  <a:pt x="997640" y="959642"/>
                </a:lnTo>
                <a:lnTo>
                  <a:pt x="1059553" y="1033461"/>
                </a:lnTo>
                <a:lnTo>
                  <a:pt x="795235" y="1076323"/>
                </a:lnTo>
                <a:lnTo>
                  <a:pt x="895248" y="1178718"/>
                </a:lnTo>
                <a:lnTo>
                  <a:pt x="814285" y="1195386"/>
                </a:lnTo>
                <a:lnTo>
                  <a:pt x="819046" y="1288256"/>
                </a:lnTo>
                <a:lnTo>
                  <a:pt x="869053" y="1400174"/>
                </a:lnTo>
                <a:lnTo>
                  <a:pt x="838097" y="1650205"/>
                </a:lnTo>
                <a:lnTo>
                  <a:pt x="749989" y="1633538"/>
                </a:lnTo>
                <a:lnTo>
                  <a:pt x="797615" y="1504949"/>
                </a:lnTo>
                <a:lnTo>
                  <a:pt x="719034" y="1476376"/>
                </a:lnTo>
                <a:lnTo>
                  <a:pt x="561871" y="1488282"/>
                </a:lnTo>
                <a:lnTo>
                  <a:pt x="523875" y="1431350"/>
                </a:lnTo>
                <a:lnTo>
                  <a:pt x="378618" y="1247994"/>
                </a:lnTo>
                <a:lnTo>
                  <a:pt x="307181" y="1257518"/>
                </a:lnTo>
                <a:lnTo>
                  <a:pt x="0" y="1095594"/>
                </a:lnTo>
                <a:lnTo>
                  <a:pt x="171448" y="888424"/>
                </a:lnTo>
                <a:lnTo>
                  <a:pt x="138113" y="845563"/>
                </a:lnTo>
                <a:lnTo>
                  <a:pt x="176213" y="766981"/>
                </a:lnTo>
                <a:lnTo>
                  <a:pt x="154920" y="527597"/>
                </a:lnTo>
                <a:lnTo>
                  <a:pt x="217253" y="399009"/>
                </a:lnTo>
                <a:close/>
              </a:path>
            </a:pathLst>
          </a:custGeom>
          <a:solidFill>
            <a:srgbClr val="8E0000"/>
          </a:solidFill>
          <a:ln w="127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Geomanist" panose="02000503000000020004" pitchFamily="50" charset="0"/>
            </a:endParaRPr>
          </a:p>
        </p:txBody>
      </p:sp>
      <p:sp>
        <p:nvSpPr>
          <p:cNvPr id="6243" name="Rectángulo 63">
            <a:extLst>
              <a:ext uri="{FF2B5EF4-FFF2-40B4-BE49-F238E27FC236}">
                <a16:creationId xmlns:a16="http://schemas.microsoft.com/office/drawing/2014/main" id="{AFD31AB1-CB47-7F0B-D98C-FA3041AA8C98}"/>
              </a:ext>
            </a:extLst>
          </p:cNvPr>
          <p:cNvSpPr/>
          <p:nvPr/>
        </p:nvSpPr>
        <p:spPr>
          <a:xfrm>
            <a:off x="5470707" y="5348286"/>
            <a:ext cx="845953" cy="896236"/>
          </a:xfrm>
          <a:custGeom>
            <a:avLst/>
            <a:gdLst>
              <a:gd name="connsiteX0" fmla="*/ 0 w 1111624"/>
              <a:gd name="connsiteY0" fmla="*/ 0 h 407348"/>
              <a:gd name="connsiteX1" fmla="*/ 1111624 w 1111624"/>
              <a:gd name="connsiteY1" fmla="*/ 0 h 407348"/>
              <a:gd name="connsiteX2" fmla="*/ 1111624 w 1111624"/>
              <a:gd name="connsiteY2" fmla="*/ 407348 h 407348"/>
              <a:gd name="connsiteX3" fmla="*/ 0 w 1111624"/>
              <a:gd name="connsiteY3" fmla="*/ 407348 h 407348"/>
              <a:gd name="connsiteX4" fmla="*/ 0 w 1111624"/>
              <a:gd name="connsiteY4" fmla="*/ 0 h 407348"/>
              <a:gd name="connsiteX0" fmla="*/ 202406 w 1111624"/>
              <a:gd name="connsiteY0" fmla="*/ 11906 h 407348"/>
              <a:gd name="connsiteX1" fmla="*/ 1111624 w 1111624"/>
              <a:gd name="connsiteY1" fmla="*/ 0 h 407348"/>
              <a:gd name="connsiteX2" fmla="*/ 1111624 w 1111624"/>
              <a:gd name="connsiteY2" fmla="*/ 407348 h 407348"/>
              <a:gd name="connsiteX3" fmla="*/ 0 w 1111624"/>
              <a:gd name="connsiteY3" fmla="*/ 407348 h 407348"/>
              <a:gd name="connsiteX4" fmla="*/ 202406 w 1111624"/>
              <a:gd name="connsiteY4" fmla="*/ 11906 h 407348"/>
              <a:gd name="connsiteX0" fmla="*/ 123825 w 1033043"/>
              <a:gd name="connsiteY0" fmla="*/ 11906 h 407348"/>
              <a:gd name="connsiteX1" fmla="*/ 1033043 w 1033043"/>
              <a:gd name="connsiteY1" fmla="*/ 0 h 407348"/>
              <a:gd name="connsiteX2" fmla="*/ 1033043 w 1033043"/>
              <a:gd name="connsiteY2" fmla="*/ 407348 h 407348"/>
              <a:gd name="connsiteX3" fmla="*/ 0 w 1033043"/>
              <a:gd name="connsiteY3" fmla="*/ 123980 h 407348"/>
              <a:gd name="connsiteX4" fmla="*/ 123825 w 1033043"/>
              <a:gd name="connsiteY4" fmla="*/ 11906 h 407348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61493 w 1033043"/>
              <a:gd name="connsiteY2" fmla="*/ 143030 h 143030"/>
              <a:gd name="connsiteX3" fmla="*/ 0 w 1033043"/>
              <a:gd name="connsiteY3" fmla="*/ 123980 h 143030"/>
              <a:gd name="connsiteX4" fmla="*/ 123825 w 1033043"/>
              <a:gd name="connsiteY4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297097 w 1033043"/>
              <a:gd name="connsiteY2" fmla="*/ 101427 h 143030"/>
              <a:gd name="connsiteX3" fmla="*/ 61493 w 1033043"/>
              <a:gd name="connsiteY3" fmla="*/ 143030 h 143030"/>
              <a:gd name="connsiteX4" fmla="*/ 0 w 1033043"/>
              <a:gd name="connsiteY4" fmla="*/ 123980 h 143030"/>
              <a:gd name="connsiteX5" fmla="*/ 123825 w 1033043"/>
              <a:gd name="connsiteY5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189940 w 1033043"/>
              <a:gd name="connsiteY2" fmla="*/ 87140 h 143030"/>
              <a:gd name="connsiteX3" fmla="*/ 61493 w 1033043"/>
              <a:gd name="connsiteY3" fmla="*/ 143030 h 143030"/>
              <a:gd name="connsiteX4" fmla="*/ 0 w 1033043"/>
              <a:gd name="connsiteY4" fmla="*/ 123980 h 143030"/>
              <a:gd name="connsiteX5" fmla="*/ 123825 w 1033043"/>
              <a:gd name="connsiteY5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137553 w 1033043"/>
              <a:gd name="connsiteY2" fmla="*/ 113334 h 143030"/>
              <a:gd name="connsiteX3" fmla="*/ 61493 w 1033043"/>
              <a:gd name="connsiteY3" fmla="*/ 143030 h 143030"/>
              <a:gd name="connsiteX4" fmla="*/ 0 w 1033043"/>
              <a:gd name="connsiteY4" fmla="*/ 123980 h 143030"/>
              <a:gd name="connsiteX5" fmla="*/ 123825 w 1033043"/>
              <a:gd name="connsiteY5" fmla="*/ 11906 h 143030"/>
              <a:gd name="connsiteX0" fmla="*/ 123825 w 1033043"/>
              <a:gd name="connsiteY0" fmla="*/ 11906 h 143030"/>
              <a:gd name="connsiteX1" fmla="*/ 1033043 w 1033043"/>
              <a:gd name="connsiteY1" fmla="*/ 0 h 143030"/>
              <a:gd name="connsiteX2" fmla="*/ 258997 w 1033043"/>
              <a:gd name="connsiteY2" fmla="*/ 96665 h 143030"/>
              <a:gd name="connsiteX3" fmla="*/ 137553 w 1033043"/>
              <a:gd name="connsiteY3" fmla="*/ 113334 h 143030"/>
              <a:gd name="connsiteX4" fmla="*/ 61493 w 1033043"/>
              <a:gd name="connsiteY4" fmla="*/ 143030 h 143030"/>
              <a:gd name="connsiteX5" fmla="*/ 0 w 1033043"/>
              <a:gd name="connsiteY5" fmla="*/ 123980 h 143030"/>
              <a:gd name="connsiteX6" fmla="*/ 123825 w 1033043"/>
              <a:gd name="connsiteY6" fmla="*/ 11906 h 143030"/>
              <a:gd name="connsiteX0" fmla="*/ 123825 w 1033043"/>
              <a:gd name="connsiteY0" fmla="*/ 11906 h 165721"/>
              <a:gd name="connsiteX1" fmla="*/ 1033043 w 1033043"/>
              <a:gd name="connsiteY1" fmla="*/ 0 h 165721"/>
              <a:gd name="connsiteX2" fmla="*/ 158985 w 1033043"/>
              <a:gd name="connsiteY2" fmla="*/ 165721 h 165721"/>
              <a:gd name="connsiteX3" fmla="*/ 137553 w 1033043"/>
              <a:gd name="connsiteY3" fmla="*/ 113334 h 165721"/>
              <a:gd name="connsiteX4" fmla="*/ 61493 w 1033043"/>
              <a:gd name="connsiteY4" fmla="*/ 143030 h 165721"/>
              <a:gd name="connsiteX5" fmla="*/ 0 w 1033043"/>
              <a:gd name="connsiteY5" fmla="*/ 123980 h 165721"/>
              <a:gd name="connsiteX6" fmla="*/ 123825 w 1033043"/>
              <a:gd name="connsiteY6" fmla="*/ 11906 h 165721"/>
              <a:gd name="connsiteX0" fmla="*/ 123825 w 1033043"/>
              <a:gd name="connsiteY0" fmla="*/ 11906 h 165721"/>
              <a:gd name="connsiteX1" fmla="*/ 1033043 w 1033043"/>
              <a:gd name="connsiteY1" fmla="*/ 0 h 165721"/>
              <a:gd name="connsiteX2" fmla="*/ 349484 w 1033043"/>
              <a:gd name="connsiteY2" fmla="*/ 132383 h 165721"/>
              <a:gd name="connsiteX3" fmla="*/ 158985 w 1033043"/>
              <a:gd name="connsiteY3" fmla="*/ 165721 h 165721"/>
              <a:gd name="connsiteX4" fmla="*/ 137553 w 1033043"/>
              <a:gd name="connsiteY4" fmla="*/ 113334 h 165721"/>
              <a:gd name="connsiteX5" fmla="*/ 61493 w 1033043"/>
              <a:gd name="connsiteY5" fmla="*/ 143030 h 165721"/>
              <a:gd name="connsiteX6" fmla="*/ 0 w 1033043"/>
              <a:gd name="connsiteY6" fmla="*/ 123980 h 165721"/>
              <a:gd name="connsiteX7" fmla="*/ 123825 w 1033043"/>
              <a:gd name="connsiteY7" fmla="*/ 11906 h 16572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244709 w 1033043"/>
              <a:gd name="connsiteY2" fmla="*/ 184771 h 184771"/>
              <a:gd name="connsiteX3" fmla="*/ 158985 w 1033043"/>
              <a:gd name="connsiteY3" fmla="*/ 165721 h 184771"/>
              <a:gd name="connsiteX4" fmla="*/ 137553 w 1033043"/>
              <a:gd name="connsiteY4" fmla="*/ 113334 h 184771"/>
              <a:gd name="connsiteX5" fmla="*/ 61493 w 1033043"/>
              <a:gd name="connsiteY5" fmla="*/ 143030 h 184771"/>
              <a:gd name="connsiteX6" fmla="*/ 0 w 1033043"/>
              <a:gd name="connsiteY6" fmla="*/ 123980 h 184771"/>
              <a:gd name="connsiteX7" fmla="*/ 123825 w 1033043"/>
              <a:gd name="connsiteY7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375678 w 1033043"/>
              <a:gd name="connsiteY2" fmla="*/ 156196 h 184771"/>
              <a:gd name="connsiteX3" fmla="*/ 244709 w 1033043"/>
              <a:gd name="connsiteY3" fmla="*/ 184771 h 184771"/>
              <a:gd name="connsiteX4" fmla="*/ 158985 w 1033043"/>
              <a:gd name="connsiteY4" fmla="*/ 165721 h 184771"/>
              <a:gd name="connsiteX5" fmla="*/ 137553 w 1033043"/>
              <a:gd name="connsiteY5" fmla="*/ 113334 h 184771"/>
              <a:gd name="connsiteX6" fmla="*/ 61493 w 1033043"/>
              <a:gd name="connsiteY6" fmla="*/ 143030 h 184771"/>
              <a:gd name="connsiteX7" fmla="*/ 0 w 1033043"/>
              <a:gd name="connsiteY7" fmla="*/ 123980 h 184771"/>
              <a:gd name="connsiteX8" fmla="*/ 123825 w 1033043"/>
              <a:gd name="connsiteY8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189941 w 1033043"/>
              <a:gd name="connsiteY2" fmla="*/ 68090 h 184771"/>
              <a:gd name="connsiteX3" fmla="*/ 244709 w 1033043"/>
              <a:gd name="connsiteY3" fmla="*/ 184771 h 184771"/>
              <a:gd name="connsiteX4" fmla="*/ 158985 w 1033043"/>
              <a:gd name="connsiteY4" fmla="*/ 165721 h 184771"/>
              <a:gd name="connsiteX5" fmla="*/ 137553 w 1033043"/>
              <a:gd name="connsiteY5" fmla="*/ 113334 h 184771"/>
              <a:gd name="connsiteX6" fmla="*/ 61493 w 1033043"/>
              <a:gd name="connsiteY6" fmla="*/ 143030 h 184771"/>
              <a:gd name="connsiteX7" fmla="*/ 0 w 1033043"/>
              <a:gd name="connsiteY7" fmla="*/ 123980 h 184771"/>
              <a:gd name="connsiteX8" fmla="*/ 123825 w 1033043"/>
              <a:gd name="connsiteY8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423303 w 1033043"/>
              <a:gd name="connsiteY2" fmla="*/ 46658 h 184771"/>
              <a:gd name="connsiteX3" fmla="*/ 189941 w 1033043"/>
              <a:gd name="connsiteY3" fmla="*/ 68090 h 184771"/>
              <a:gd name="connsiteX4" fmla="*/ 244709 w 1033043"/>
              <a:gd name="connsiteY4" fmla="*/ 184771 h 184771"/>
              <a:gd name="connsiteX5" fmla="*/ 158985 w 1033043"/>
              <a:gd name="connsiteY5" fmla="*/ 165721 h 184771"/>
              <a:gd name="connsiteX6" fmla="*/ 137553 w 1033043"/>
              <a:gd name="connsiteY6" fmla="*/ 113334 h 184771"/>
              <a:gd name="connsiteX7" fmla="*/ 61493 w 1033043"/>
              <a:gd name="connsiteY7" fmla="*/ 143030 h 184771"/>
              <a:gd name="connsiteX8" fmla="*/ 0 w 1033043"/>
              <a:gd name="connsiteY8" fmla="*/ 123980 h 184771"/>
              <a:gd name="connsiteX9" fmla="*/ 123825 w 1033043"/>
              <a:gd name="connsiteY9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256616 w 1033043"/>
              <a:gd name="connsiteY2" fmla="*/ 56183 h 184771"/>
              <a:gd name="connsiteX3" fmla="*/ 189941 w 1033043"/>
              <a:gd name="connsiteY3" fmla="*/ 68090 h 184771"/>
              <a:gd name="connsiteX4" fmla="*/ 244709 w 1033043"/>
              <a:gd name="connsiteY4" fmla="*/ 184771 h 184771"/>
              <a:gd name="connsiteX5" fmla="*/ 158985 w 1033043"/>
              <a:gd name="connsiteY5" fmla="*/ 165721 h 184771"/>
              <a:gd name="connsiteX6" fmla="*/ 137553 w 1033043"/>
              <a:gd name="connsiteY6" fmla="*/ 113334 h 184771"/>
              <a:gd name="connsiteX7" fmla="*/ 61493 w 1033043"/>
              <a:gd name="connsiteY7" fmla="*/ 143030 h 184771"/>
              <a:gd name="connsiteX8" fmla="*/ 0 w 1033043"/>
              <a:gd name="connsiteY8" fmla="*/ 123980 h 184771"/>
              <a:gd name="connsiteX9" fmla="*/ 123825 w 1033043"/>
              <a:gd name="connsiteY9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330434 w 1033043"/>
              <a:gd name="connsiteY2" fmla="*/ 53802 h 184771"/>
              <a:gd name="connsiteX3" fmla="*/ 256616 w 1033043"/>
              <a:gd name="connsiteY3" fmla="*/ 56183 h 184771"/>
              <a:gd name="connsiteX4" fmla="*/ 189941 w 1033043"/>
              <a:gd name="connsiteY4" fmla="*/ 68090 h 184771"/>
              <a:gd name="connsiteX5" fmla="*/ 244709 w 1033043"/>
              <a:gd name="connsiteY5" fmla="*/ 184771 h 184771"/>
              <a:gd name="connsiteX6" fmla="*/ 158985 w 1033043"/>
              <a:gd name="connsiteY6" fmla="*/ 165721 h 184771"/>
              <a:gd name="connsiteX7" fmla="*/ 137553 w 1033043"/>
              <a:gd name="connsiteY7" fmla="*/ 113334 h 184771"/>
              <a:gd name="connsiteX8" fmla="*/ 61493 w 1033043"/>
              <a:gd name="connsiteY8" fmla="*/ 143030 h 184771"/>
              <a:gd name="connsiteX9" fmla="*/ 0 w 1033043"/>
              <a:gd name="connsiteY9" fmla="*/ 123980 h 184771"/>
              <a:gd name="connsiteX10" fmla="*/ 123825 w 1033043"/>
              <a:gd name="connsiteY10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292334 w 1033043"/>
              <a:gd name="connsiteY2" fmla="*/ 94284 h 184771"/>
              <a:gd name="connsiteX3" fmla="*/ 256616 w 1033043"/>
              <a:gd name="connsiteY3" fmla="*/ 56183 h 184771"/>
              <a:gd name="connsiteX4" fmla="*/ 189941 w 1033043"/>
              <a:gd name="connsiteY4" fmla="*/ 68090 h 184771"/>
              <a:gd name="connsiteX5" fmla="*/ 244709 w 1033043"/>
              <a:gd name="connsiteY5" fmla="*/ 184771 h 184771"/>
              <a:gd name="connsiteX6" fmla="*/ 158985 w 1033043"/>
              <a:gd name="connsiteY6" fmla="*/ 165721 h 184771"/>
              <a:gd name="connsiteX7" fmla="*/ 137553 w 1033043"/>
              <a:gd name="connsiteY7" fmla="*/ 113334 h 184771"/>
              <a:gd name="connsiteX8" fmla="*/ 61493 w 1033043"/>
              <a:gd name="connsiteY8" fmla="*/ 143030 h 184771"/>
              <a:gd name="connsiteX9" fmla="*/ 0 w 1033043"/>
              <a:gd name="connsiteY9" fmla="*/ 123980 h 184771"/>
              <a:gd name="connsiteX10" fmla="*/ 123825 w 1033043"/>
              <a:gd name="connsiteY10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449497 w 1033043"/>
              <a:gd name="connsiteY2" fmla="*/ 75233 h 184771"/>
              <a:gd name="connsiteX3" fmla="*/ 292334 w 1033043"/>
              <a:gd name="connsiteY3" fmla="*/ 94284 h 184771"/>
              <a:gd name="connsiteX4" fmla="*/ 256616 w 1033043"/>
              <a:gd name="connsiteY4" fmla="*/ 56183 h 184771"/>
              <a:gd name="connsiteX5" fmla="*/ 189941 w 1033043"/>
              <a:gd name="connsiteY5" fmla="*/ 68090 h 184771"/>
              <a:gd name="connsiteX6" fmla="*/ 244709 w 1033043"/>
              <a:gd name="connsiteY6" fmla="*/ 184771 h 184771"/>
              <a:gd name="connsiteX7" fmla="*/ 158985 w 1033043"/>
              <a:gd name="connsiteY7" fmla="*/ 165721 h 184771"/>
              <a:gd name="connsiteX8" fmla="*/ 137553 w 1033043"/>
              <a:gd name="connsiteY8" fmla="*/ 113334 h 184771"/>
              <a:gd name="connsiteX9" fmla="*/ 61493 w 1033043"/>
              <a:gd name="connsiteY9" fmla="*/ 143030 h 184771"/>
              <a:gd name="connsiteX10" fmla="*/ 0 w 1033043"/>
              <a:gd name="connsiteY10" fmla="*/ 123980 h 184771"/>
              <a:gd name="connsiteX11" fmla="*/ 123825 w 1033043"/>
              <a:gd name="connsiteY11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413779 w 1033043"/>
              <a:gd name="connsiteY2" fmla="*/ 130002 h 184771"/>
              <a:gd name="connsiteX3" fmla="*/ 292334 w 1033043"/>
              <a:gd name="connsiteY3" fmla="*/ 94284 h 184771"/>
              <a:gd name="connsiteX4" fmla="*/ 256616 w 1033043"/>
              <a:gd name="connsiteY4" fmla="*/ 56183 h 184771"/>
              <a:gd name="connsiteX5" fmla="*/ 189941 w 1033043"/>
              <a:gd name="connsiteY5" fmla="*/ 68090 h 184771"/>
              <a:gd name="connsiteX6" fmla="*/ 244709 w 1033043"/>
              <a:gd name="connsiteY6" fmla="*/ 184771 h 184771"/>
              <a:gd name="connsiteX7" fmla="*/ 158985 w 1033043"/>
              <a:gd name="connsiteY7" fmla="*/ 165721 h 184771"/>
              <a:gd name="connsiteX8" fmla="*/ 137553 w 1033043"/>
              <a:gd name="connsiteY8" fmla="*/ 113334 h 184771"/>
              <a:gd name="connsiteX9" fmla="*/ 61493 w 1033043"/>
              <a:gd name="connsiteY9" fmla="*/ 143030 h 184771"/>
              <a:gd name="connsiteX10" fmla="*/ 0 w 1033043"/>
              <a:gd name="connsiteY10" fmla="*/ 123980 h 184771"/>
              <a:gd name="connsiteX11" fmla="*/ 123825 w 1033043"/>
              <a:gd name="connsiteY11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513790 w 1033043"/>
              <a:gd name="connsiteY2" fmla="*/ 108571 h 184771"/>
              <a:gd name="connsiteX3" fmla="*/ 413779 w 1033043"/>
              <a:gd name="connsiteY3" fmla="*/ 130002 h 184771"/>
              <a:gd name="connsiteX4" fmla="*/ 292334 w 1033043"/>
              <a:gd name="connsiteY4" fmla="*/ 94284 h 184771"/>
              <a:gd name="connsiteX5" fmla="*/ 256616 w 1033043"/>
              <a:gd name="connsiteY5" fmla="*/ 56183 h 184771"/>
              <a:gd name="connsiteX6" fmla="*/ 189941 w 1033043"/>
              <a:gd name="connsiteY6" fmla="*/ 68090 h 184771"/>
              <a:gd name="connsiteX7" fmla="*/ 244709 w 1033043"/>
              <a:gd name="connsiteY7" fmla="*/ 184771 h 184771"/>
              <a:gd name="connsiteX8" fmla="*/ 158985 w 1033043"/>
              <a:gd name="connsiteY8" fmla="*/ 165721 h 184771"/>
              <a:gd name="connsiteX9" fmla="*/ 137553 w 1033043"/>
              <a:gd name="connsiteY9" fmla="*/ 113334 h 184771"/>
              <a:gd name="connsiteX10" fmla="*/ 61493 w 1033043"/>
              <a:gd name="connsiteY10" fmla="*/ 143030 h 184771"/>
              <a:gd name="connsiteX11" fmla="*/ 0 w 1033043"/>
              <a:gd name="connsiteY11" fmla="*/ 123980 h 184771"/>
              <a:gd name="connsiteX12" fmla="*/ 123825 w 1033043"/>
              <a:gd name="connsiteY12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528077 w 1033043"/>
              <a:gd name="connsiteY2" fmla="*/ 170483 h 184771"/>
              <a:gd name="connsiteX3" fmla="*/ 413779 w 1033043"/>
              <a:gd name="connsiteY3" fmla="*/ 130002 h 184771"/>
              <a:gd name="connsiteX4" fmla="*/ 292334 w 1033043"/>
              <a:gd name="connsiteY4" fmla="*/ 94284 h 184771"/>
              <a:gd name="connsiteX5" fmla="*/ 256616 w 1033043"/>
              <a:gd name="connsiteY5" fmla="*/ 56183 h 184771"/>
              <a:gd name="connsiteX6" fmla="*/ 189941 w 1033043"/>
              <a:gd name="connsiteY6" fmla="*/ 68090 h 184771"/>
              <a:gd name="connsiteX7" fmla="*/ 244709 w 1033043"/>
              <a:gd name="connsiteY7" fmla="*/ 184771 h 184771"/>
              <a:gd name="connsiteX8" fmla="*/ 158985 w 1033043"/>
              <a:gd name="connsiteY8" fmla="*/ 165721 h 184771"/>
              <a:gd name="connsiteX9" fmla="*/ 137553 w 1033043"/>
              <a:gd name="connsiteY9" fmla="*/ 113334 h 184771"/>
              <a:gd name="connsiteX10" fmla="*/ 61493 w 1033043"/>
              <a:gd name="connsiteY10" fmla="*/ 143030 h 184771"/>
              <a:gd name="connsiteX11" fmla="*/ 0 w 1033043"/>
              <a:gd name="connsiteY11" fmla="*/ 123980 h 184771"/>
              <a:gd name="connsiteX12" fmla="*/ 123825 w 1033043"/>
              <a:gd name="connsiteY12" fmla="*/ 11906 h 184771"/>
              <a:gd name="connsiteX0" fmla="*/ 123825 w 1033043"/>
              <a:gd name="connsiteY0" fmla="*/ 11906 h 184771"/>
              <a:gd name="connsiteX1" fmla="*/ 1033043 w 1033043"/>
              <a:gd name="connsiteY1" fmla="*/ 0 h 184771"/>
              <a:gd name="connsiteX2" fmla="*/ 594753 w 1033043"/>
              <a:gd name="connsiteY2" fmla="*/ 144290 h 184771"/>
              <a:gd name="connsiteX3" fmla="*/ 528077 w 1033043"/>
              <a:gd name="connsiteY3" fmla="*/ 170483 h 184771"/>
              <a:gd name="connsiteX4" fmla="*/ 413779 w 1033043"/>
              <a:gd name="connsiteY4" fmla="*/ 130002 h 184771"/>
              <a:gd name="connsiteX5" fmla="*/ 292334 w 1033043"/>
              <a:gd name="connsiteY5" fmla="*/ 94284 h 184771"/>
              <a:gd name="connsiteX6" fmla="*/ 256616 w 1033043"/>
              <a:gd name="connsiteY6" fmla="*/ 56183 h 184771"/>
              <a:gd name="connsiteX7" fmla="*/ 189941 w 1033043"/>
              <a:gd name="connsiteY7" fmla="*/ 68090 h 184771"/>
              <a:gd name="connsiteX8" fmla="*/ 244709 w 1033043"/>
              <a:gd name="connsiteY8" fmla="*/ 184771 h 184771"/>
              <a:gd name="connsiteX9" fmla="*/ 158985 w 1033043"/>
              <a:gd name="connsiteY9" fmla="*/ 165721 h 184771"/>
              <a:gd name="connsiteX10" fmla="*/ 137553 w 1033043"/>
              <a:gd name="connsiteY10" fmla="*/ 113334 h 184771"/>
              <a:gd name="connsiteX11" fmla="*/ 61493 w 1033043"/>
              <a:gd name="connsiteY11" fmla="*/ 143030 h 184771"/>
              <a:gd name="connsiteX12" fmla="*/ 0 w 1033043"/>
              <a:gd name="connsiteY12" fmla="*/ 123980 h 184771"/>
              <a:gd name="connsiteX13" fmla="*/ 123825 w 1033043"/>
              <a:gd name="connsiteY13" fmla="*/ 11906 h 184771"/>
              <a:gd name="connsiteX0" fmla="*/ 123825 w 1033043"/>
              <a:gd name="connsiteY0" fmla="*/ 11906 h 244303"/>
              <a:gd name="connsiteX1" fmla="*/ 1033043 w 1033043"/>
              <a:gd name="connsiteY1" fmla="*/ 0 h 244303"/>
              <a:gd name="connsiteX2" fmla="*/ 578084 w 1033043"/>
              <a:gd name="connsiteY2" fmla="*/ 244303 h 244303"/>
              <a:gd name="connsiteX3" fmla="*/ 528077 w 1033043"/>
              <a:gd name="connsiteY3" fmla="*/ 170483 h 244303"/>
              <a:gd name="connsiteX4" fmla="*/ 413779 w 1033043"/>
              <a:gd name="connsiteY4" fmla="*/ 130002 h 244303"/>
              <a:gd name="connsiteX5" fmla="*/ 292334 w 1033043"/>
              <a:gd name="connsiteY5" fmla="*/ 94284 h 244303"/>
              <a:gd name="connsiteX6" fmla="*/ 256616 w 1033043"/>
              <a:gd name="connsiteY6" fmla="*/ 56183 h 244303"/>
              <a:gd name="connsiteX7" fmla="*/ 189941 w 1033043"/>
              <a:gd name="connsiteY7" fmla="*/ 68090 h 244303"/>
              <a:gd name="connsiteX8" fmla="*/ 244709 w 1033043"/>
              <a:gd name="connsiteY8" fmla="*/ 184771 h 244303"/>
              <a:gd name="connsiteX9" fmla="*/ 158985 w 1033043"/>
              <a:gd name="connsiteY9" fmla="*/ 165721 h 244303"/>
              <a:gd name="connsiteX10" fmla="*/ 137553 w 1033043"/>
              <a:gd name="connsiteY10" fmla="*/ 113334 h 244303"/>
              <a:gd name="connsiteX11" fmla="*/ 61493 w 1033043"/>
              <a:gd name="connsiteY11" fmla="*/ 143030 h 244303"/>
              <a:gd name="connsiteX12" fmla="*/ 0 w 1033043"/>
              <a:gd name="connsiteY12" fmla="*/ 123980 h 244303"/>
              <a:gd name="connsiteX13" fmla="*/ 123825 w 1033043"/>
              <a:gd name="connsiteY13" fmla="*/ 11906 h 244303"/>
              <a:gd name="connsiteX0" fmla="*/ 123825 w 1033043"/>
              <a:gd name="connsiteY0" fmla="*/ 11906 h 244303"/>
              <a:gd name="connsiteX1" fmla="*/ 1033043 w 1033043"/>
              <a:gd name="connsiteY1" fmla="*/ 0 h 244303"/>
              <a:gd name="connsiteX2" fmla="*/ 663809 w 1033043"/>
              <a:gd name="connsiteY2" fmla="*/ 194296 h 244303"/>
              <a:gd name="connsiteX3" fmla="*/ 578084 w 1033043"/>
              <a:gd name="connsiteY3" fmla="*/ 244303 h 244303"/>
              <a:gd name="connsiteX4" fmla="*/ 528077 w 1033043"/>
              <a:gd name="connsiteY4" fmla="*/ 170483 h 244303"/>
              <a:gd name="connsiteX5" fmla="*/ 413779 w 1033043"/>
              <a:gd name="connsiteY5" fmla="*/ 130002 h 244303"/>
              <a:gd name="connsiteX6" fmla="*/ 292334 w 1033043"/>
              <a:gd name="connsiteY6" fmla="*/ 94284 h 244303"/>
              <a:gd name="connsiteX7" fmla="*/ 256616 w 1033043"/>
              <a:gd name="connsiteY7" fmla="*/ 56183 h 244303"/>
              <a:gd name="connsiteX8" fmla="*/ 189941 w 1033043"/>
              <a:gd name="connsiteY8" fmla="*/ 68090 h 244303"/>
              <a:gd name="connsiteX9" fmla="*/ 244709 w 1033043"/>
              <a:gd name="connsiteY9" fmla="*/ 184771 h 244303"/>
              <a:gd name="connsiteX10" fmla="*/ 158985 w 1033043"/>
              <a:gd name="connsiteY10" fmla="*/ 165721 h 244303"/>
              <a:gd name="connsiteX11" fmla="*/ 137553 w 1033043"/>
              <a:gd name="connsiteY11" fmla="*/ 113334 h 244303"/>
              <a:gd name="connsiteX12" fmla="*/ 61493 w 1033043"/>
              <a:gd name="connsiteY12" fmla="*/ 143030 h 244303"/>
              <a:gd name="connsiteX13" fmla="*/ 0 w 1033043"/>
              <a:gd name="connsiteY13" fmla="*/ 123980 h 244303"/>
              <a:gd name="connsiteX14" fmla="*/ 123825 w 1033043"/>
              <a:gd name="connsiteY14" fmla="*/ 11906 h 244303"/>
              <a:gd name="connsiteX0" fmla="*/ 123825 w 1033043"/>
              <a:gd name="connsiteY0" fmla="*/ 11906 h 272877"/>
              <a:gd name="connsiteX1" fmla="*/ 1033043 w 1033043"/>
              <a:gd name="connsiteY1" fmla="*/ 0 h 272877"/>
              <a:gd name="connsiteX2" fmla="*/ 649521 w 1033043"/>
              <a:gd name="connsiteY2" fmla="*/ 272877 h 272877"/>
              <a:gd name="connsiteX3" fmla="*/ 578084 w 1033043"/>
              <a:gd name="connsiteY3" fmla="*/ 244303 h 272877"/>
              <a:gd name="connsiteX4" fmla="*/ 528077 w 1033043"/>
              <a:gd name="connsiteY4" fmla="*/ 170483 h 272877"/>
              <a:gd name="connsiteX5" fmla="*/ 413779 w 1033043"/>
              <a:gd name="connsiteY5" fmla="*/ 130002 h 272877"/>
              <a:gd name="connsiteX6" fmla="*/ 292334 w 1033043"/>
              <a:gd name="connsiteY6" fmla="*/ 94284 h 272877"/>
              <a:gd name="connsiteX7" fmla="*/ 256616 w 1033043"/>
              <a:gd name="connsiteY7" fmla="*/ 56183 h 272877"/>
              <a:gd name="connsiteX8" fmla="*/ 189941 w 1033043"/>
              <a:gd name="connsiteY8" fmla="*/ 68090 h 272877"/>
              <a:gd name="connsiteX9" fmla="*/ 244709 w 1033043"/>
              <a:gd name="connsiteY9" fmla="*/ 184771 h 272877"/>
              <a:gd name="connsiteX10" fmla="*/ 158985 w 1033043"/>
              <a:gd name="connsiteY10" fmla="*/ 165721 h 272877"/>
              <a:gd name="connsiteX11" fmla="*/ 137553 w 1033043"/>
              <a:gd name="connsiteY11" fmla="*/ 113334 h 272877"/>
              <a:gd name="connsiteX12" fmla="*/ 61493 w 1033043"/>
              <a:gd name="connsiteY12" fmla="*/ 143030 h 272877"/>
              <a:gd name="connsiteX13" fmla="*/ 0 w 1033043"/>
              <a:gd name="connsiteY13" fmla="*/ 123980 h 272877"/>
              <a:gd name="connsiteX14" fmla="*/ 123825 w 1033043"/>
              <a:gd name="connsiteY14" fmla="*/ 11906 h 272877"/>
              <a:gd name="connsiteX0" fmla="*/ 123825 w 1033043"/>
              <a:gd name="connsiteY0" fmla="*/ 11906 h 272877"/>
              <a:gd name="connsiteX1" fmla="*/ 1033043 w 1033043"/>
              <a:gd name="connsiteY1" fmla="*/ 0 h 272877"/>
              <a:gd name="connsiteX2" fmla="*/ 706672 w 1033043"/>
              <a:gd name="connsiteY2" fmla="*/ 234777 h 272877"/>
              <a:gd name="connsiteX3" fmla="*/ 649521 w 1033043"/>
              <a:gd name="connsiteY3" fmla="*/ 272877 h 272877"/>
              <a:gd name="connsiteX4" fmla="*/ 578084 w 1033043"/>
              <a:gd name="connsiteY4" fmla="*/ 244303 h 272877"/>
              <a:gd name="connsiteX5" fmla="*/ 528077 w 1033043"/>
              <a:gd name="connsiteY5" fmla="*/ 170483 h 272877"/>
              <a:gd name="connsiteX6" fmla="*/ 413779 w 1033043"/>
              <a:gd name="connsiteY6" fmla="*/ 130002 h 272877"/>
              <a:gd name="connsiteX7" fmla="*/ 292334 w 1033043"/>
              <a:gd name="connsiteY7" fmla="*/ 94284 h 272877"/>
              <a:gd name="connsiteX8" fmla="*/ 256616 w 1033043"/>
              <a:gd name="connsiteY8" fmla="*/ 56183 h 272877"/>
              <a:gd name="connsiteX9" fmla="*/ 189941 w 1033043"/>
              <a:gd name="connsiteY9" fmla="*/ 68090 h 272877"/>
              <a:gd name="connsiteX10" fmla="*/ 244709 w 1033043"/>
              <a:gd name="connsiteY10" fmla="*/ 184771 h 272877"/>
              <a:gd name="connsiteX11" fmla="*/ 158985 w 1033043"/>
              <a:gd name="connsiteY11" fmla="*/ 165721 h 272877"/>
              <a:gd name="connsiteX12" fmla="*/ 137553 w 1033043"/>
              <a:gd name="connsiteY12" fmla="*/ 113334 h 272877"/>
              <a:gd name="connsiteX13" fmla="*/ 61493 w 1033043"/>
              <a:gd name="connsiteY13" fmla="*/ 143030 h 272877"/>
              <a:gd name="connsiteX14" fmla="*/ 0 w 1033043"/>
              <a:gd name="connsiteY14" fmla="*/ 123980 h 272877"/>
              <a:gd name="connsiteX15" fmla="*/ 123825 w 1033043"/>
              <a:gd name="connsiteY15" fmla="*/ 11906 h 272877"/>
              <a:gd name="connsiteX0" fmla="*/ 123825 w 1033043"/>
              <a:gd name="connsiteY0" fmla="*/ 11906 h 337171"/>
              <a:gd name="connsiteX1" fmla="*/ 1033043 w 1033043"/>
              <a:gd name="connsiteY1" fmla="*/ 0 h 337171"/>
              <a:gd name="connsiteX2" fmla="*/ 589991 w 1033043"/>
              <a:gd name="connsiteY2" fmla="*/ 337171 h 337171"/>
              <a:gd name="connsiteX3" fmla="*/ 649521 w 1033043"/>
              <a:gd name="connsiteY3" fmla="*/ 272877 h 337171"/>
              <a:gd name="connsiteX4" fmla="*/ 578084 w 1033043"/>
              <a:gd name="connsiteY4" fmla="*/ 244303 h 337171"/>
              <a:gd name="connsiteX5" fmla="*/ 528077 w 1033043"/>
              <a:gd name="connsiteY5" fmla="*/ 170483 h 337171"/>
              <a:gd name="connsiteX6" fmla="*/ 413779 w 1033043"/>
              <a:gd name="connsiteY6" fmla="*/ 130002 h 337171"/>
              <a:gd name="connsiteX7" fmla="*/ 292334 w 1033043"/>
              <a:gd name="connsiteY7" fmla="*/ 94284 h 337171"/>
              <a:gd name="connsiteX8" fmla="*/ 256616 w 1033043"/>
              <a:gd name="connsiteY8" fmla="*/ 56183 h 337171"/>
              <a:gd name="connsiteX9" fmla="*/ 189941 w 1033043"/>
              <a:gd name="connsiteY9" fmla="*/ 68090 h 337171"/>
              <a:gd name="connsiteX10" fmla="*/ 244709 w 1033043"/>
              <a:gd name="connsiteY10" fmla="*/ 184771 h 337171"/>
              <a:gd name="connsiteX11" fmla="*/ 158985 w 1033043"/>
              <a:gd name="connsiteY11" fmla="*/ 165721 h 337171"/>
              <a:gd name="connsiteX12" fmla="*/ 137553 w 1033043"/>
              <a:gd name="connsiteY12" fmla="*/ 113334 h 337171"/>
              <a:gd name="connsiteX13" fmla="*/ 61493 w 1033043"/>
              <a:gd name="connsiteY13" fmla="*/ 143030 h 337171"/>
              <a:gd name="connsiteX14" fmla="*/ 0 w 1033043"/>
              <a:gd name="connsiteY14" fmla="*/ 123980 h 337171"/>
              <a:gd name="connsiteX15" fmla="*/ 123825 w 1033043"/>
              <a:gd name="connsiteY15" fmla="*/ 11906 h 337171"/>
              <a:gd name="connsiteX0" fmla="*/ 123825 w 1033043"/>
              <a:gd name="connsiteY0" fmla="*/ 11906 h 337171"/>
              <a:gd name="connsiteX1" fmla="*/ 1033043 w 1033043"/>
              <a:gd name="connsiteY1" fmla="*/ 0 h 337171"/>
              <a:gd name="connsiteX2" fmla="*/ 780490 w 1033043"/>
              <a:gd name="connsiteY2" fmla="*/ 194296 h 337171"/>
              <a:gd name="connsiteX3" fmla="*/ 589991 w 1033043"/>
              <a:gd name="connsiteY3" fmla="*/ 337171 h 337171"/>
              <a:gd name="connsiteX4" fmla="*/ 649521 w 1033043"/>
              <a:gd name="connsiteY4" fmla="*/ 272877 h 337171"/>
              <a:gd name="connsiteX5" fmla="*/ 578084 w 1033043"/>
              <a:gd name="connsiteY5" fmla="*/ 244303 h 337171"/>
              <a:gd name="connsiteX6" fmla="*/ 528077 w 1033043"/>
              <a:gd name="connsiteY6" fmla="*/ 170483 h 337171"/>
              <a:gd name="connsiteX7" fmla="*/ 413779 w 1033043"/>
              <a:gd name="connsiteY7" fmla="*/ 130002 h 337171"/>
              <a:gd name="connsiteX8" fmla="*/ 292334 w 1033043"/>
              <a:gd name="connsiteY8" fmla="*/ 94284 h 337171"/>
              <a:gd name="connsiteX9" fmla="*/ 256616 w 1033043"/>
              <a:gd name="connsiteY9" fmla="*/ 56183 h 337171"/>
              <a:gd name="connsiteX10" fmla="*/ 189941 w 1033043"/>
              <a:gd name="connsiteY10" fmla="*/ 68090 h 337171"/>
              <a:gd name="connsiteX11" fmla="*/ 244709 w 1033043"/>
              <a:gd name="connsiteY11" fmla="*/ 184771 h 337171"/>
              <a:gd name="connsiteX12" fmla="*/ 158985 w 1033043"/>
              <a:gd name="connsiteY12" fmla="*/ 165721 h 337171"/>
              <a:gd name="connsiteX13" fmla="*/ 137553 w 1033043"/>
              <a:gd name="connsiteY13" fmla="*/ 113334 h 337171"/>
              <a:gd name="connsiteX14" fmla="*/ 61493 w 1033043"/>
              <a:gd name="connsiteY14" fmla="*/ 143030 h 337171"/>
              <a:gd name="connsiteX15" fmla="*/ 0 w 1033043"/>
              <a:gd name="connsiteY15" fmla="*/ 123980 h 337171"/>
              <a:gd name="connsiteX16" fmla="*/ 123825 w 1033043"/>
              <a:gd name="connsiteY16" fmla="*/ 11906 h 337171"/>
              <a:gd name="connsiteX0" fmla="*/ 123825 w 1033043"/>
              <a:gd name="connsiteY0" fmla="*/ 11906 h 337171"/>
              <a:gd name="connsiteX1" fmla="*/ 1033043 w 1033043"/>
              <a:gd name="connsiteY1" fmla="*/ 0 h 337171"/>
              <a:gd name="connsiteX2" fmla="*/ 685240 w 1033043"/>
              <a:gd name="connsiteY2" fmla="*/ 332408 h 337171"/>
              <a:gd name="connsiteX3" fmla="*/ 589991 w 1033043"/>
              <a:gd name="connsiteY3" fmla="*/ 337171 h 337171"/>
              <a:gd name="connsiteX4" fmla="*/ 649521 w 1033043"/>
              <a:gd name="connsiteY4" fmla="*/ 272877 h 337171"/>
              <a:gd name="connsiteX5" fmla="*/ 578084 w 1033043"/>
              <a:gd name="connsiteY5" fmla="*/ 244303 h 337171"/>
              <a:gd name="connsiteX6" fmla="*/ 528077 w 1033043"/>
              <a:gd name="connsiteY6" fmla="*/ 170483 h 337171"/>
              <a:gd name="connsiteX7" fmla="*/ 413779 w 1033043"/>
              <a:gd name="connsiteY7" fmla="*/ 130002 h 337171"/>
              <a:gd name="connsiteX8" fmla="*/ 292334 w 1033043"/>
              <a:gd name="connsiteY8" fmla="*/ 94284 h 337171"/>
              <a:gd name="connsiteX9" fmla="*/ 256616 w 1033043"/>
              <a:gd name="connsiteY9" fmla="*/ 56183 h 337171"/>
              <a:gd name="connsiteX10" fmla="*/ 189941 w 1033043"/>
              <a:gd name="connsiteY10" fmla="*/ 68090 h 337171"/>
              <a:gd name="connsiteX11" fmla="*/ 244709 w 1033043"/>
              <a:gd name="connsiteY11" fmla="*/ 184771 h 337171"/>
              <a:gd name="connsiteX12" fmla="*/ 158985 w 1033043"/>
              <a:gd name="connsiteY12" fmla="*/ 165721 h 337171"/>
              <a:gd name="connsiteX13" fmla="*/ 137553 w 1033043"/>
              <a:gd name="connsiteY13" fmla="*/ 113334 h 337171"/>
              <a:gd name="connsiteX14" fmla="*/ 61493 w 1033043"/>
              <a:gd name="connsiteY14" fmla="*/ 143030 h 337171"/>
              <a:gd name="connsiteX15" fmla="*/ 0 w 1033043"/>
              <a:gd name="connsiteY15" fmla="*/ 123980 h 337171"/>
              <a:gd name="connsiteX16" fmla="*/ 123825 w 1033043"/>
              <a:gd name="connsiteY16" fmla="*/ 11906 h 337171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685240 w 685240"/>
              <a:gd name="connsiteY2" fmla="*/ 356220 h 360983"/>
              <a:gd name="connsiteX3" fmla="*/ 589991 w 685240"/>
              <a:gd name="connsiteY3" fmla="*/ 360983 h 360983"/>
              <a:gd name="connsiteX4" fmla="*/ 649521 w 685240"/>
              <a:gd name="connsiteY4" fmla="*/ 296689 h 360983"/>
              <a:gd name="connsiteX5" fmla="*/ 578084 w 685240"/>
              <a:gd name="connsiteY5" fmla="*/ 268115 h 360983"/>
              <a:gd name="connsiteX6" fmla="*/ 528077 w 685240"/>
              <a:gd name="connsiteY6" fmla="*/ 194295 h 360983"/>
              <a:gd name="connsiteX7" fmla="*/ 413779 w 685240"/>
              <a:gd name="connsiteY7" fmla="*/ 153814 h 360983"/>
              <a:gd name="connsiteX8" fmla="*/ 292334 w 685240"/>
              <a:gd name="connsiteY8" fmla="*/ 118096 h 360983"/>
              <a:gd name="connsiteX9" fmla="*/ 256616 w 685240"/>
              <a:gd name="connsiteY9" fmla="*/ 79995 h 360983"/>
              <a:gd name="connsiteX10" fmla="*/ 189941 w 685240"/>
              <a:gd name="connsiteY10" fmla="*/ 91902 h 360983"/>
              <a:gd name="connsiteX11" fmla="*/ 244709 w 685240"/>
              <a:gd name="connsiteY11" fmla="*/ 208583 h 360983"/>
              <a:gd name="connsiteX12" fmla="*/ 158985 w 685240"/>
              <a:gd name="connsiteY12" fmla="*/ 189533 h 360983"/>
              <a:gd name="connsiteX13" fmla="*/ 137553 w 685240"/>
              <a:gd name="connsiteY13" fmla="*/ 137146 h 360983"/>
              <a:gd name="connsiteX14" fmla="*/ 61493 w 685240"/>
              <a:gd name="connsiteY14" fmla="*/ 166842 h 360983"/>
              <a:gd name="connsiteX15" fmla="*/ 0 w 685240"/>
              <a:gd name="connsiteY15" fmla="*/ 147792 h 360983"/>
              <a:gd name="connsiteX16" fmla="*/ 123825 w 685240"/>
              <a:gd name="connsiteY16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423303 w 685240"/>
              <a:gd name="connsiteY2" fmla="*/ 70470 h 360983"/>
              <a:gd name="connsiteX3" fmla="*/ 685240 w 685240"/>
              <a:gd name="connsiteY3" fmla="*/ 356220 h 360983"/>
              <a:gd name="connsiteX4" fmla="*/ 589991 w 685240"/>
              <a:gd name="connsiteY4" fmla="*/ 360983 h 360983"/>
              <a:gd name="connsiteX5" fmla="*/ 649521 w 685240"/>
              <a:gd name="connsiteY5" fmla="*/ 296689 h 360983"/>
              <a:gd name="connsiteX6" fmla="*/ 578084 w 685240"/>
              <a:gd name="connsiteY6" fmla="*/ 268115 h 360983"/>
              <a:gd name="connsiteX7" fmla="*/ 528077 w 685240"/>
              <a:gd name="connsiteY7" fmla="*/ 194295 h 360983"/>
              <a:gd name="connsiteX8" fmla="*/ 413779 w 685240"/>
              <a:gd name="connsiteY8" fmla="*/ 153814 h 360983"/>
              <a:gd name="connsiteX9" fmla="*/ 292334 w 685240"/>
              <a:gd name="connsiteY9" fmla="*/ 118096 h 360983"/>
              <a:gd name="connsiteX10" fmla="*/ 256616 w 685240"/>
              <a:gd name="connsiteY10" fmla="*/ 79995 h 360983"/>
              <a:gd name="connsiteX11" fmla="*/ 189941 w 685240"/>
              <a:gd name="connsiteY11" fmla="*/ 91902 h 360983"/>
              <a:gd name="connsiteX12" fmla="*/ 244709 w 685240"/>
              <a:gd name="connsiteY12" fmla="*/ 208583 h 360983"/>
              <a:gd name="connsiteX13" fmla="*/ 158985 w 685240"/>
              <a:gd name="connsiteY13" fmla="*/ 189533 h 360983"/>
              <a:gd name="connsiteX14" fmla="*/ 137553 w 685240"/>
              <a:gd name="connsiteY14" fmla="*/ 137146 h 360983"/>
              <a:gd name="connsiteX15" fmla="*/ 61493 w 685240"/>
              <a:gd name="connsiteY15" fmla="*/ 166842 h 360983"/>
              <a:gd name="connsiteX16" fmla="*/ 0 w 685240"/>
              <a:gd name="connsiteY16" fmla="*/ 147792 h 360983"/>
              <a:gd name="connsiteX17" fmla="*/ 123825 w 685240"/>
              <a:gd name="connsiteY17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685240 w 685240"/>
              <a:gd name="connsiteY3" fmla="*/ 356220 h 360983"/>
              <a:gd name="connsiteX4" fmla="*/ 589991 w 685240"/>
              <a:gd name="connsiteY4" fmla="*/ 360983 h 360983"/>
              <a:gd name="connsiteX5" fmla="*/ 649521 w 685240"/>
              <a:gd name="connsiteY5" fmla="*/ 296689 h 360983"/>
              <a:gd name="connsiteX6" fmla="*/ 578084 w 685240"/>
              <a:gd name="connsiteY6" fmla="*/ 268115 h 360983"/>
              <a:gd name="connsiteX7" fmla="*/ 528077 w 685240"/>
              <a:gd name="connsiteY7" fmla="*/ 194295 h 360983"/>
              <a:gd name="connsiteX8" fmla="*/ 413779 w 685240"/>
              <a:gd name="connsiteY8" fmla="*/ 153814 h 360983"/>
              <a:gd name="connsiteX9" fmla="*/ 292334 w 685240"/>
              <a:gd name="connsiteY9" fmla="*/ 118096 h 360983"/>
              <a:gd name="connsiteX10" fmla="*/ 256616 w 685240"/>
              <a:gd name="connsiteY10" fmla="*/ 79995 h 360983"/>
              <a:gd name="connsiteX11" fmla="*/ 189941 w 685240"/>
              <a:gd name="connsiteY11" fmla="*/ 91902 h 360983"/>
              <a:gd name="connsiteX12" fmla="*/ 244709 w 685240"/>
              <a:gd name="connsiteY12" fmla="*/ 208583 h 360983"/>
              <a:gd name="connsiteX13" fmla="*/ 158985 w 685240"/>
              <a:gd name="connsiteY13" fmla="*/ 189533 h 360983"/>
              <a:gd name="connsiteX14" fmla="*/ 137553 w 685240"/>
              <a:gd name="connsiteY14" fmla="*/ 137146 h 360983"/>
              <a:gd name="connsiteX15" fmla="*/ 61493 w 685240"/>
              <a:gd name="connsiteY15" fmla="*/ 166842 h 360983"/>
              <a:gd name="connsiteX16" fmla="*/ 0 w 685240"/>
              <a:gd name="connsiteY16" fmla="*/ 147792 h 360983"/>
              <a:gd name="connsiteX17" fmla="*/ 123825 w 685240"/>
              <a:gd name="connsiteY17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578084 w 685240"/>
              <a:gd name="connsiteY3" fmla="*/ 144289 h 360983"/>
              <a:gd name="connsiteX4" fmla="*/ 685240 w 685240"/>
              <a:gd name="connsiteY4" fmla="*/ 356220 h 360983"/>
              <a:gd name="connsiteX5" fmla="*/ 589991 w 685240"/>
              <a:gd name="connsiteY5" fmla="*/ 360983 h 360983"/>
              <a:gd name="connsiteX6" fmla="*/ 649521 w 685240"/>
              <a:gd name="connsiteY6" fmla="*/ 296689 h 360983"/>
              <a:gd name="connsiteX7" fmla="*/ 578084 w 685240"/>
              <a:gd name="connsiteY7" fmla="*/ 268115 h 360983"/>
              <a:gd name="connsiteX8" fmla="*/ 528077 w 685240"/>
              <a:gd name="connsiteY8" fmla="*/ 194295 h 360983"/>
              <a:gd name="connsiteX9" fmla="*/ 413779 w 685240"/>
              <a:gd name="connsiteY9" fmla="*/ 153814 h 360983"/>
              <a:gd name="connsiteX10" fmla="*/ 292334 w 685240"/>
              <a:gd name="connsiteY10" fmla="*/ 118096 h 360983"/>
              <a:gd name="connsiteX11" fmla="*/ 256616 w 685240"/>
              <a:gd name="connsiteY11" fmla="*/ 79995 h 360983"/>
              <a:gd name="connsiteX12" fmla="*/ 189941 w 685240"/>
              <a:gd name="connsiteY12" fmla="*/ 91902 h 360983"/>
              <a:gd name="connsiteX13" fmla="*/ 244709 w 685240"/>
              <a:gd name="connsiteY13" fmla="*/ 208583 h 360983"/>
              <a:gd name="connsiteX14" fmla="*/ 158985 w 685240"/>
              <a:gd name="connsiteY14" fmla="*/ 189533 h 360983"/>
              <a:gd name="connsiteX15" fmla="*/ 137553 w 685240"/>
              <a:gd name="connsiteY15" fmla="*/ 137146 h 360983"/>
              <a:gd name="connsiteX16" fmla="*/ 61493 w 685240"/>
              <a:gd name="connsiteY16" fmla="*/ 166842 h 360983"/>
              <a:gd name="connsiteX17" fmla="*/ 0 w 685240"/>
              <a:gd name="connsiteY17" fmla="*/ 147792 h 360983"/>
              <a:gd name="connsiteX18" fmla="*/ 123825 w 685240"/>
              <a:gd name="connsiteY18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623328 w 685240"/>
              <a:gd name="connsiteY3" fmla="*/ 79995 h 360983"/>
              <a:gd name="connsiteX4" fmla="*/ 685240 w 685240"/>
              <a:gd name="connsiteY4" fmla="*/ 356220 h 360983"/>
              <a:gd name="connsiteX5" fmla="*/ 589991 w 685240"/>
              <a:gd name="connsiteY5" fmla="*/ 360983 h 360983"/>
              <a:gd name="connsiteX6" fmla="*/ 649521 w 685240"/>
              <a:gd name="connsiteY6" fmla="*/ 296689 h 360983"/>
              <a:gd name="connsiteX7" fmla="*/ 578084 w 685240"/>
              <a:gd name="connsiteY7" fmla="*/ 268115 h 360983"/>
              <a:gd name="connsiteX8" fmla="*/ 528077 w 685240"/>
              <a:gd name="connsiteY8" fmla="*/ 194295 h 360983"/>
              <a:gd name="connsiteX9" fmla="*/ 413779 w 685240"/>
              <a:gd name="connsiteY9" fmla="*/ 153814 h 360983"/>
              <a:gd name="connsiteX10" fmla="*/ 292334 w 685240"/>
              <a:gd name="connsiteY10" fmla="*/ 118096 h 360983"/>
              <a:gd name="connsiteX11" fmla="*/ 256616 w 685240"/>
              <a:gd name="connsiteY11" fmla="*/ 79995 h 360983"/>
              <a:gd name="connsiteX12" fmla="*/ 189941 w 685240"/>
              <a:gd name="connsiteY12" fmla="*/ 91902 h 360983"/>
              <a:gd name="connsiteX13" fmla="*/ 244709 w 685240"/>
              <a:gd name="connsiteY13" fmla="*/ 208583 h 360983"/>
              <a:gd name="connsiteX14" fmla="*/ 158985 w 685240"/>
              <a:gd name="connsiteY14" fmla="*/ 189533 h 360983"/>
              <a:gd name="connsiteX15" fmla="*/ 137553 w 685240"/>
              <a:gd name="connsiteY15" fmla="*/ 137146 h 360983"/>
              <a:gd name="connsiteX16" fmla="*/ 61493 w 685240"/>
              <a:gd name="connsiteY16" fmla="*/ 166842 h 360983"/>
              <a:gd name="connsiteX17" fmla="*/ 0 w 685240"/>
              <a:gd name="connsiteY17" fmla="*/ 147792 h 360983"/>
              <a:gd name="connsiteX18" fmla="*/ 123825 w 685240"/>
              <a:gd name="connsiteY18" fmla="*/ 35718 h 360983"/>
              <a:gd name="connsiteX0" fmla="*/ 123825 w 685240"/>
              <a:gd name="connsiteY0" fmla="*/ 35718 h 360983"/>
              <a:gd name="connsiteX1" fmla="*/ 361530 w 685240"/>
              <a:gd name="connsiteY1" fmla="*/ 0 h 360983"/>
              <a:gd name="connsiteX2" fmla="*/ 551891 w 685240"/>
              <a:gd name="connsiteY2" fmla="*/ 91901 h 360983"/>
              <a:gd name="connsiteX3" fmla="*/ 623328 w 685240"/>
              <a:gd name="connsiteY3" fmla="*/ 79995 h 360983"/>
              <a:gd name="connsiteX4" fmla="*/ 635234 w 685240"/>
              <a:gd name="connsiteY4" fmla="*/ 137145 h 360983"/>
              <a:gd name="connsiteX5" fmla="*/ 685240 w 685240"/>
              <a:gd name="connsiteY5" fmla="*/ 356220 h 360983"/>
              <a:gd name="connsiteX6" fmla="*/ 589991 w 685240"/>
              <a:gd name="connsiteY6" fmla="*/ 360983 h 360983"/>
              <a:gd name="connsiteX7" fmla="*/ 649521 w 685240"/>
              <a:gd name="connsiteY7" fmla="*/ 296689 h 360983"/>
              <a:gd name="connsiteX8" fmla="*/ 578084 w 685240"/>
              <a:gd name="connsiteY8" fmla="*/ 268115 h 360983"/>
              <a:gd name="connsiteX9" fmla="*/ 528077 w 685240"/>
              <a:gd name="connsiteY9" fmla="*/ 194295 h 360983"/>
              <a:gd name="connsiteX10" fmla="*/ 413779 w 685240"/>
              <a:gd name="connsiteY10" fmla="*/ 153814 h 360983"/>
              <a:gd name="connsiteX11" fmla="*/ 292334 w 685240"/>
              <a:gd name="connsiteY11" fmla="*/ 118096 h 360983"/>
              <a:gd name="connsiteX12" fmla="*/ 256616 w 685240"/>
              <a:gd name="connsiteY12" fmla="*/ 79995 h 360983"/>
              <a:gd name="connsiteX13" fmla="*/ 189941 w 685240"/>
              <a:gd name="connsiteY13" fmla="*/ 91902 h 360983"/>
              <a:gd name="connsiteX14" fmla="*/ 244709 w 685240"/>
              <a:gd name="connsiteY14" fmla="*/ 208583 h 360983"/>
              <a:gd name="connsiteX15" fmla="*/ 158985 w 685240"/>
              <a:gd name="connsiteY15" fmla="*/ 189533 h 360983"/>
              <a:gd name="connsiteX16" fmla="*/ 137553 w 685240"/>
              <a:gd name="connsiteY16" fmla="*/ 137146 h 360983"/>
              <a:gd name="connsiteX17" fmla="*/ 61493 w 685240"/>
              <a:gd name="connsiteY17" fmla="*/ 166842 h 360983"/>
              <a:gd name="connsiteX18" fmla="*/ 0 w 685240"/>
              <a:gd name="connsiteY18" fmla="*/ 147792 h 360983"/>
              <a:gd name="connsiteX19" fmla="*/ 123825 w 685240"/>
              <a:gd name="connsiteY19" fmla="*/ 35718 h 360983"/>
              <a:gd name="connsiteX0" fmla="*/ 123825 w 742391"/>
              <a:gd name="connsiteY0" fmla="*/ 35718 h 360983"/>
              <a:gd name="connsiteX1" fmla="*/ 361530 w 742391"/>
              <a:gd name="connsiteY1" fmla="*/ 0 h 360983"/>
              <a:gd name="connsiteX2" fmla="*/ 551891 w 742391"/>
              <a:gd name="connsiteY2" fmla="*/ 91901 h 360983"/>
              <a:gd name="connsiteX3" fmla="*/ 623328 w 742391"/>
              <a:gd name="connsiteY3" fmla="*/ 79995 h 360983"/>
              <a:gd name="connsiteX4" fmla="*/ 742391 w 742391"/>
              <a:gd name="connsiteY4" fmla="*/ 206202 h 360983"/>
              <a:gd name="connsiteX5" fmla="*/ 685240 w 742391"/>
              <a:gd name="connsiteY5" fmla="*/ 356220 h 360983"/>
              <a:gd name="connsiteX6" fmla="*/ 589991 w 742391"/>
              <a:gd name="connsiteY6" fmla="*/ 360983 h 360983"/>
              <a:gd name="connsiteX7" fmla="*/ 649521 w 742391"/>
              <a:gd name="connsiteY7" fmla="*/ 296689 h 360983"/>
              <a:gd name="connsiteX8" fmla="*/ 578084 w 742391"/>
              <a:gd name="connsiteY8" fmla="*/ 268115 h 360983"/>
              <a:gd name="connsiteX9" fmla="*/ 528077 w 742391"/>
              <a:gd name="connsiteY9" fmla="*/ 194295 h 360983"/>
              <a:gd name="connsiteX10" fmla="*/ 413779 w 742391"/>
              <a:gd name="connsiteY10" fmla="*/ 153814 h 360983"/>
              <a:gd name="connsiteX11" fmla="*/ 292334 w 742391"/>
              <a:gd name="connsiteY11" fmla="*/ 118096 h 360983"/>
              <a:gd name="connsiteX12" fmla="*/ 256616 w 742391"/>
              <a:gd name="connsiteY12" fmla="*/ 79995 h 360983"/>
              <a:gd name="connsiteX13" fmla="*/ 189941 w 742391"/>
              <a:gd name="connsiteY13" fmla="*/ 91902 h 360983"/>
              <a:gd name="connsiteX14" fmla="*/ 244709 w 742391"/>
              <a:gd name="connsiteY14" fmla="*/ 208583 h 360983"/>
              <a:gd name="connsiteX15" fmla="*/ 158985 w 742391"/>
              <a:gd name="connsiteY15" fmla="*/ 189533 h 360983"/>
              <a:gd name="connsiteX16" fmla="*/ 137553 w 742391"/>
              <a:gd name="connsiteY16" fmla="*/ 137146 h 360983"/>
              <a:gd name="connsiteX17" fmla="*/ 61493 w 742391"/>
              <a:gd name="connsiteY17" fmla="*/ 166842 h 360983"/>
              <a:gd name="connsiteX18" fmla="*/ 0 w 742391"/>
              <a:gd name="connsiteY18" fmla="*/ 147792 h 360983"/>
              <a:gd name="connsiteX19" fmla="*/ 123825 w 742391"/>
              <a:gd name="connsiteY19" fmla="*/ 35718 h 360983"/>
              <a:gd name="connsiteX0" fmla="*/ 123825 w 742391"/>
              <a:gd name="connsiteY0" fmla="*/ 35718 h 360983"/>
              <a:gd name="connsiteX1" fmla="*/ 361530 w 742391"/>
              <a:gd name="connsiteY1" fmla="*/ 0 h 360983"/>
              <a:gd name="connsiteX2" fmla="*/ 551891 w 742391"/>
              <a:gd name="connsiteY2" fmla="*/ 91901 h 360983"/>
              <a:gd name="connsiteX3" fmla="*/ 623328 w 742391"/>
              <a:gd name="connsiteY3" fmla="*/ 79995 h 360983"/>
              <a:gd name="connsiteX4" fmla="*/ 742391 w 742391"/>
              <a:gd name="connsiteY4" fmla="*/ 206202 h 360983"/>
              <a:gd name="connsiteX5" fmla="*/ 728103 w 742391"/>
              <a:gd name="connsiteY5" fmla="*/ 227633 h 360983"/>
              <a:gd name="connsiteX6" fmla="*/ 685240 w 742391"/>
              <a:gd name="connsiteY6" fmla="*/ 356220 h 360983"/>
              <a:gd name="connsiteX7" fmla="*/ 589991 w 742391"/>
              <a:gd name="connsiteY7" fmla="*/ 360983 h 360983"/>
              <a:gd name="connsiteX8" fmla="*/ 649521 w 742391"/>
              <a:gd name="connsiteY8" fmla="*/ 296689 h 360983"/>
              <a:gd name="connsiteX9" fmla="*/ 578084 w 742391"/>
              <a:gd name="connsiteY9" fmla="*/ 268115 h 360983"/>
              <a:gd name="connsiteX10" fmla="*/ 528077 w 742391"/>
              <a:gd name="connsiteY10" fmla="*/ 194295 h 360983"/>
              <a:gd name="connsiteX11" fmla="*/ 413779 w 742391"/>
              <a:gd name="connsiteY11" fmla="*/ 153814 h 360983"/>
              <a:gd name="connsiteX12" fmla="*/ 292334 w 742391"/>
              <a:gd name="connsiteY12" fmla="*/ 118096 h 360983"/>
              <a:gd name="connsiteX13" fmla="*/ 256616 w 742391"/>
              <a:gd name="connsiteY13" fmla="*/ 79995 h 360983"/>
              <a:gd name="connsiteX14" fmla="*/ 189941 w 742391"/>
              <a:gd name="connsiteY14" fmla="*/ 91902 h 360983"/>
              <a:gd name="connsiteX15" fmla="*/ 244709 w 742391"/>
              <a:gd name="connsiteY15" fmla="*/ 208583 h 360983"/>
              <a:gd name="connsiteX16" fmla="*/ 158985 w 742391"/>
              <a:gd name="connsiteY16" fmla="*/ 189533 h 360983"/>
              <a:gd name="connsiteX17" fmla="*/ 137553 w 742391"/>
              <a:gd name="connsiteY17" fmla="*/ 137146 h 360983"/>
              <a:gd name="connsiteX18" fmla="*/ 61493 w 742391"/>
              <a:gd name="connsiteY18" fmla="*/ 166842 h 360983"/>
              <a:gd name="connsiteX19" fmla="*/ 0 w 742391"/>
              <a:gd name="connsiteY19" fmla="*/ 147792 h 360983"/>
              <a:gd name="connsiteX20" fmla="*/ 123825 w 742391"/>
              <a:gd name="connsiteY20" fmla="*/ 35718 h 360983"/>
              <a:gd name="connsiteX0" fmla="*/ 123825 w 863834"/>
              <a:gd name="connsiteY0" fmla="*/ 35718 h 360983"/>
              <a:gd name="connsiteX1" fmla="*/ 361530 w 863834"/>
              <a:gd name="connsiteY1" fmla="*/ 0 h 360983"/>
              <a:gd name="connsiteX2" fmla="*/ 551891 w 863834"/>
              <a:gd name="connsiteY2" fmla="*/ 91901 h 360983"/>
              <a:gd name="connsiteX3" fmla="*/ 623328 w 863834"/>
              <a:gd name="connsiteY3" fmla="*/ 79995 h 360983"/>
              <a:gd name="connsiteX4" fmla="*/ 742391 w 863834"/>
              <a:gd name="connsiteY4" fmla="*/ 206202 h 360983"/>
              <a:gd name="connsiteX5" fmla="*/ 863834 w 863834"/>
              <a:gd name="connsiteY5" fmla="*/ 270495 h 360983"/>
              <a:gd name="connsiteX6" fmla="*/ 685240 w 863834"/>
              <a:gd name="connsiteY6" fmla="*/ 356220 h 360983"/>
              <a:gd name="connsiteX7" fmla="*/ 589991 w 863834"/>
              <a:gd name="connsiteY7" fmla="*/ 360983 h 360983"/>
              <a:gd name="connsiteX8" fmla="*/ 649521 w 863834"/>
              <a:gd name="connsiteY8" fmla="*/ 296689 h 360983"/>
              <a:gd name="connsiteX9" fmla="*/ 578084 w 863834"/>
              <a:gd name="connsiteY9" fmla="*/ 268115 h 360983"/>
              <a:gd name="connsiteX10" fmla="*/ 528077 w 863834"/>
              <a:gd name="connsiteY10" fmla="*/ 194295 h 360983"/>
              <a:gd name="connsiteX11" fmla="*/ 413779 w 863834"/>
              <a:gd name="connsiteY11" fmla="*/ 153814 h 360983"/>
              <a:gd name="connsiteX12" fmla="*/ 292334 w 863834"/>
              <a:gd name="connsiteY12" fmla="*/ 118096 h 360983"/>
              <a:gd name="connsiteX13" fmla="*/ 256616 w 863834"/>
              <a:gd name="connsiteY13" fmla="*/ 79995 h 360983"/>
              <a:gd name="connsiteX14" fmla="*/ 189941 w 863834"/>
              <a:gd name="connsiteY14" fmla="*/ 91902 h 360983"/>
              <a:gd name="connsiteX15" fmla="*/ 244709 w 863834"/>
              <a:gd name="connsiteY15" fmla="*/ 208583 h 360983"/>
              <a:gd name="connsiteX16" fmla="*/ 158985 w 863834"/>
              <a:gd name="connsiteY16" fmla="*/ 189533 h 360983"/>
              <a:gd name="connsiteX17" fmla="*/ 137553 w 863834"/>
              <a:gd name="connsiteY17" fmla="*/ 137146 h 360983"/>
              <a:gd name="connsiteX18" fmla="*/ 61493 w 863834"/>
              <a:gd name="connsiteY18" fmla="*/ 166842 h 360983"/>
              <a:gd name="connsiteX19" fmla="*/ 0 w 863834"/>
              <a:gd name="connsiteY19" fmla="*/ 147792 h 360983"/>
              <a:gd name="connsiteX20" fmla="*/ 123825 w 863834"/>
              <a:gd name="connsiteY20" fmla="*/ 35718 h 360983"/>
              <a:gd name="connsiteX0" fmla="*/ 123825 w 863834"/>
              <a:gd name="connsiteY0" fmla="*/ 35718 h 360983"/>
              <a:gd name="connsiteX1" fmla="*/ 361530 w 863834"/>
              <a:gd name="connsiteY1" fmla="*/ 0 h 360983"/>
              <a:gd name="connsiteX2" fmla="*/ 551891 w 863834"/>
              <a:gd name="connsiteY2" fmla="*/ 91901 h 360983"/>
              <a:gd name="connsiteX3" fmla="*/ 623328 w 863834"/>
              <a:gd name="connsiteY3" fmla="*/ 79995 h 360983"/>
              <a:gd name="connsiteX4" fmla="*/ 742391 w 863834"/>
              <a:gd name="connsiteY4" fmla="*/ 206202 h 360983"/>
              <a:gd name="connsiteX5" fmla="*/ 863834 w 863834"/>
              <a:gd name="connsiteY5" fmla="*/ 270495 h 360983"/>
              <a:gd name="connsiteX6" fmla="*/ 832877 w 863834"/>
              <a:gd name="connsiteY6" fmla="*/ 282402 h 360983"/>
              <a:gd name="connsiteX7" fmla="*/ 685240 w 863834"/>
              <a:gd name="connsiteY7" fmla="*/ 356220 h 360983"/>
              <a:gd name="connsiteX8" fmla="*/ 589991 w 863834"/>
              <a:gd name="connsiteY8" fmla="*/ 360983 h 360983"/>
              <a:gd name="connsiteX9" fmla="*/ 649521 w 863834"/>
              <a:gd name="connsiteY9" fmla="*/ 296689 h 360983"/>
              <a:gd name="connsiteX10" fmla="*/ 578084 w 863834"/>
              <a:gd name="connsiteY10" fmla="*/ 268115 h 360983"/>
              <a:gd name="connsiteX11" fmla="*/ 528077 w 863834"/>
              <a:gd name="connsiteY11" fmla="*/ 194295 h 360983"/>
              <a:gd name="connsiteX12" fmla="*/ 413779 w 863834"/>
              <a:gd name="connsiteY12" fmla="*/ 153814 h 360983"/>
              <a:gd name="connsiteX13" fmla="*/ 292334 w 863834"/>
              <a:gd name="connsiteY13" fmla="*/ 118096 h 360983"/>
              <a:gd name="connsiteX14" fmla="*/ 256616 w 863834"/>
              <a:gd name="connsiteY14" fmla="*/ 79995 h 360983"/>
              <a:gd name="connsiteX15" fmla="*/ 189941 w 863834"/>
              <a:gd name="connsiteY15" fmla="*/ 91902 h 360983"/>
              <a:gd name="connsiteX16" fmla="*/ 244709 w 863834"/>
              <a:gd name="connsiteY16" fmla="*/ 208583 h 360983"/>
              <a:gd name="connsiteX17" fmla="*/ 158985 w 863834"/>
              <a:gd name="connsiteY17" fmla="*/ 189533 h 360983"/>
              <a:gd name="connsiteX18" fmla="*/ 137553 w 863834"/>
              <a:gd name="connsiteY18" fmla="*/ 137146 h 360983"/>
              <a:gd name="connsiteX19" fmla="*/ 61493 w 863834"/>
              <a:gd name="connsiteY19" fmla="*/ 166842 h 360983"/>
              <a:gd name="connsiteX20" fmla="*/ 0 w 863834"/>
              <a:gd name="connsiteY20" fmla="*/ 147792 h 360983"/>
              <a:gd name="connsiteX21" fmla="*/ 123825 w 863834"/>
              <a:gd name="connsiteY21" fmla="*/ 35718 h 360983"/>
              <a:gd name="connsiteX0" fmla="*/ 123825 w 935270"/>
              <a:gd name="connsiteY0" fmla="*/ 35718 h 360983"/>
              <a:gd name="connsiteX1" fmla="*/ 361530 w 935270"/>
              <a:gd name="connsiteY1" fmla="*/ 0 h 360983"/>
              <a:gd name="connsiteX2" fmla="*/ 551891 w 935270"/>
              <a:gd name="connsiteY2" fmla="*/ 91901 h 360983"/>
              <a:gd name="connsiteX3" fmla="*/ 623328 w 935270"/>
              <a:gd name="connsiteY3" fmla="*/ 79995 h 360983"/>
              <a:gd name="connsiteX4" fmla="*/ 742391 w 935270"/>
              <a:gd name="connsiteY4" fmla="*/ 206202 h 360983"/>
              <a:gd name="connsiteX5" fmla="*/ 863834 w 935270"/>
              <a:gd name="connsiteY5" fmla="*/ 270495 h 360983"/>
              <a:gd name="connsiteX6" fmla="*/ 935270 w 935270"/>
              <a:gd name="connsiteY6" fmla="*/ 330027 h 360983"/>
              <a:gd name="connsiteX7" fmla="*/ 685240 w 935270"/>
              <a:gd name="connsiteY7" fmla="*/ 356220 h 360983"/>
              <a:gd name="connsiteX8" fmla="*/ 589991 w 935270"/>
              <a:gd name="connsiteY8" fmla="*/ 360983 h 360983"/>
              <a:gd name="connsiteX9" fmla="*/ 649521 w 935270"/>
              <a:gd name="connsiteY9" fmla="*/ 296689 h 360983"/>
              <a:gd name="connsiteX10" fmla="*/ 578084 w 935270"/>
              <a:gd name="connsiteY10" fmla="*/ 268115 h 360983"/>
              <a:gd name="connsiteX11" fmla="*/ 528077 w 935270"/>
              <a:gd name="connsiteY11" fmla="*/ 194295 h 360983"/>
              <a:gd name="connsiteX12" fmla="*/ 413779 w 935270"/>
              <a:gd name="connsiteY12" fmla="*/ 153814 h 360983"/>
              <a:gd name="connsiteX13" fmla="*/ 292334 w 935270"/>
              <a:gd name="connsiteY13" fmla="*/ 118096 h 360983"/>
              <a:gd name="connsiteX14" fmla="*/ 256616 w 935270"/>
              <a:gd name="connsiteY14" fmla="*/ 79995 h 360983"/>
              <a:gd name="connsiteX15" fmla="*/ 189941 w 935270"/>
              <a:gd name="connsiteY15" fmla="*/ 91902 h 360983"/>
              <a:gd name="connsiteX16" fmla="*/ 244709 w 935270"/>
              <a:gd name="connsiteY16" fmla="*/ 208583 h 360983"/>
              <a:gd name="connsiteX17" fmla="*/ 158985 w 935270"/>
              <a:gd name="connsiteY17" fmla="*/ 189533 h 360983"/>
              <a:gd name="connsiteX18" fmla="*/ 137553 w 935270"/>
              <a:gd name="connsiteY18" fmla="*/ 137146 h 360983"/>
              <a:gd name="connsiteX19" fmla="*/ 61493 w 935270"/>
              <a:gd name="connsiteY19" fmla="*/ 166842 h 360983"/>
              <a:gd name="connsiteX20" fmla="*/ 0 w 935270"/>
              <a:gd name="connsiteY20" fmla="*/ 147792 h 360983"/>
              <a:gd name="connsiteX21" fmla="*/ 123825 w 935270"/>
              <a:gd name="connsiteY21" fmla="*/ 35718 h 360983"/>
              <a:gd name="connsiteX0" fmla="*/ 188539 w 999984"/>
              <a:gd name="connsiteY0" fmla="*/ 35718 h 360983"/>
              <a:gd name="connsiteX1" fmla="*/ 426244 w 999984"/>
              <a:gd name="connsiteY1" fmla="*/ 0 h 360983"/>
              <a:gd name="connsiteX2" fmla="*/ 616605 w 999984"/>
              <a:gd name="connsiteY2" fmla="*/ 91901 h 360983"/>
              <a:gd name="connsiteX3" fmla="*/ 688042 w 999984"/>
              <a:gd name="connsiteY3" fmla="*/ 79995 h 360983"/>
              <a:gd name="connsiteX4" fmla="*/ 807105 w 999984"/>
              <a:gd name="connsiteY4" fmla="*/ 206202 h 360983"/>
              <a:gd name="connsiteX5" fmla="*/ 928548 w 999984"/>
              <a:gd name="connsiteY5" fmla="*/ 270495 h 360983"/>
              <a:gd name="connsiteX6" fmla="*/ 999984 w 999984"/>
              <a:gd name="connsiteY6" fmla="*/ 330027 h 360983"/>
              <a:gd name="connsiteX7" fmla="*/ 749954 w 999984"/>
              <a:gd name="connsiteY7" fmla="*/ 356220 h 360983"/>
              <a:gd name="connsiteX8" fmla="*/ 654705 w 999984"/>
              <a:gd name="connsiteY8" fmla="*/ 360983 h 360983"/>
              <a:gd name="connsiteX9" fmla="*/ 714235 w 999984"/>
              <a:gd name="connsiteY9" fmla="*/ 296689 h 360983"/>
              <a:gd name="connsiteX10" fmla="*/ 642798 w 999984"/>
              <a:gd name="connsiteY10" fmla="*/ 268115 h 360983"/>
              <a:gd name="connsiteX11" fmla="*/ 592791 w 999984"/>
              <a:gd name="connsiteY11" fmla="*/ 194295 h 360983"/>
              <a:gd name="connsiteX12" fmla="*/ 478493 w 999984"/>
              <a:gd name="connsiteY12" fmla="*/ 153814 h 360983"/>
              <a:gd name="connsiteX13" fmla="*/ 357048 w 999984"/>
              <a:gd name="connsiteY13" fmla="*/ 118096 h 360983"/>
              <a:gd name="connsiteX14" fmla="*/ 321330 w 999984"/>
              <a:gd name="connsiteY14" fmla="*/ 79995 h 360983"/>
              <a:gd name="connsiteX15" fmla="*/ 254655 w 999984"/>
              <a:gd name="connsiteY15" fmla="*/ 91902 h 360983"/>
              <a:gd name="connsiteX16" fmla="*/ 309423 w 999984"/>
              <a:gd name="connsiteY16" fmla="*/ 208583 h 360983"/>
              <a:gd name="connsiteX17" fmla="*/ 223699 w 999984"/>
              <a:gd name="connsiteY17" fmla="*/ 189533 h 360983"/>
              <a:gd name="connsiteX18" fmla="*/ 202267 w 999984"/>
              <a:gd name="connsiteY18" fmla="*/ 137146 h 360983"/>
              <a:gd name="connsiteX19" fmla="*/ 0 w 999984"/>
              <a:gd name="connsiteY19" fmla="*/ 350198 h 360983"/>
              <a:gd name="connsiteX20" fmla="*/ 64714 w 999984"/>
              <a:gd name="connsiteY20" fmla="*/ 147792 h 360983"/>
              <a:gd name="connsiteX21" fmla="*/ 188539 w 999984"/>
              <a:gd name="connsiteY21" fmla="*/ 35718 h 360983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21330 w 999984"/>
              <a:gd name="connsiteY14" fmla="*/ 79995 h 389558"/>
              <a:gd name="connsiteX15" fmla="*/ 254655 w 999984"/>
              <a:gd name="connsiteY15" fmla="*/ 91902 h 389558"/>
              <a:gd name="connsiteX16" fmla="*/ 309423 w 999984"/>
              <a:gd name="connsiteY16" fmla="*/ 208583 h 389558"/>
              <a:gd name="connsiteX17" fmla="*/ 223699 w 999984"/>
              <a:gd name="connsiteY17" fmla="*/ 189533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21330 w 999984"/>
              <a:gd name="connsiteY14" fmla="*/ 79995 h 389558"/>
              <a:gd name="connsiteX15" fmla="*/ 254655 w 999984"/>
              <a:gd name="connsiteY15" fmla="*/ 91902 h 389558"/>
              <a:gd name="connsiteX16" fmla="*/ 309423 w 999984"/>
              <a:gd name="connsiteY16" fmla="*/ 208583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21330 w 999984"/>
              <a:gd name="connsiteY14" fmla="*/ 79995 h 389558"/>
              <a:gd name="connsiteX15" fmla="*/ 254655 w 999984"/>
              <a:gd name="connsiteY15" fmla="*/ 91902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21330 w 999984"/>
              <a:gd name="connsiteY14" fmla="*/ 79995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57048 w 999984"/>
              <a:gd name="connsiteY13" fmla="*/ 118096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478493 w 999984"/>
              <a:gd name="connsiteY12" fmla="*/ 153814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592791 w 999984"/>
              <a:gd name="connsiteY11" fmla="*/ 194295 h 389558"/>
              <a:gd name="connsiteX12" fmla="*/ 295136 w 999984"/>
              <a:gd name="connsiteY12" fmla="*/ 213345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642798 w 999984"/>
              <a:gd name="connsiteY10" fmla="*/ 268115 h 389558"/>
              <a:gd name="connsiteX11" fmla="*/ 211791 w 999984"/>
              <a:gd name="connsiteY11" fmla="*/ 196677 h 389558"/>
              <a:gd name="connsiteX12" fmla="*/ 295136 w 999984"/>
              <a:gd name="connsiteY12" fmla="*/ 213345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714235 w 999984"/>
              <a:gd name="connsiteY9" fmla="*/ 296689 h 389558"/>
              <a:gd name="connsiteX10" fmla="*/ 192741 w 999984"/>
              <a:gd name="connsiteY10" fmla="*/ 146671 h 389558"/>
              <a:gd name="connsiteX11" fmla="*/ 211791 w 999984"/>
              <a:gd name="connsiteY11" fmla="*/ 196677 h 389558"/>
              <a:gd name="connsiteX12" fmla="*/ 295136 w 999984"/>
              <a:gd name="connsiteY12" fmla="*/ 213345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430867 w 999984"/>
              <a:gd name="connsiteY9" fmla="*/ 75233 h 389558"/>
              <a:gd name="connsiteX10" fmla="*/ 192741 w 999984"/>
              <a:gd name="connsiteY10" fmla="*/ 146671 h 389558"/>
              <a:gd name="connsiteX11" fmla="*/ 211791 w 999984"/>
              <a:gd name="connsiteY11" fmla="*/ 196677 h 389558"/>
              <a:gd name="connsiteX12" fmla="*/ 295136 w 999984"/>
              <a:gd name="connsiteY12" fmla="*/ 213345 h 389558"/>
              <a:gd name="connsiteX13" fmla="*/ 340379 w 999984"/>
              <a:gd name="connsiteY13" fmla="*/ 280021 h 389558"/>
              <a:gd name="connsiteX14" fmla="*/ 307043 w 999984"/>
              <a:gd name="connsiteY14" fmla="*/ 325264 h 389558"/>
              <a:gd name="connsiteX15" fmla="*/ 257036 w 999984"/>
              <a:gd name="connsiteY15" fmla="*/ 296690 h 389558"/>
              <a:gd name="connsiteX16" fmla="*/ 192741 w 999984"/>
              <a:gd name="connsiteY16" fmla="*/ 308595 h 389558"/>
              <a:gd name="connsiteX17" fmla="*/ 90349 w 999984"/>
              <a:gd name="connsiteY17" fmla="*/ 313358 h 389558"/>
              <a:gd name="connsiteX18" fmla="*/ 42724 w 999984"/>
              <a:gd name="connsiteY18" fmla="*/ 389558 h 389558"/>
              <a:gd name="connsiteX19" fmla="*/ 0 w 999984"/>
              <a:gd name="connsiteY19" fmla="*/ 350198 h 389558"/>
              <a:gd name="connsiteX20" fmla="*/ 64714 w 999984"/>
              <a:gd name="connsiteY20" fmla="*/ 147792 h 389558"/>
              <a:gd name="connsiteX21" fmla="*/ 188539 w 999984"/>
              <a:gd name="connsiteY21" fmla="*/ 35718 h 389558"/>
              <a:gd name="connsiteX0" fmla="*/ 188539 w 999984"/>
              <a:gd name="connsiteY0" fmla="*/ 35718 h 389558"/>
              <a:gd name="connsiteX1" fmla="*/ 426244 w 999984"/>
              <a:gd name="connsiteY1" fmla="*/ 0 h 389558"/>
              <a:gd name="connsiteX2" fmla="*/ 616605 w 999984"/>
              <a:gd name="connsiteY2" fmla="*/ 91901 h 389558"/>
              <a:gd name="connsiteX3" fmla="*/ 688042 w 999984"/>
              <a:gd name="connsiteY3" fmla="*/ 79995 h 389558"/>
              <a:gd name="connsiteX4" fmla="*/ 807105 w 999984"/>
              <a:gd name="connsiteY4" fmla="*/ 206202 h 389558"/>
              <a:gd name="connsiteX5" fmla="*/ 928548 w 999984"/>
              <a:gd name="connsiteY5" fmla="*/ 270495 h 389558"/>
              <a:gd name="connsiteX6" fmla="*/ 999984 w 999984"/>
              <a:gd name="connsiteY6" fmla="*/ 330027 h 389558"/>
              <a:gd name="connsiteX7" fmla="*/ 749954 w 999984"/>
              <a:gd name="connsiteY7" fmla="*/ 356220 h 389558"/>
              <a:gd name="connsiteX8" fmla="*/ 654705 w 999984"/>
              <a:gd name="connsiteY8" fmla="*/ 360983 h 389558"/>
              <a:gd name="connsiteX9" fmla="*/ 192741 w 999984"/>
              <a:gd name="connsiteY9" fmla="*/ 146671 h 389558"/>
              <a:gd name="connsiteX10" fmla="*/ 211791 w 999984"/>
              <a:gd name="connsiteY10" fmla="*/ 196677 h 389558"/>
              <a:gd name="connsiteX11" fmla="*/ 295136 w 999984"/>
              <a:gd name="connsiteY11" fmla="*/ 213345 h 389558"/>
              <a:gd name="connsiteX12" fmla="*/ 340379 w 999984"/>
              <a:gd name="connsiteY12" fmla="*/ 280021 h 389558"/>
              <a:gd name="connsiteX13" fmla="*/ 307043 w 999984"/>
              <a:gd name="connsiteY13" fmla="*/ 325264 h 389558"/>
              <a:gd name="connsiteX14" fmla="*/ 257036 w 999984"/>
              <a:gd name="connsiteY14" fmla="*/ 296690 h 389558"/>
              <a:gd name="connsiteX15" fmla="*/ 192741 w 999984"/>
              <a:gd name="connsiteY15" fmla="*/ 308595 h 389558"/>
              <a:gd name="connsiteX16" fmla="*/ 90349 w 999984"/>
              <a:gd name="connsiteY16" fmla="*/ 313358 h 389558"/>
              <a:gd name="connsiteX17" fmla="*/ 42724 w 999984"/>
              <a:gd name="connsiteY17" fmla="*/ 389558 h 389558"/>
              <a:gd name="connsiteX18" fmla="*/ 0 w 999984"/>
              <a:gd name="connsiteY18" fmla="*/ 350198 h 389558"/>
              <a:gd name="connsiteX19" fmla="*/ 64714 w 999984"/>
              <a:gd name="connsiteY19" fmla="*/ 147792 h 389558"/>
              <a:gd name="connsiteX20" fmla="*/ 188539 w 999984"/>
              <a:gd name="connsiteY20" fmla="*/ 35718 h 389558"/>
              <a:gd name="connsiteX0" fmla="*/ 188539 w 999984"/>
              <a:gd name="connsiteY0" fmla="*/ 0 h 353840"/>
              <a:gd name="connsiteX1" fmla="*/ 616605 w 999984"/>
              <a:gd name="connsiteY1" fmla="*/ 56183 h 353840"/>
              <a:gd name="connsiteX2" fmla="*/ 688042 w 999984"/>
              <a:gd name="connsiteY2" fmla="*/ 44277 h 353840"/>
              <a:gd name="connsiteX3" fmla="*/ 807105 w 999984"/>
              <a:gd name="connsiteY3" fmla="*/ 170484 h 353840"/>
              <a:gd name="connsiteX4" fmla="*/ 928548 w 999984"/>
              <a:gd name="connsiteY4" fmla="*/ 234777 h 353840"/>
              <a:gd name="connsiteX5" fmla="*/ 999984 w 999984"/>
              <a:gd name="connsiteY5" fmla="*/ 294309 h 353840"/>
              <a:gd name="connsiteX6" fmla="*/ 749954 w 999984"/>
              <a:gd name="connsiteY6" fmla="*/ 320502 h 353840"/>
              <a:gd name="connsiteX7" fmla="*/ 654705 w 999984"/>
              <a:gd name="connsiteY7" fmla="*/ 325265 h 353840"/>
              <a:gd name="connsiteX8" fmla="*/ 192741 w 999984"/>
              <a:gd name="connsiteY8" fmla="*/ 110953 h 353840"/>
              <a:gd name="connsiteX9" fmla="*/ 211791 w 999984"/>
              <a:gd name="connsiteY9" fmla="*/ 160959 h 353840"/>
              <a:gd name="connsiteX10" fmla="*/ 295136 w 999984"/>
              <a:gd name="connsiteY10" fmla="*/ 177627 h 353840"/>
              <a:gd name="connsiteX11" fmla="*/ 340379 w 999984"/>
              <a:gd name="connsiteY11" fmla="*/ 244303 h 353840"/>
              <a:gd name="connsiteX12" fmla="*/ 307043 w 999984"/>
              <a:gd name="connsiteY12" fmla="*/ 289546 h 353840"/>
              <a:gd name="connsiteX13" fmla="*/ 257036 w 999984"/>
              <a:gd name="connsiteY13" fmla="*/ 260972 h 353840"/>
              <a:gd name="connsiteX14" fmla="*/ 192741 w 999984"/>
              <a:gd name="connsiteY14" fmla="*/ 272877 h 353840"/>
              <a:gd name="connsiteX15" fmla="*/ 90349 w 999984"/>
              <a:gd name="connsiteY15" fmla="*/ 277640 h 353840"/>
              <a:gd name="connsiteX16" fmla="*/ 42724 w 999984"/>
              <a:gd name="connsiteY16" fmla="*/ 353840 h 353840"/>
              <a:gd name="connsiteX17" fmla="*/ 0 w 999984"/>
              <a:gd name="connsiteY17" fmla="*/ 314480 h 353840"/>
              <a:gd name="connsiteX18" fmla="*/ 64714 w 999984"/>
              <a:gd name="connsiteY18" fmla="*/ 112074 h 353840"/>
              <a:gd name="connsiteX19" fmla="*/ 188539 w 999984"/>
              <a:gd name="connsiteY19" fmla="*/ 0 h 353840"/>
              <a:gd name="connsiteX0" fmla="*/ 64714 w 999984"/>
              <a:gd name="connsiteY0" fmla="*/ 67797 h 309563"/>
              <a:gd name="connsiteX1" fmla="*/ 616605 w 999984"/>
              <a:gd name="connsiteY1" fmla="*/ 11906 h 309563"/>
              <a:gd name="connsiteX2" fmla="*/ 688042 w 999984"/>
              <a:gd name="connsiteY2" fmla="*/ 0 h 309563"/>
              <a:gd name="connsiteX3" fmla="*/ 807105 w 999984"/>
              <a:gd name="connsiteY3" fmla="*/ 126207 h 309563"/>
              <a:gd name="connsiteX4" fmla="*/ 928548 w 999984"/>
              <a:gd name="connsiteY4" fmla="*/ 190500 h 309563"/>
              <a:gd name="connsiteX5" fmla="*/ 999984 w 999984"/>
              <a:gd name="connsiteY5" fmla="*/ 250032 h 309563"/>
              <a:gd name="connsiteX6" fmla="*/ 749954 w 999984"/>
              <a:gd name="connsiteY6" fmla="*/ 276225 h 309563"/>
              <a:gd name="connsiteX7" fmla="*/ 654705 w 999984"/>
              <a:gd name="connsiteY7" fmla="*/ 280988 h 309563"/>
              <a:gd name="connsiteX8" fmla="*/ 192741 w 999984"/>
              <a:gd name="connsiteY8" fmla="*/ 66676 h 309563"/>
              <a:gd name="connsiteX9" fmla="*/ 211791 w 999984"/>
              <a:gd name="connsiteY9" fmla="*/ 116682 h 309563"/>
              <a:gd name="connsiteX10" fmla="*/ 295136 w 999984"/>
              <a:gd name="connsiteY10" fmla="*/ 133350 h 309563"/>
              <a:gd name="connsiteX11" fmla="*/ 340379 w 999984"/>
              <a:gd name="connsiteY11" fmla="*/ 200026 h 309563"/>
              <a:gd name="connsiteX12" fmla="*/ 307043 w 999984"/>
              <a:gd name="connsiteY12" fmla="*/ 245269 h 309563"/>
              <a:gd name="connsiteX13" fmla="*/ 257036 w 999984"/>
              <a:gd name="connsiteY13" fmla="*/ 216695 h 309563"/>
              <a:gd name="connsiteX14" fmla="*/ 192741 w 999984"/>
              <a:gd name="connsiteY14" fmla="*/ 228600 h 309563"/>
              <a:gd name="connsiteX15" fmla="*/ 90349 w 999984"/>
              <a:gd name="connsiteY15" fmla="*/ 233363 h 309563"/>
              <a:gd name="connsiteX16" fmla="*/ 42724 w 999984"/>
              <a:gd name="connsiteY16" fmla="*/ 309563 h 309563"/>
              <a:gd name="connsiteX17" fmla="*/ 0 w 999984"/>
              <a:gd name="connsiteY17" fmla="*/ 270203 h 309563"/>
              <a:gd name="connsiteX18" fmla="*/ 64714 w 999984"/>
              <a:gd name="connsiteY18" fmla="*/ 67797 h 309563"/>
              <a:gd name="connsiteX0" fmla="*/ 64714 w 999984"/>
              <a:gd name="connsiteY0" fmla="*/ 67797 h 309563"/>
              <a:gd name="connsiteX1" fmla="*/ 688042 w 999984"/>
              <a:gd name="connsiteY1" fmla="*/ 0 h 309563"/>
              <a:gd name="connsiteX2" fmla="*/ 807105 w 999984"/>
              <a:gd name="connsiteY2" fmla="*/ 126207 h 309563"/>
              <a:gd name="connsiteX3" fmla="*/ 928548 w 999984"/>
              <a:gd name="connsiteY3" fmla="*/ 190500 h 309563"/>
              <a:gd name="connsiteX4" fmla="*/ 999984 w 999984"/>
              <a:gd name="connsiteY4" fmla="*/ 250032 h 309563"/>
              <a:gd name="connsiteX5" fmla="*/ 749954 w 999984"/>
              <a:gd name="connsiteY5" fmla="*/ 276225 h 309563"/>
              <a:gd name="connsiteX6" fmla="*/ 654705 w 999984"/>
              <a:gd name="connsiteY6" fmla="*/ 280988 h 309563"/>
              <a:gd name="connsiteX7" fmla="*/ 192741 w 999984"/>
              <a:gd name="connsiteY7" fmla="*/ 66676 h 309563"/>
              <a:gd name="connsiteX8" fmla="*/ 211791 w 999984"/>
              <a:gd name="connsiteY8" fmla="*/ 116682 h 309563"/>
              <a:gd name="connsiteX9" fmla="*/ 295136 w 999984"/>
              <a:gd name="connsiteY9" fmla="*/ 133350 h 309563"/>
              <a:gd name="connsiteX10" fmla="*/ 340379 w 999984"/>
              <a:gd name="connsiteY10" fmla="*/ 200026 h 309563"/>
              <a:gd name="connsiteX11" fmla="*/ 307043 w 999984"/>
              <a:gd name="connsiteY11" fmla="*/ 245269 h 309563"/>
              <a:gd name="connsiteX12" fmla="*/ 257036 w 999984"/>
              <a:gd name="connsiteY12" fmla="*/ 216695 h 309563"/>
              <a:gd name="connsiteX13" fmla="*/ 192741 w 999984"/>
              <a:gd name="connsiteY13" fmla="*/ 228600 h 309563"/>
              <a:gd name="connsiteX14" fmla="*/ 90349 w 999984"/>
              <a:gd name="connsiteY14" fmla="*/ 233363 h 309563"/>
              <a:gd name="connsiteX15" fmla="*/ 42724 w 999984"/>
              <a:gd name="connsiteY15" fmla="*/ 309563 h 309563"/>
              <a:gd name="connsiteX16" fmla="*/ 0 w 999984"/>
              <a:gd name="connsiteY16" fmla="*/ 270203 h 309563"/>
              <a:gd name="connsiteX17" fmla="*/ 64714 w 999984"/>
              <a:gd name="connsiteY17" fmla="*/ 67797 h 309563"/>
              <a:gd name="connsiteX0" fmla="*/ 64714 w 999984"/>
              <a:gd name="connsiteY0" fmla="*/ 1121 h 242887"/>
              <a:gd name="connsiteX1" fmla="*/ 807105 w 999984"/>
              <a:gd name="connsiteY1" fmla="*/ 59531 h 242887"/>
              <a:gd name="connsiteX2" fmla="*/ 928548 w 999984"/>
              <a:gd name="connsiteY2" fmla="*/ 123824 h 242887"/>
              <a:gd name="connsiteX3" fmla="*/ 999984 w 999984"/>
              <a:gd name="connsiteY3" fmla="*/ 183356 h 242887"/>
              <a:gd name="connsiteX4" fmla="*/ 749954 w 999984"/>
              <a:gd name="connsiteY4" fmla="*/ 209549 h 242887"/>
              <a:gd name="connsiteX5" fmla="*/ 654705 w 999984"/>
              <a:gd name="connsiteY5" fmla="*/ 214312 h 242887"/>
              <a:gd name="connsiteX6" fmla="*/ 192741 w 999984"/>
              <a:gd name="connsiteY6" fmla="*/ 0 h 242887"/>
              <a:gd name="connsiteX7" fmla="*/ 211791 w 999984"/>
              <a:gd name="connsiteY7" fmla="*/ 50006 h 242887"/>
              <a:gd name="connsiteX8" fmla="*/ 295136 w 999984"/>
              <a:gd name="connsiteY8" fmla="*/ 66674 h 242887"/>
              <a:gd name="connsiteX9" fmla="*/ 340379 w 999984"/>
              <a:gd name="connsiteY9" fmla="*/ 133350 h 242887"/>
              <a:gd name="connsiteX10" fmla="*/ 307043 w 999984"/>
              <a:gd name="connsiteY10" fmla="*/ 178593 h 242887"/>
              <a:gd name="connsiteX11" fmla="*/ 257036 w 999984"/>
              <a:gd name="connsiteY11" fmla="*/ 150019 h 242887"/>
              <a:gd name="connsiteX12" fmla="*/ 192741 w 999984"/>
              <a:gd name="connsiteY12" fmla="*/ 161924 h 242887"/>
              <a:gd name="connsiteX13" fmla="*/ 90349 w 999984"/>
              <a:gd name="connsiteY13" fmla="*/ 166687 h 242887"/>
              <a:gd name="connsiteX14" fmla="*/ 42724 w 999984"/>
              <a:gd name="connsiteY14" fmla="*/ 242887 h 242887"/>
              <a:gd name="connsiteX15" fmla="*/ 0 w 999984"/>
              <a:gd name="connsiteY15" fmla="*/ 203527 h 242887"/>
              <a:gd name="connsiteX16" fmla="*/ 64714 w 999984"/>
              <a:gd name="connsiteY16" fmla="*/ 1121 h 242887"/>
              <a:gd name="connsiteX0" fmla="*/ 64714 w 999984"/>
              <a:gd name="connsiteY0" fmla="*/ 1121 h 242887"/>
              <a:gd name="connsiteX1" fmla="*/ 928548 w 999984"/>
              <a:gd name="connsiteY1" fmla="*/ 123824 h 242887"/>
              <a:gd name="connsiteX2" fmla="*/ 999984 w 999984"/>
              <a:gd name="connsiteY2" fmla="*/ 183356 h 242887"/>
              <a:gd name="connsiteX3" fmla="*/ 749954 w 999984"/>
              <a:gd name="connsiteY3" fmla="*/ 209549 h 242887"/>
              <a:gd name="connsiteX4" fmla="*/ 654705 w 999984"/>
              <a:gd name="connsiteY4" fmla="*/ 214312 h 242887"/>
              <a:gd name="connsiteX5" fmla="*/ 192741 w 999984"/>
              <a:gd name="connsiteY5" fmla="*/ 0 h 242887"/>
              <a:gd name="connsiteX6" fmla="*/ 211791 w 999984"/>
              <a:gd name="connsiteY6" fmla="*/ 50006 h 242887"/>
              <a:gd name="connsiteX7" fmla="*/ 295136 w 999984"/>
              <a:gd name="connsiteY7" fmla="*/ 66674 h 242887"/>
              <a:gd name="connsiteX8" fmla="*/ 340379 w 999984"/>
              <a:gd name="connsiteY8" fmla="*/ 133350 h 242887"/>
              <a:gd name="connsiteX9" fmla="*/ 307043 w 999984"/>
              <a:gd name="connsiteY9" fmla="*/ 178593 h 242887"/>
              <a:gd name="connsiteX10" fmla="*/ 257036 w 999984"/>
              <a:gd name="connsiteY10" fmla="*/ 150019 h 242887"/>
              <a:gd name="connsiteX11" fmla="*/ 192741 w 999984"/>
              <a:gd name="connsiteY11" fmla="*/ 161924 h 242887"/>
              <a:gd name="connsiteX12" fmla="*/ 90349 w 999984"/>
              <a:gd name="connsiteY12" fmla="*/ 166687 h 242887"/>
              <a:gd name="connsiteX13" fmla="*/ 42724 w 999984"/>
              <a:gd name="connsiteY13" fmla="*/ 242887 h 242887"/>
              <a:gd name="connsiteX14" fmla="*/ 0 w 999984"/>
              <a:gd name="connsiteY14" fmla="*/ 203527 h 242887"/>
              <a:gd name="connsiteX15" fmla="*/ 64714 w 999984"/>
              <a:gd name="connsiteY15" fmla="*/ 1121 h 242887"/>
              <a:gd name="connsiteX0" fmla="*/ 64714 w 999984"/>
              <a:gd name="connsiteY0" fmla="*/ 1121 h 242887"/>
              <a:gd name="connsiteX1" fmla="*/ 999984 w 999984"/>
              <a:gd name="connsiteY1" fmla="*/ 183356 h 242887"/>
              <a:gd name="connsiteX2" fmla="*/ 749954 w 999984"/>
              <a:gd name="connsiteY2" fmla="*/ 209549 h 242887"/>
              <a:gd name="connsiteX3" fmla="*/ 654705 w 999984"/>
              <a:gd name="connsiteY3" fmla="*/ 214312 h 242887"/>
              <a:gd name="connsiteX4" fmla="*/ 192741 w 999984"/>
              <a:gd name="connsiteY4" fmla="*/ 0 h 242887"/>
              <a:gd name="connsiteX5" fmla="*/ 211791 w 999984"/>
              <a:gd name="connsiteY5" fmla="*/ 50006 h 242887"/>
              <a:gd name="connsiteX6" fmla="*/ 295136 w 999984"/>
              <a:gd name="connsiteY6" fmla="*/ 66674 h 242887"/>
              <a:gd name="connsiteX7" fmla="*/ 340379 w 999984"/>
              <a:gd name="connsiteY7" fmla="*/ 133350 h 242887"/>
              <a:gd name="connsiteX8" fmla="*/ 307043 w 999984"/>
              <a:gd name="connsiteY8" fmla="*/ 178593 h 242887"/>
              <a:gd name="connsiteX9" fmla="*/ 257036 w 999984"/>
              <a:gd name="connsiteY9" fmla="*/ 150019 h 242887"/>
              <a:gd name="connsiteX10" fmla="*/ 192741 w 999984"/>
              <a:gd name="connsiteY10" fmla="*/ 161924 h 242887"/>
              <a:gd name="connsiteX11" fmla="*/ 90349 w 999984"/>
              <a:gd name="connsiteY11" fmla="*/ 166687 h 242887"/>
              <a:gd name="connsiteX12" fmla="*/ 42724 w 999984"/>
              <a:gd name="connsiteY12" fmla="*/ 242887 h 242887"/>
              <a:gd name="connsiteX13" fmla="*/ 0 w 999984"/>
              <a:gd name="connsiteY13" fmla="*/ 203527 h 242887"/>
              <a:gd name="connsiteX14" fmla="*/ 64714 w 999984"/>
              <a:gd name="connsiteY14" fmla="*/ 1121 h 242887"/>
              <a:gd name="connsiteX0" fmla="*/ 64714 w 749954"/>
              <a:gd name="connsiteY0" fmla="*/ 1121 h 242887"/>
              <a:gd name="connsiteX1" fmla="*/ 749954 w 749954"/>
              <a:gd name="connsiteY1" fmla="*/ 209549 h 242887"/>
              <a:gd name="connsiteX2" fmla="*/ 654705 w 749954"/>
              <a:gd name="connsiteY2" fmla="*/ 214312 h 242887"/>
              <a:gd name="connsiteX3" fmla="*/ 192741 w 749954"/>
              <a:gd name="connsiteY3" fmla="*/ 0 h 242887"/>
              <a:gd name="connsiteX4" fmla="*/ 211791 w 749954"/>
              <a:gd name="connsiteY4" fmla="*/ 50006 h 242887"/>
              <a:gd name="connsiteX5" fmla="*/ 295136 w 749954"/>
              <a:gd name="connsiteY5" fmla="*/ 66674 h 242887"/>
              <a:gd name="connsiteX6" fmla="*/ 340379 w 749954"/>
              <a:gd name="connsiteY6" fmla="*/ 133350 h 242887"/>
              <a:gd name="connsiteX7" fmla="*/ 307043 w 749954"/>
              <a:gd name="connsiteY7" fmla="*/ 178593 h 242887"/>
              <a:gd name="connsiteX8" fmla="*/ 257036 w 749954"/>
              <a:gd name="connsiteY8" fmla="*/ 150019 h 242887"/>
              <a:gd name="connsiteX9" fmla="*/ 192741 w 749954"/>
              <a:gd name="connsiteY9" fmla="*/ 161924 h 242887"/>
              <a:gd name="connsiteX10" fmla="*/ 90349 w 749954"/>
              <a:gd name="connsiteY10" fmla="*/ 166687 h 242887"/>
              <a:gd name="connsiteX11" fmla="*/ 42724 w 749954"/>
              <a:gd name="connsiteY11" fmla="*/ 242887 h 242887"/>
              <a:gd name="connsiteX12" fmla="*/ 0 w 749954"/>
              <a:gd name="connsiteY12" fmla="*/ 203527 h 242887"/>
              <a:gd name="connsiteX13" fmla="*/ 64714 w 749954"/>
              <a:gd name="connsiteY13" fmla="*/ 1121 h 242887"/>
              <a:gd name="connsiteX0" fmla="*/ 64714 w 654705"/>
              <a:gd name="connsiteY0" fmla="*/ 1121 h 242887"/>
              <a:gd name="connsiteX1" fmla="*/ 654705 w 654705"/>
              <a:gd name="connsiteY1" fmla="*/ 214312 h 242887"/>
              <a:gd name="connsiteX2" fmla="*/ 192741 w 654705"/>
              <a:gd name="connsiteY2" fmla="*/ 0 h 242887"/>
              <a:gd name="connsiteX3" fmla="*/ 211791 w 654705"/>
              <a:gd name="connsiteY3" fmla="*/ 50006 h 242887"/>
              <a:gd name="connsiteX4" fmla="*/ 295136 w 654705"/>
              <a:gd name="connsiteY4" fmla="*/ 66674 h 242887"/>
              <a:gd name="connsiteX5" fmla="*/ 340379 w 654705"/>
              <a:gd name="connsiteY5" fmla="*/ 133350 h 242887"/>
              <a:gd name="connsiteX6" fmla="*/ 307043 w 654705"/>
              <a:gd name="connsiteY6" fmla="*/ 178593 h 242887"/>
              <a:gd name="connsiteX7" fmla="*/ 257036 w 654705"/>
              <a:gd name="connsiteY7" fmla="*/ 150019 h 242887"/>
              <a:gd name="connsiteX8" fmla="*/ 192741 w 654705"/>
              <a:gd name="connsiteY8" fmla="*/ 161924 h 242887"/>
              <a:gd name="connsiteX9" fmla="*/ 90349 w 654705"/>
              <a:gd name="connsiteY9" fmla="*/ 166687 h 242887"/>
              <a:gd name="connsiteX10" fmla="*/ 42724 w 654705"/>
              <a:gd name="connsiteY10" fmla="*/ 242887 h 242887"/>
              <a:gd name="connsiteX11" fmla="*/ 0 w 654705"/>
              <a:gd name="connsiteY11" fmla="*/ 203527 h 242887"/>
              <a:gd name="connsiteX12" fmla="*/ 64714 w 654705"/>
              <a:gd name="connsiteY12" fmla="*/ 1121 h 242887"/>
              <a:gd name="connsiteX0" fmla="*/ 64714 w 340379"/>
              <a:gd name="connsiteY0" fmla="*/ 1121 h 242887"/>
              <a:gd name="connsiteX1" fmla="*/ 192741 w 340379"/>
              <a:gd name="connsiteY1" fmla="*/ 0 h 242887"/>
              <a:gd name="connsiteX2" fmla="*/ 211791 w 340379"/>
              <a:gd name="connsiteY2" fmla="*/ 50006 h 242887"/>
              <a:gd name="connsiteX3" fmla="*/ 295136 w 340379"/>
              <a:gd name="connsiteY3" fmla="*/ 66674 h 242887"/>
              <a:gd name="connsiteX4" fmla="*/ 340379 w 340379"/>
              <a:gd name="connsiteY4" fmla="*/ 133350 h 242887"/>
              <a:gd name="connsiteX5" fmla="*/ 307043 w 340379"/>
              <a:gd name="connsiteY5" fmla="*/ 178593 h 242887"/>
              <a:gd name="connsiteX6" fmla="*/ 257036 w 340379"/>
              <a:gd name="connsiteY6" fmla="*/ 150019 h 242887"/>
              <a:gd name="connsiteX7" fmla="*/ 192741 w 340379"/>
              <a:gd name="connsiteY7" fmla="*/ 161924 h 242887"/>
              <a:gd name="connsiteX8" fmla="*/ 90349 w 340379"/>
              <a:gd name="connsiteY8" fmla="*/ 166687 h 242887"/>
              <a:gd name="connsiteX9" fmla="*/ 42724 w 340379"/>
              <a:gd name="connsiteY9" fmla="*/ 242887 h 242887"/>
              <a:gd name="connsiteX10" fmla="*/ 0 w 340379"/>
              <a:gd name="connsiteY10" fmla="*/ 203527 h 242887"/>
              <a:gd name="connsiteX11" fmla="*/ 64714 w 340379"/>
              <a:gd name="connsiteY11" fmla="*/ 1121 h 242887"/>
              <a:gd name="connsiteX0" fmla="*/ 17089 w 340379"/>
              <a:gd name="connsiteY0" fmla="*/ 82084 h 242887"/>
              <a:gd name="connsiteX1" fmla="*/ 192741 w 340379"/>
              <a:gd name="connsiteY1" fmla="*/ 0 h 242887"/>
              <a:gd name="connsiteX2" fmla="*/ 211791 w 340379"/>
              <a:gd name="connsiteY2" fmla="*/ 50006 h 242887"/>
              <a:gd name="connsiteX3" fmla="*/ 295136 w 340379"/>
              <a:gd name="connsiteY3" fmla="*/ 66674 h 242887"/>
              <a:gd name="connsiteX4" fmla="*/ 340379 w 340379"/>
              <a:gd name="connsiteY4" fmla="*/ 133350 h 242887"/>
              <a:gd name="connsiteX5" fmla="*/ 307043 w 340379"/>
              <a:gd name="connsiteY5" fmla="*/ 178593 h 242887"/>
              <a:gd name="connsiteX6" fmla="*/ 257036 w 340379"/>
              <a:gd name="connsiteY6" fmla="*/ 150019 h 242887"/>
              <a:gd name="connsiteX7" fmla="*/ 192741 w 340379"/>
              <a:gd name="connsiteY7" fmla="*/ 161924 h 242887"/>
              <a:gd name="connsiteX8" fmla="*/ 90349 w 340379"/>
              <a:gd name="connsiteY8" fmla="*/ 166687 h 242887"/>
              <a:gd name="connsiteX9" fmla="*/ 42724 w 340379"/>
              <a:gd name="connsiteY9" fmla="*/ 242887 h 242887"/>
              <a:gd name="connsiteX10" fmla="*/ 0 w 340379"/>
              <a:gd name="connsiteY10" fmla="*/ 203527 h 242887"/>
              <a:gd name="connsiteX11" fmla="*/ 17089 w 340379"/>
              <a:gd name="connsiteY11" fmla="*/ 82084 h 242887"/>
              <a:gd name="connsiteX0" fmla="*/ 17089 w 340379"/>
              <a:gd name="connsiteY0" fmla="*/ 32078 h 192881"/>
              <a:gd name="connsiteX1" fmla="*/ 118922 w 340379"/>
              <a:gd name="connsiteY1" fmla="*/ 47625 h 192881"/>
              <a:gd name="connsiteX2" fmla="*/ 211791 w 340379"/>
              <a:gd name="connsiteY2" fmla="*/ 0 h 192881"/>
              <a:gd name="connsiteX3" fmla="*/ 295136 w 340379"/>
              <a:gd name="connsiteY3" fmla="*/ 16668 h 192881"/>
              <a:gd name="connsiteX4" fmla="*/ 340379 w 340379"/>
              <a:gd name="connsiteY4" fmla="*/ 83344 h 192881"/>
              <a:gd name="connsiteX5" fmla="*/ 307043 w 340379"/>
              <a:gd name="connsiteY5" fmla="*/ 128587 h 192881"/>
              <a:gd name="connsiteX6" fmla="*/ 257036 w 340379"/>
              <a:gd name="connsiteY6" fmla="*/ 100013 h 192881"/>
              <a:gd name="connsiteX7" fmla="*/ 192741 w 340379"/>
              <a:gd name="connsiteY7" fmla="*/ 111918 h 192881"/>
              <a:gd name="connsiteX8" fmla="*/ 90349 w 340379"/>
              <a:gd name="connsiteY8" fmla="*/ 116681 h 192881"/>
              <a:gd name="connsiteX9" fmla="*/ 42724 w 340379"/>
              <a:gd name="connsiteY9" fmla="*/ 192881 h 192881"/>
              <a:gd name="connsiteX10" fmla="*/ 0 w 340379"/>
              <a:gd name="connsiteY10" fmla="*/ 153521 h 192881"/>
              <a:gd name="connsiteX11" fmla="*/ 17089 w 340379"/>
              <a:gd name="connsiteY11" fmla="*/ 32078 h 192881"/>
              <a:gd name="connsiteX0" fmla="*/ 17089 w 340379"/>
              <a:gd name="connsiteY0" fmla="*/ 32078 h 192881"/>
              <a:gd name="connsiteX1" fmla="*/ 121303 w 340379"/>
              <a:gd name="connsiteY1" fmla="*/ 66675 h 192881"/>
              <a:gd name="connsiteX2" fmla="*/ 211791 w 340379"/>
              <a:gd name="connsiteY2" fmla="*/ 0 h 192881"/>
              <a:gd name="connsiteX3" fmla="*/ 295136 w 340379"/>
              <a:gd name="connsiteY3" fmla="*/ 16668 h 192881"/>
              <a:gd name="connsiteX4" fmla="*/ 340379 w 340379"/>
              <a:gd name="connsiteY4" fmla="*/ 83344 h 192881"/>
              <a:gd name="connsiteX5" fmla="*/ 307043 w 340379"/>
              <a:gd name="connsiteY5" fmla="*/ 128587 h 192881"/>
              <a:gd name="connsiteX6" fmla="*/ 257036 w 340379"/>
              <a:gd name="connsiteY6" fmla="*/ 100013 h 192881"/>
              <a:gd name="connsiteX7" fmla="*/ 192741 w 340379"/>
              <a:gd name="connsiteY7" fmla="*/ 111918 h 192881"/>
              <a:gd name="connsiteX8" fmla="*/ 90349 w 340379"/>
              <a:gd name="connsiteY8" fmla="*/ 116681 h 192881"/>
              <a:gd name="connsiteX9" fmla="*/ 42724 w 340379"/>
              <a:gd name="connsiteY9" fmla="*/ 192881 h 192881"/>
              <a:gd name="connsiteX10" fmla="*/ 0 w 340379"/>
              <a:gd name="connsiteY10" fmla="*/ 153521 h 192881"/>
              <a:gd name="connsiteX11" fmla="*/ 17089 w 340379"/>
              <a:gd name="connsiteY11" fmla="*/ 32078 h 192881"/>
              <a:gd name="connsiteX0" fmla="*/ 17089 w 340379"/>
              <a:gd name="connsiteY0" fmla="*/ 32078 h 245269"/>
              <a:gd name="connsiteX1" fmla="*/ 121303 w 340379"/>
              <a:gd name="connsiteY1" fmla="*/ 66675 h 245269"/>
              <a:gd name="connsiteX2" fmla="*/ 211791 w 340379"/>
              <a:gd name="connsiteY2" fmla="*/ 0 h 245269"/>
              <a:gd name="connsiteX3" fmla="*/ 295136 w 340379"/>
              <a:gd name="connsiteY3" fmla="*/ 16668 h 245269"/>
              <a:gd name="connsiteX4" fmla="*/ 340379 w 340379"/>
              <a:gd name="connsiteY4" fmla="*/ 83344 h 245269"/>
              <a:gd name="connsiteX5" fmla="*/ 307043 w 340379"/>
              <a:gd name="connsiteY5" fmla="*/ 128587 h 245269"/>
              <a:gd name="connsiteX6" fmla="*/ 257036 w 340379"/>
              <a:gd name="connsiteY6" fmla="*/ 100013 h 245269"/>
              <a:gd name="connsiteX7" fmla="*/ 192741 w 340379"/>
              <a:gd name="connsiteY7" fmla="*/ 111918 h 245269"/>
              <a:gd name="connsiteX8" fmla="*/ 92731 w 340379"/>
              <a:gd name="connsiteY8" fmla="*/ 245269 h 245269"/>
              <a:gd name="connsiteX9" fmla="*/ 42724 w 340379"/>
              <a:gd name="connsiteY9" fmla="*/ 192881 h 245269"/>
              <a:gd name="connsiteX10" fmla="*/ 0 w 340379"/>
              <a:gd name="connsiteY10" fmla="*/ 153521 h 245269"/>
              <a:gd name="connsiteX11" fmla="*/ 17089 w 340379"/>
              <a:gd name="connsiteY11" fmla="*/ 32078 h 245269"/>
              <a:gd name="connsiteX0" fmla="*/ 17089 w 340379"/>
              <a:gd name="connsiteY0" fmla="*/ 32078 h 271461"/>
              <a:gd name="connsiteX1" fmla="*/ 121303 w 340379"/>
              <a:gd name="connsiteY1" fmla="*/ 66675 h 271461"/>
              <a:gd name="connsiteX2" fmla="*/ 211791 w 340379"/>
              <a:gd name="connsiteY2" fmla="*/ 0 h 271461"/>
              <a:gd name="connsiteX3" fmla="*/ 295136 w 340379"/>
              <a:gd name="connsiteY3" fmla="*/ 16668 h 271461"/>
              <a:gd name="connsiteX4" fmla="*/ 340379 w 340379"/>
              <a:gd name="connsiteY4" fmla="*/ 83344 h 271461"/>
              <a:gd name="connsiteX5" fmla="*/ 307043 w 340379"/>
              <a:gd name="connsiteY5" fmla="*/ 128587 h 271461"/>
              <a:gd name="connsiteX6" fmla="*/ 257036 w 340379"/>
              <a:gd name="connsiteY6" fmla="*/ 100013 h 271461"/>
              <a:gd name="connsiteX7" fmla="*/ 185597 w 340379"/>
              <a:gd name="connsiteY7" fmla="*/ 271461 h 271461"/>
              <a:gd name="connsiteX8" fmla="*/ 92731 w 340379"/>
              <a:gd name="connsiteY8" fmla="*/ 245269 h 271461"/>
              <a:gd name="connsiteX9" fmla="*/ 42724 w 340379"/>
              <a:gd name="connsiteY9" fmla="*/ 192881 h 271461"/>
              <a:gd name="connsiteX10" fmla="*/ 0 w 340379"/>
              <a:gd name="connsiteY10" fmla="*/ 153521 h 271461"/>
              <a:gd name="connsiteX11" fmla="*/ 17089 w 340379"/>
              <a:gd name="connsiteY11" fmla="*/ 32078 h 271461"/>
              <a:gd name="connsiteX0" fmla="*/ 17089 w 340379"/>
              <a:gd name="connsiteY0" fmla="*/ 32078 h 271461"/>
              <a:gd name="connsiteX1" fmla="*/ 121303 w 340379"/>
              <a:gd name="connsiteY1" fmla="*/ 66675 h 271461"/>
              <a:gd name="connsiteX2" fmla="*/ 211791 w 340379"/>
              <a:gd name="connsiteY2" fmla="*/ 0 h 271461"/>
              <a:gd name="connsiteX3" fmla="*/ 295136 w 340379"/>
              <a:gd name="connsiteY3" fmla="*/ 16668 h 271461"/>
              <a:gd name="connsiteX4" fmla="*/ 340379 w 340379"/>
              <a:gd name="connsiteY4" fmla="*/ 83344 h 271461"/>
              <a:gd name="connsiteX5" fmla="*/ 307043 w 340379"/>
              <a:gd name="connsiteY5" fmla="*/ 128587 h 271461"/>
              <a:gd name="connsiteX6" fmla="*/ 245130 w 340379"/>
              <a:gd name="connsiteY6" fmla="*/ 216694 h 271461"/>
              <a:gd name="connsiteX7" fmla="*/ 185597 w 340379"/>
              <a:gd name="connsiteY7" fmla="*/ 271461 h 271461"/>
              <a:gd name="connsiteX8" fmla="*/ 92731 w 340379"/>
              <a:gd name="connsiteY8" fmla="*/ 245269 h 271461"/>
              <a:gd name="connsiteX9" fmla="*/ 42724 w 340379"/>
              <a:gd name="connsiteY9" fmla="*/ 192881 h 271461"/>
              <a:gd name="connsiteX10" fmla="*/ 0 w 340379"/>
              <a:gd name="connsiteY10" fmla="*/ 153521 h 271461"/>
              <a:gd name="connsiteX11" fmla="*/ 17089 w 340379"/>
              <a:gd name="connsiteY11" fmla="*/ 32078 h 271461"/>
              <a:gd name="connsiteX0" fmla="*/ 17089 w 340379"/>
              <a:gd name="connsiteY0" fmla="*/ 32078 h 271461"/>
              <a:gd name="connsiteX1" fmla="*/ 121303 w 340379"/>
              <a:gd name="connsiteY1" fmla="*/ 66675 h 271461"/>
              <a:gd name="connsiteX2" fmla="*/ 211791 w 340379"/>
              <a:gd name="connsiteY2" fmla="*/ 0 h 271461"/>
              <a:gd name="connsiteX3" fmla="*/ 295136 w 340379"/>
              <a:gd name="connsiteY3" fmla="*/ 16668 h 271461"/>
              <a:gd name="connsiteX4" fmla="*/ 340379 w 340379"/>
              <a:gd name="connsiteY4" fmla="*/ 83344 h 271461"/>
              <a:gd name="connsiteX5" fmla="*/ 199887 w 340379"/>
              <a:gd name="connsiteY5" fmla="*/ 138112 h 271461"/>
              <a:gd name="connsiteX6" fmla="*/ 245130 w 340379"/>
              <a:gd name="connsiteY6" fmla="*/ 216694 h 271461"/>
              <a:gd name="connsiteX7" fmla="*/ 185597 w 340379"/>
              <a:gd name="connsiteY7" fmla="*/ 271461 h 271461"/>
              <a:gd name="connsiteX8" fmla="*/ 92731 w 340379"/>
              <a:gd name="connsiteY8" fmla="*/ 245269 h 271461"/>
              <a:gd name="connsiteX9" fmla="*/ 42724 w 340379"/>
              <a:gd name="connsiteY9" fmla="*/ 192881 h 271461"/>
              <a:gd name="connsiteX10" fmla="*/ 0 w 340379"/>
              <a:gd name="connsiteY10" fmla="*/ 153521 h 271461"/>
              <a:gd name="connsiteX11" fmla="*/ 17089 w 340379"/>
              <a:gd name="connsiteY11" fmla="*/ 32078 h 271461"/>
              <a:gd name="connsiteX0" fmla="*/ 17089 w 359429"/>
              <a:gd name="connsiteY0" fmla="*/ 32078 h 271461"/>
              <a:gd name="connsiteX1" fmla="*/ 121303 w 359429"/>
              <a:gd name="connsiteY1" fmla="*/ 66675 h 271461"/>
              <a:gd name="connsiteX2" fmla="*/ 211791 w 359429"/>
              <a:gd name="connsiteY2" fmla="*/ 0 h 271461"/>
              <a:gd name="connsiteX3" fmla="*/ 295136 w 359429"/>
              <a:gd name="connsiteY3" fmla="*/ 16668 h 271461"/>
              <a:gd name="connsiteX4" fmla="*/ 359429 w 359429"/>
              <a:gd name="connsiteY4" fmla="*/ 111919 h 271461"/>
              <a:gd name="connsiteX5" fmla="*/ 199887 w 359429"/>
              <a:gd name="connsiteY5" fmla="*/ 138112 h 271461"/>
              <a:gd name="connsiteX6" fmla="*/ 245130 w 359429"/>
              <a:gd name="connsiteY6" fmla="*/ 216694 h 271461"/>
              <a:gd name="connsiteX7" fmla="*/ 185597 w 359429"/>
              <a:gd name="connsiteY7" fmla="*/ 271461 h 271461"/>
              <a:gd name="connsiteX8" fmla="*/ 92731 w 359429"/>
              <a:gd name="connsiteY8" fmla="*/ 245269 h 271461"/>
              <a:gd name="connsiteX9" fmla="*/ 42724 w 359429"/>
              <a:gd name="connsiteY9" fmla="*/ 192881 h 271461"/>
              <a:gd name="connsiteX10" fmla="*/ 0 w 359429"/>
              <a:gd name="connsiteY10" fmla="*/ 153521 h 271461"/>
              <a:gd name="connsiteX11" fmla="*/ 17089 w 359429"/>
              <a:gd name="connsiteY11" fmla="*/ 32078 h 271461"/>
              <a:gd name="connsiteX0" fmla="*/ 17089 w 414199"/>
              <a:gd name="connsiteY0" fmla="*/ 32078 h 271461"/>
              <a:gd name="connsiteX1" fmla="*/ 121303 w 414199"/>
              <a:gd name="connsiteY1" fmla="*/ 66675 h 271461"/>
              <a:gd name="connsiteX2" fmla="*/ 211791 w 414199"/>
              <a:gd name="connsiteY2" fmla="*/ 0 h 271461"/>
              <a:gd name="connsiteX3" fmla="*/ 414199 w 414199"/>
              <a:gd name="connsiteY3" fmla="*/ 40481 h 271461"/>
              <a:gd name="connsiteX4" fmla="*/ 359429 w 414199"/>
              <a:gd name="connsiteY4" fmla="*/ 111919 h 271461"/>
              <a:gd name="connsiteX5" fmla="*/ 199887 w 414199"/>
              <a:gd name="connsiteY5" fmla="*/ 138112 h 271461"/>
              <a:gd name="connsiteX6" fmla="*/ 245130 w 414199"/>
              <a:gd name="connsiteY6" fmla="*/ 216694 h 271461"/>
              <a:gd name="connsiteX7" fmla="*/ 185597 w 414199"/>
              <a:gd name="connsiteY7" fmla="*/ 271461 h 271461"/>
              <a:gd name="connsiteX8" fmla="*/ 92731 w 414199"/>
              <a:gd name="connsiteY8" fmla="*/ 245269 h 271461"/>
              <a:gd name="connsiteX9" fmla="*/ 42724 w 414199"/>
              <a:gd name="connsiteY9" fmla="*/ 192881 h 271461"/>
              <a:gd name="connsiteX10" fmla="*/ 0 w 414199"/>
              <a:gd name="connsiteY10" fmla="*/ 153521 h 271461"/>
              <a:gd name="connsiteX11" fmla="*/ 17089 w 414199"/>
              <a:gd name="connsiteY11" fmla="*/ 32078 h 271461"/>
              <a:gd name="connsiteX0" fmla="*/ 17089 w 435629"/>
              <a:gd name="connsiteY0" fmla="*/ 32078 h 271461"/>
              <a:gd name="connsiteX1" fmla="*/ 121303 w 435629"/>
              <a:gd name="connsiteY1" fmla="*/ 66675 h 271461"/>
              <a:gd name="connsiteX2" fmla="*/ 211791 w 435629"/>
              <a:gd name="connsiteY2" fmla="*/ 0 h 271461"/>
              <a:gd name="connsiteX3" fmla="*/ 414199 w 435629"/>
              <a:gd name="connsiteY3" fmla="*/ 40481 h 271461"/>
              <a:gd name="connsiteX4" fmla="*/ 435629 w 435629"/>
              <a:gd name="connsiteY4" fmla="*/ 247650 h 271461"/>
              <a:gd name="connsiteX5" fmla="*/ 199887 w 435629"/>
              <a:gd name="connsiteY5" fmla="*/ 138112 h 271461"/>
              <a:gd name="connsiteX6" fmla="*/ 245130 w 435629"/>
              <a:gd name="connsiteY6" fmla="*/ 216694 h 271461"/>
              <a:gd name="connsiteX7" fmla="*/ 185597 w 435629"/>
              <a:gd name="connsiteY7" fmla="*/ 271461 h 271461"/>
              <a:gd name="connsiteX8" fmla="*/ 92731 w 435629"/>
              <a:gd name="connsiteY8" fmla="*/ 245269 h 271461"/>
              <a:gd name="connsiteX9" fmla="*/ 42724 w 435629"/>
              <a:gd name="connsiteY9" fmla="*/ 192881 h 271461"/>
              <a:gd name="connsiteX10" fmla="*/ 0 w 435629"/>
              <a:gd name="connsiteY10" fmla="*/ 153521 h 271461"/>
              <a:gd name="connsiteX11" fmla="*/ 17089 w 435629"/>
              <a:gd name="connsiteY11" fmla="*/ 32078 h 271461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490399 w 490399"/>
              <a:gd name="connsiteY3" fmla="*/ 121444 h 271461"/>
              <a:gd name="connsiteX4" fmla="*/ 435629 w 490399"/>
              <a:gd name="connsiteY4" fmla="*/ 247650 h 271461"/>
              <a:gd name="connsiteX5" fmla="*/ 199887 w 490399"/>
              <a:gd name="connsiteY5" fmla="*/ 138112 h 271461"/>
              <a:gd name="connsiteX6" fmla="*/ 245130 w 490399"/>
              <a:gd name="connsiteY6" fmla="*/ 216694 h 271461"/>
              <a:gd name="connsiteX7" fmla="*/ 185597 w 490399"/>
              <a:gd name="connsiteY7" fmla="*/ 271461 h 271461"/>
              <a:gd name="connsiteX8" fmla="*/ 92731 w 490399"/>
              <a:gd name="connsiteY8" fmla="*/ 245269 h 271461"/>
              <a:gd name="connsiteX9" fmla="*/ 42724 w 490399"/>
              <a:gd name="connsiteY9" fmla="*/ 192881 h 271461"/>
              <a:gd name="connsiteX10" fmla="*/ 0 w 490399"/>
              <a:gd name="connsiteY10" fmla="*/ 153521 h 271461"/>
              <a:gd name="connsiteX11" fmla="*/ 17089 w 490399"/>
              <a:gd name="connsiteY11" fmla="*/ 32078 h 271461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308739 w 490399"/>
              <a:gd name="connsiteY3" fmla="*/ 45024 h 271461"/>
              <a:gd name="connsiteX4" fmla="*/ 490399 w 490399"/>
              <a:gd name="connsiteY4" fmla="*/ 121444 h 271461"/>
              <a:gd name="connsiteX5" fmla="*/ 435629 w 490399"/>
              <a:gd name="connsiteY5" fmla="*/ 247650 h 271461"/>
              <a:gd name="connsiteX6" fmla="*/ 199887 w 490399"/>
              <a:gd name="connsiteY6" fmla="*/ 138112 h 271461"/>
              <a:gd name="connsiteX7" fmla="*/ 245130 w 490399"/>
              <a:gd name="connsiteY7" fmla="*/ 216694 h 271461"/>
              <a:gd name="connsiteX8" fmla="*/ 185597 w 490399"/>
              <a:gd name="connsiteY8" fmla="*/ 271461 h 271461"/>
              <a:gd name="connsiteX9" fmla="*/ 92731 w 490399"/>
              <a:gd name="connsiteY9" fmla="*/ 245269 h 271461"/>
              <a:gd name="connsiteX10" fmla="*/ 42724 w 490399"/>
              <a:gd name="connsiteY10" fmla="*/ 192881 h 271461"/>
              <a:gd name="connsiteX11" fmla="*/ 0 w 490399"/>
              <a:gd name="connsiteY11" fmla="*/ 153521 h 271461"/>
              <a:gd name="connsiteX12" fmla="*/ 17089 w 490399"/>
              <a:gd name="connsiteY12" fmla="*/ 32078 h 271461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392083 w 490399"/>
              <a:gd name="connsiteY3" fmla="*/ 37880 h 271461"/>
              <a:gd name="connsiteX4" fmla="*/ 490399 w 490399"/>
              <a:gd name="connsiteY4" fmla="*/ 121444 h 271461"/>
              <a:gd name="connsiteX5" fmla="*/ 435629 w 490399"/>
              <a:gd name="connsiteY5" fmla="*/ 247650 h 271461"/>
              <a:gd name="connsiteX6" fmla="*/ 199887 w 490399"/>
              <a:gd name="connsiteY6" fmla="*/ 138112 h 271461"/>
              <a:gd name="connsiteX7" fmla="*/ 245130 w 490399"/>
              <a:gd name="connsiteY7" fmla="*/ 216694 h 271461"/>
              <a:gd name="connsiteX8" fmla="*/ 185597 w 490399"/>
              <a:gd name="connsiteY8" fmla="*/ 271461 h 271461"/>
              <a:gd name="connsiteX9" fmla="*/ 92731 w 490399"/>
              <a:gd name="connsiteY9" fmla="*/ 245269 h 271461"/>
              <a:gd name="connsiteX10" fmla="*/ 42724 w 490399"/>
              <a:gd name="connsiteY10" fmla="*/ 192881 h 271461"/>
              <a:gd name="connsiteX11" fmla="*/ 0 w 490399"/>
              <a:gd name="connsiteY11" fmla="*/ 153521 h 271461"/>
              <a:gd name="connsiteX12" fmla="*/ 17089 w 490399"/>
              <a:gd name="connsiteY12" fmla="*/ 32078 h 271461"/>
              <a:gd name="connsiteX0" fmla="*/ 17089 w 490399"/>
              <a:gd name="connsiteY0" fmla="*/ 32078 h 276224"/>
              <a:gd name="connsiteX1" fmla="*/ 121303 w 490399"/>
              <a:gd name="connsiteY1" fmla="*/ 66675 h 276224"/>
              <a:gd name="connsiteX2" fmla="*/ 211791 w 490399"/>
              <a:gd name="connsiteY2" fmla="*/ 0 h 276224"/>
              <a:gd name="connsiteX3" fmla="*/ 392083 w 490399"/>
              <a:gd name="connsiteY3" fmla="*/ 37880 h 276224"/>
              <a:gd name="connsiteX4" fmla="*/ 490399 w 490399"/>
              <a:gd name="connsiteY4" fmla="*/ 121444 h 276224"/>
              <a:gd name="connsiteX5" fmla="*/ 435629 w 490399"/>
              <a:gd name="connsiteY5" fmla="*/ 247650 h 276224"/>
              <a:gd name="connsiteX6" fmla="*/ 326093 w 490399"/>
              <a:gd name="connsiteY6" fmla="*/ 276224 h 276224"/>
              <a:gd name="connsiteX7" fmla="*/ 245130 w 490399"/>
              <a:gd name="connsiteY7" fmla="*/ 216694 h 276224"/>
              <a:gd name="connsiteX8" fmla="*/ 185597 w 490399"/>
              <a:gd name="connsiteY8" fmla="*/ 271461 h 276224"/>
              <a:gd name="connsiteX9" fmla="*/ 92731 w 490399"/>
              <a:gd name="connsiteY9" fmla="*/ 245269 h 276224"/>
              <a:gd name="connsiteX10" fmla="*/ 42724 w 490399"/>
              <a:gd name="connsiteY10" fmla="*/ 192881 h 276224"/>
              <a:gd name="connsiteX11" fmla="*/ 0 w 490399"/>
              <a:gd name="connsiteY11" fmla="*/ 153521 h 276224"/>
              <a:gd name="connsiteX12" fmla="*/ 17089 w 490399"/>
              <a:gd name="connsiteY12" fmla="*/ 32078 h 276224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392083 w 490399"/>
              <a:gd name="connsiteY3" fmla="*/ 37880 h 271461"/>
              <a:gd name="connsiteX4" fmla="*/ 490399 w 490399"/>
              <a:gd name="connsiteY4" fmla="*/ 121444 h 271461"/>
              <a:gd name="connsiteX5" fmla="*/ 435629 w 490399"/>
              <a:gd name="connsiteY5" fmla="*/ 247650 h 271461"/>
              <a:gd name="connsiteX6" fmla="*/ 259418 w 490399"/>
              <a:gd name="connsiteY6" fmla="*/ 102393 h 271461"/>
              <a:gd name="connsiteX7" fmla="*/ 245130 w 490399"/>
              <a:gd name="connsiteY7" fmla="*/ 216694 h 271461"/>
              <a:gd name="connsiteX8" fmla="*/ 185597 w 490399"/>
              <a:gd name="connsiteY8" fmla="*/ 271461 h 271461"/>
              <a:gd name="connsiteX9" fmla="*/ 92731 w 490399"/>
              <a:gd name="connsiteY9" fmla="*/ 245269 h 271461"/>
              <a:gd name="connsiteX10" fmla="*/ 42724 w 490399"/>
              <a:gd name="connsiteY10" fmla="*/ 192881 h 271461"/>
              <a:gd name="connsiteX11" fmla="*/ 0 w 490399"/>
              <a:gd name="connsiteY11" fmla="*/ 153521 h 271461"/>
              <a:gd name="connsiteX12" fmla="*/ 17089 w 490399"/>
              <a:gd name="connsiteY12" fmla="*/ 32078 h 271461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392083 w 490399"/>
              <a:gd name="connsiteY3" fmla="*/ 37880 h 271461"/>
              <a:gd name="connsiteX4" fmla="*/ 490399 w 490399"/>
              <a:gd name="connsiteY4" fmla="*/ 121444 h 271461"/>
              <a:gd name="connsiteX5" fmla="*/ 435629 w 490399"/>
              <a:gd name="connsiteY5" fmla="*/ 247650 h 271461"/>
              <a:gd name="connsiteX6" fmla="*/ 228461 w 490399"/>
              <a:gd name="connsiteY6" fmla="*/ 100012 h 271461"/>
              <a:gd name="connsiteX7" fmla="*/ 245130 w 490399"/>
              <a:gd name="connsiteY7" fmla="*/ 216694 h 271461"/>
              <a:gd name="connsiteX8" fmla="*/ 185597 w 490399"/>
              <a:gd name="connsiteY8" fmla="*/ 271461 h 271461"/>
              <a:gd name="connsiteX9" fmla="*/ 92731 w 490399"/>
              <a:gd name="connsiteY9" fmla="*/ 245269 h 271461"/>
              <a:gd name="connsiteX10" fmla="*/ 42724 w 490399"/>
              <a:gd name="connsiteY10" fmla="*/ 192881 h 271461"/>
              <a:gd name="connsiteX11" fmla="*/ 0 w 490399"/>
              <a:gd name="connsiteY11" fmla="*/ 153521 h 271461"/>
              <a:gd name="connsiteX12" fmla="*/ 17089 w 490399"/>
              <a:gd name="connsiteY12" fmla="*/ 32078 h 271461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392083 w 490399"/>
              <a:gd name="connsiteY3" fmla="*/ 37880 h 271461"/>
              <a:gd name="connsiteX4" fmla="*/ 490399 w 490399"/>
              <a:gd name="connsiteY4" fmla="*/ 121444 h 271461"/>
              <a:gd name="connsiteX5" fmla="*/ 435629 w 490399"/>
              <a:gd name="connsiteY5" fmla="*/ 247650 h 271461"/>
              <a:gd name="connsiteX6" fmla="*/ 228461 w 490399"/>
              <a:gd name="connsiteY6" fmla="*/ 100012 h 271461"/>
              <a:gd name="connsiteX7" fmla="*/ 107018 w 490399"/>
              <a:gd name="connsiteY7" fmla="*/ 185738 h 271461"/>
              <a:gd name="connsiteX8" fmla="*/ 185597 w 490399"/>
              <a:gd name="connsiteY8" fmla="*/ 271461 h 271461"/>
              <a:gd name="connsiteX9" fmla="*/ 92731 w 490399"/>
              <a:gd name="connsiteY9" fmla="*/ 245269 h 271461"/>
              <a:gd name="connsiteX10" fmla="*/ 42724 w 490399"/>
              <a:gd name="connsiteY10" fmla="*/ 192881 h 271461"/>
              <a:gd name="connsiteX11" fmla="*/ 0 w 490399"/>
              <a:gd name="connsiteY11" fmla="*/ 153521 h 271461"/>
              <a:gd name="connsiteX12" fmla="*/ 17089 w 490399"/>
              <a:gd name="connsiteY12" fmla="*/ 32078 h 271461"/>
              <a:gd name="connsiteX0" fmla="*/ 17089 w 490399"/>
              <a:gd name="connsiteY0" fmla="*/ 32078 h 271461"/>
              <a:gd name="connsiteX1" fmla="*/ 121303 w 490399"/>
              <a:gd name="connsiteY1" fmla="*/ 66675 h 271461"/>
              <a:gd name="connsiteX2" fmla="*/ 211791 w 490399"/>
              <a:gd name="connsiteY2" fmla="*/ 0 h 271461"/>
              <a:gd name="connsiteX3" fmla="*/ 392083 w 490399"/>
              <a:gd name="connsiteY3" fmla="*/ 37880 h 271461"/>
              <a:gd name="connsiteX4" fmla="*/ 490399 w 490399"/>
              <a:gd name="connsiteY4" fmla="*/ 121444 h 271461"/>
              <a:gd name="connsiteX5" fmla="*/ 435629 w 490399"/>
              <a:gd name="connsiteY5" fmla="*/ 247650 h 271461"/>
              <a:gd name="connsiteX6" fmla="*/ 228461 w 490399"/>
              <a:gd name="connsiteY6" fmla="*/ 100012 h 271461"/>
              <a:gd name="connsiteX7" fmla="*/ 214174 w 490399"/>
              <a:gd name="connsiteY7" fmla="*/ 188119 h 271461"/>
              <a:gd name="connsiteX8" fmla="*/ 185597 w 490399"/>
              <a:gd name="connsiteY8" fmla="*/ 271461 h 271461"/>
              <a:gd name="connsiteX9" fmla="*/ 92731 w 490399"/>
              <a:gd name="connsiteY9" fmla="*/ 245269 h 271461"/>
              <a:gd name="connsiteX10" fmla="*/ 42724 w 490399"/>
              <a:gd name="connsiteY10" fmla="*/ 192881 h 271461"/>
              <a:gd name="connsiteX11" fmla="*/ 0 w 490399"/>
              <a:gd name="connsiteY11" fmla="*/ 153521 h 271461"/>
              <a:gd name="connsiteX12" fmla="*/ 17089 w 490399"/>
              <a:gd name="connsiteY12" fmla="*/ 32078 h 271461"/>
              <a:gd name="connsiteX0" fmla="*/ 17089 w 490399"/>
              <a:gd name="connsiteY0" fmla="*/ 32078 h 261936"/>
              <a:gd name="connsiteX1" fmla="*/ 121303 w 490399"/>
              <a:gd name="connsiteY1" fmla="*/ 66675 h 261936"/>
              <a:gd name="connsiteX2" fmla="*/ 211791 w 490399"/>
              <a:gd name="connsiteY2" fmla="*/ 0 h 261936"/>
              <a:gd name="connsiteX3" fmla="*/ 392083 w 490399"/>
              <a:gd name="connsiteY3" fmla="*/ 37880 h 261936"/>
              <a:gd name="connsiteX4" fmla="*/ 490399 w 490399"/>
              <a:gd name="connsiteY4" fmla="*/ 121444 h 261936"/>
              <a:gd name="connsiteX5" fmla="*/ 435629 w 490399"/>
              <a:gd name="connsiteY5" fmla="*/ 247650 h 261936"/>
              <a:gd name="connsiteX6" fmla="*/ 228461 w 490399"/>
              <a:gd name="connsiteY6" fmla="*/ 100012 h 261936"/>
              <a:gd name="connsiteX7" fmla="*/ 214174 w 490399"/>
              <a:gd name="connsiteY7" fmla="*/ 188119 h 261936"/>
              <a:gd name="connsiteX8" fmla="*/ 228459 w 490399"/>
              <a:gd name="connsiteY8" fmla="*/ 261936 h 261936"/>
              <a:gd name="connsiteX9" fmla="*/ 92731 w 490399"/>
              <a:gd name="connsiteY9" fmla="*/ 245269 h 261936"/>
              <a:gd name="connsiteX10" fmla="*/ 42724 w 490399"/>
              <a:gd name="connsiteY10" fmla="*/ 192881 h 261936"/>
              <a:gd name="connsiteX11" fmla="*/ 0 w 490399"/>
              <a:gd name="connsiteY11" fmla="*/ 153521 h 261936"/>
              <a:gd name="connsiteX12" fmla="*/ 17089 w 490399"/>
              <a:gd name="connsiteY12" fmla="*/ 32078 h 261936"/>
              <a:gd name="connsiteX0" fmla="*/ 17089 w 490399"/>
              <a:gd name="connsiteY0" fmla="*/ 32078 h 261936"/>
              <a:gd name="connsiteX1" fmla="*/ 121303 w 490399"/>
              <a:gd name="connsiteY1" fmla="*/ 66675 h 261936"/>
              <a:gd name="connsiteX2" fmla="*/ 211791 w 490399"/>
              <a:gd name="connsiteY2" fmla="*/ 0 h 261936"/>
              <a:gd name="connsiteX3" fmla="*/ 392083 w 490399"/>
              <a:gd name="connsiteY3" fmla="*/ 37880 h 261936"/>
              <a:gd name="connsiteX4" fmla="*/ 490399 w 490399"/>
              <a:gd name="connsiteY4" fmla="*/ 121444 h 261936"/>
              <a:gd name="connsiteX5" fmla="*/ 435629 w 490399"/>
              <a:gd name="connsiteY5" fmla="*/ 247650 h 261936"/>
              <a:gd name="connsiteX6" fmla="*/ 259417 w 490399"/>
              <a:gd name="connsiteY6" fmla="*/ 128587 h 261936"/>
              <a:gd name="connsiteX7" fmla="*/ 214174 w 490399"/>
              <a:gd name="connsiteY7" fmla="*/ 188119 h 261936"/>
              <a:gd name="connsiteX8" fmla="*/ 228459 w 490399"/>
              <a:gd name="connsiteY8" fmla="*/ 261936 h 261936"/>
              <a:gd name="connsiteX9" fmla="*/ 92731 w 490399"/>
              <a:gd name="connsiteY9" fmla="*/ 245269 h 261936"/>
              <a:gd name="connsiteX10" fmla="*/ 42724 w 490399"/>
              <a:gd name="connsiteY10" fmla="*/ 192881 h 261936"/>
              <a:gd name="connsiteX11" fmla="*/ 0 w 490399"/>
              <a:gd name="connsiteY11" fmla="*/ 153521 h 261936"/>
              <a:gd name="connsiteX12" fmla="*/ 17089 w 490399"/>
              <a:gd name="connsiteY12" fmla="*/ 32078 h 261936"/>
              <a:gd name="connsiteX0" fmla="*/ 93289 w 566599"/>
              <a:gd name="connsiteY0" fmla="*/ 32078 h 261936"/>
              <a:gd name="connsiteX1" fmla="*/ 197503 w 566599"/>
              <a:gd name="connsiteY1" fmla="*/ 66675 h 261936"/>
              <a:gd name="connsiteX2" fmla="*/ 287991 w 566599"/>
              <a:gd name="connsiteY2" fmla="*/ 0 h 261936"/>
              <a:gd name="connsiteX3" fmla="*/ 468283 w 566599"/>
              <a:gd name="connsiteY3" fmla="*/ 37880 h 261936"/>
              <a:gd name="connsiteX4" fmla="*/ 566599 w 566599"/>
              <a:gd name="connsiteY4" fmla="*/ 121444 h 261936"/>
              <a:gd name="connsiteX5" fmla="*/ 511829 w 566599"/>
              <a:gd name="connsiteY5" fmla="*/ 247650 h 261936"/>
              <a:gd name="connsiteX6" fmla="*/ 335617 w 566599"/>
              <a:gd name="connsiteY6" fmla="*/ 128587 h 261936"/>
              <a:gd name="connsiteX7" fmla="*/ 290374 w 566599"/>
              <a:gd name="connsiteY7" fmla="*/ 188119 h 261936"/>
              <a:gd name="connsiteX8" fmla="*/ 304659 w 566599"/>
              <a:gd name="connsiteY8" fmla="*/ 261936 h 261936"/>
              <a:gd name="connsiteX9" fmla="*/ 168931 w 566599"/>
              <a:gd name="connsiteY9" fmla="*/ 245269 h 261936"/>
              <a:gd name="connsiteX10" fmla="*/ 118924 w 566599"/>
              <a:gd name="connsiteY10" fmla="*/ 192881 h 261936"/>
              <a:gd name="connsiteX11" fmla="*/ 0 w 566599"/>
              <a:gd name="connsiteY11" fmla="*/ 129709 h 261936"/>
              <a:gd name="connsiteX12" fmla="*/ 93289 w 566599"/>
              <a:gd name="connsiteY12" fmla="*/ 32078 h 261936"/>
              <a:gd name="connsiteX0" fmla="*/ 93289 w 566599"/>
              <a:gd name="connsiteY0" fmla="*/ 32078 h 373856"/>
              <a:gd name="connsiteX1" fmla="*/ 197503 w 566599"/>
              <a:gd name="connsiteY1" fmla="*/ 66675 h 373856"/>
              <a:gd name="connsiteX2" fmla="*/ 287991 w 566599"/>
              <a:gd name="connsiteY2" fmla="*/ 0 h 373856"/>
              <a:gd name="connsiteX3" fmla="*/ 468283 w 566599"/>
              <a:gd name="connsiteY3" fmla="*/ 37880 h 373856"/>
              <a:gd name="connsiteX4" fmla="*/ 566599 w 566599"/>
              <a:gd name="connsiteY4" fmla="*/ 121444 h 373856"/>
              <a:gd name="connsiteX5" fmla="*/ 511829 w 566599"/>
              <a:gd name="connsiteY5" fmla="*/ 247650 h 373856"/>
              <a:gd name="connsiteX6" fmla="*/ 335617 w 566599"/>
              <a:gd name="connsiteY6" fmla="*/ 128587 h 373856"/>
              <a:gd name="connsiteX7" fmla="*/ 290374 w 566599"/>
              <a:gd name="connsiteY7" fmla="*/ 188119 h 373856"/>
              <a:gd name="connsiteX8" fmla="*/ 304659 w 566599"/>
              <a:gd name="connsiteY8" fmla="*/ 261936 h 373856"/>
              <a:gd name="connsiteX9" fmla="*/ 168931 w 566599"/>
              <a:gd name="connsiteY9" fmla="*/ 245269 h 373856"/>
              <a:gd name="connsiteX10" fmla="*/ 42724 w 566599"/>
              <a:gd name="connsiteY10" fmla="*/ 373856 h 373856"/>
              <a:gd name="connsiteX11" fmla="*/ 0 w 566599"/>
              <a:gd name="connsiteY11" fmla="*/ 129709 h 373856"/>
              <a:gd name="connsiteX12" fmla="*/ 93289 w 566599"/>
              <a:gd name="connsiteY12" fmla="*/ 32078 h 373856"/>
              <a:gd name="connsiteX0" fmla="*/ 93289 w 566599"/>
              <a:gd name="connsiteY0" fmla="*/ 32078 h 452438"/>
              <a:gd name="connsiteX1" fmla="*/ 197503 w 566599"/>
              <a:gd name="connsiteY1" fmla="*/ 66675 h 452438"/>
              <a:gd name="connsiteX2" fmla="*/ 287991 w 566599"/>
              <a:gd name="connsiteY2" fmla="*/ 0 h 452438"/>
              <a:gd name="connsiteX3" fmla="*/ 468283 w 566599"/>
              <a:gd name="connsiteY3" fmla="*/ 37880 h 452438"/>
              <a:gd name="connsiteX4" fmla="*/ 566599 w 566599"/>
              <a:gd name="connsiteY4" fmla="*/ 121444 h 452438"/>
              <a:gd name="connsiteX5" fmla="*/ 511829 w 566599"/>
              <a:gd name="connsiteY5" fmla="*/ 247650 h 452438"/>
              <a:gd name="connsiteX6" fmla="*/ 335617 w 566599"/>
              <a:gd name="connsiteY6" fmla="*/ 128587 h 452438"/>
              <a:gd name="connsiteX7" fmla="*/ 290374 w 566599"/>
              <a:gd name="connsiteY7" fmla="*/ 188119 h 452438"/>
              <a:gd name="connsiteX8" fmla="*/ 304659 w 566599"/>
              <a:gd name="connsiteY8" fmla="*/ 261936 h 452438"/>
              <a:gd name="connsiteX9" fmla="*/ 4624 w 566599"/>
              <a:gd name="connsiteY9" fmla="*/ 452438 h 452438"/>
              <a:gd name="connsiteX10" fmla="*/ 42724 w 566599"/>
              <a:gd name="connsiteY10" fmla="*/ 373856 h 452438"/>
              <a:gd name="connsiteX11" fmla="*/ 0 w 566599"/>
              <a:gd name="connsiteY11" fmla="*/ 129709 h 452438"/>
              <a:gd name="connsiteX12" fmla="*/ 93289 w 566599"/>
              <a:gd name="connsiteY12" fmla="*/ 32078 h 452438"/>
              <a:gd name="connsiteX0" fmla="*/ 93289 w 566599"/>
              <a:gd name="connsiteY0" fmla="*/ 32078 h 495299"/>
              <a:gd name="connsiteX1" fmla="*/ 197503 w 566599"/>
              <a:gd name="connsiteY1" fmla="*/ 66675 h 495299"/>
              <a:gd name="connsiteX2" fmla="*/ 287991 w 566599"/>
              <a:gd name="connsiteY2" fmla="*/ 0 h 495299"/>
              <a:gd name="connsiteX3" fmla="*/ 468283 w 566599"/>
              <a:gd name="connsiteY3" fmla="*/ 37880 h 495299"/>
              <a:gd name="connsiteX4" fmla="*/ 566599 w 566599"/>
              <a:gd name="connsiteY4" fmla="*/ 121444 h 495299"/>
              <a:gd name="connsiteX5" fmla="*/ 511829 w 566599"/>
              <a:gd name="connsiteY5" fmla="*/ 247650 h 495299"/>
              <a:gd name="connsiteX6" fmla="*/ 335617 w 566599"/>
              <a:gd name="connsiteY6" fmla="*/ 128587 h 495299"/>
              <a:gd name="connsiteX7" fmla="*/ 290374 w 566599"/>
              <a:gd name="connsiteY7" fmla="*/ 188119 h 495299"/>
              <a:gd name="connsiteX8" fmla="*/ 37959 w 566599"/>
              <a:gd name="connsiteY8" fmla="*/ 495299 h 495299"/>
              <a:gd name="connsiteX9" fmla="*/ 4624 w 566599"/>
              <a:gd name="connsiteY9" fmla="*/ 452438 h 495299"/>
              <a:gd name="connsiteX10" fmla="*/ 42724 w 566599"/>
              <a:gd name="connsiteY10" fmla="*/ 373856 h 495299"/>
              <a:gd name="connsiteX11" fmla="*/ 0 w 566599"/>
              <a:gd name="connsiteY11" fmla="*/ 129709 h 495299"/>
              <a:gd name="connsiteX12" fmla="*/ 93289 w 566599"/>
              <a:gd name="connsiteY12" fmla="*/ 32078 h 495299"/>
              <a:gd name="connsiteX0" fmla="*/ 226778 w 700088"/>
              <a:gd name="connsiteY0" fmla="*/ 32078 h 702469"/>
              <a:gd name="connsiteX1" fmla="*/ 330992 w 700088"/>
              <a:gd name="connsiteY1" fmla="*/ 66675 h 702469"/>
              <a:gd name="connsiteX2" fmla="*/ 421480 w 700088"/>
              <a:gd name="connsiteY2" fmla="*/ 0 h 702469"/>
              <a:gd name="connsiteX3" fmla="*/ 601772 w 700088"/>
              <a:gd name="connsiteY3" fmla="*/ 37880 h 702469"/>
              <a:gd name="connsiteX4" fmla="*/ 700088 w 700088"/>
              <a:gd name="connsiteY4" fmla="*/ 121444 h 702469"/>
              <a:gd name="connsiteX5" fmla="*/ 645318 w 700088"/>
              <a:gd name="connsiteY5" fmla="*/ 247650 h 702469"/>
              <a:gd name="connsiteX6" fmla="*/ 469106 w 700088"/>
              <a:gd name="connsiteY6" fmla="*/ 128587 h 702469"/>
              <a:gd name="connsiteX7" fmla="*/ 0 w 700088"/>
              <a:gd name="connsiteY7" fmla="*/ 702469 h 702469"/>
              <a:gd name="connsiteX8" fmla="*/ 171448 w 700088"/>
              <a:gd name="connsiteY8" fmla="*/ 495299 h 702469"/>
              <a:gd name="connsiteX9" fmla="*/ 138113 w 700088"/>
              <a:gd name="connsiteY9" fmla="*/ 452438 h 702469"/>
              <a:gd name="connsiteX10" fmla="*/ 176213 w 700088"/>
              <a:gd name="connsiteY10" fmla="*/ 373856 h 702469"/>
              <a:gd name="connsiteX11" fmla="*/ 133489 w 700088"/>
              <a:gd name="connsiteY11" fmla="*/ 129709 h 702469"/>
              <a:gd name="connsiteX12" fmla="*/ 226778 w 700088"/>
              <a:gd name="connsiteY12" fmla="*/ 32078 h 702469"/>
              <a:gd name="connsiteX0" fmla="*/ 226778 w 700088"/>
              <a:gd name="connsiteY0" fmla="*/ 32078 h 864393"/>
              <a:gd name="connsiteX1" fmla="*/ 330992 w 700088"/>
              <a:gd name="connsiteY1" fmla="*/ 66675 h 864393"/>
              <a:gd name="connsiteX2" fmla="*/ 421480 w 700088"/>
              <a:gd name="connsiteY2" fmla="*/ 0 h 864393"/>
              <a:gd name="connsiteX3" fmla="*/ 601772 w 700088"/>
              <a:gd name="connsiteY3" fmla="*/ 37880 h 864393"/>
              <a:gd name="connsiteX4" fmla="*/ 700088 w 700088"/>
              <a:gd name="connsiteY4" fmla="*/ 121444 h 864393"/>
              <a:gd name="connsiteX5" fmla="*/ 645318 w 700088"/>
              <a:gd name="connsiteY5" fmla="*/ 247650 h 864393"/>
              <a:gd name="connsiteX6" fmla="*/ 307181 w 700088"/>
              <a:gd name="connsiteY6" fmla="*/ 864393 h 864393"/>
              <a:gd name="connsiteX7" fmla="*/ 0 w 700088"/>
              <a:gd name="connsiteY7" fmla="*/ 702469 h 864393"/>
              <a:gd name="connsiteX8" fmla="*/ 171448 w 700088"/>
              <a:gd name="connsiteY8" fmla="*/ 495299 h 864393"/>
              <a:gd name="connsiteX9" fmla="*/ 138113 w 700088"/>
              <a:gd name="connsiteY9" fmla="*/ 452438 h 864393"/>
              <a:gd name="connsiteX10" fmla="*/ 176213 w 700088"/>
              <a:gd name="connsiteY10" fmla="*/ 373856 h 864393"/>
              <a:gd name="connsiteX11" fmla="*/ 133489 w 700088"/>
              <a:gd name="connsiteY11" fmla="*/ 129709 h 864393"/>
              <a:gd name="connsiteX12" fmla="*/ 226778 w 700088"/>
              <a:gd name="connsiteY12" fmla="*/ 32078 h 864393"/>
              <a:gd name="connsiteX0" fmla="*/ 226778 w 700088"/>
              <a:gd name="connsiteY0" fmla="*/ 32078 h 864393"/>
              <a:gd name="connsiteX1" fmla="*/ 330992 w 700088"/>
              <a:gd name="connsiteY1" fmla="*/ 66675 h 864393"/>
              <a:gd name="connsiteX2" fmla="*/ 421480 w 700088"/>
              <a:gd name="connsiteY2" fmla="*/ 0 h 864393"/>
              <a:gd name="connsiteX3" fmla="*/ 601772 w 700088"/>
              <a:gd name="connsiteY3" fmla="*/ 37880 h 864393"/>
              <a:gd name="connsiteX4" fmla="*/ 700088 w 700088"/>
              <a:gd name="connsiteY4" fmla="*/ 121444 h 864393"/>
              <a:gd name="connsiteX5" fmla="*/ 378618 w 700088"/>
              <a:gd name="connsiteY5" fmla="*/ 854869 h 864393"/>
              <a:gd name="connsiteX6" fmla="*/ 307181 w 700088"/>
              <a:gd name="connsiteY6" fmla="*/ 864393 h 864393"/>
              <a:gd name="connsiteX7" fmla="*/ 0 w 700088"/>
              <a:gd name="connsiteY7" fmla="*/ 702469 h 864393"/>
              <a:gd name="connsiteX8" fmla="*/ 171448 w 700088"/>
              <a:gd name="connsiteY8" fmla="*/ 495299 h 864393"/>
              <a:gd name="connsiteX9" fmla="*/ 138113 w 700088"/>
              <a:gd name="connsiteY9" fmla="*/ 452438 h 864393"/>
              <a:gd name="connsiteX10" fmla="*/ 176213 w 700088"/>
              <a:gd name="connsiteY10" fmla="*/ 373856 h 864393"/>
              <a:gd name="connsiteX11" fmla="*/ 133489 w 700088"/>
              <a:gd name="connsiteY11" fmla="*/ 129709 h 864393"/>
              <a:gd name="connsiteX12" fmla="*/ 226778 w 700088"/>
              <a:gd name="connsiteY12" fmla="*/ 32078 h 864393"/>
              <a:gd name="connsiteX0" fmla="*/ 226778 w 601772"/>
              <a:gd name="connsiteY0" fmla="*/ 32078 h 1038225"/>
              <a:gd name="connsiteX1" fmla="*/ 330992 w 601772"/>
              <a:gd name="connsiteY1" fmla="*/ 66675 h 1038225"/>
              <a:gd name="connsiteX2" fmla="*/ 421480 w 601772"/>
              <a:gd name="connsiteY2" fmla="*/ 0 h 1038225"/>
              <a:gd name="connsiteX3" fmla="*/ 601772 w 601772"/>
              <a:gd name="connsiteY3" fmla="*/ 37880 h 1038225"/>
              <a:gd name="connsiteX4" fmla="*/ 523875 w 601772"/>
              <a:gd name="connsiteY4" fmla="*/ 1038225 h 1038225"/>
              <a:gd name="connsiteX5" fmla="*/ 378618 w 601772"/>
              <a:gd name="connsiteY5" fmla="*/ 854869 h 1038225"/>
              <a:gd name="connsiteX6" fmla="*/ 307181 w 601772"/>
              <a:gd name="connsiteY6" fmla="*/ 864393 h 1038225"/>
              <a:gd name="connsiteX7" fmla="*/ 0 w 601772"/>
              <a:gd name="connsiteY7" fmla="*/ 702469 h 1038225"/>
              <a:gd name="connsiteX8" fmla="*/ 171448 w 601772"/>
              <a:gd name="connsiteY8" fmla="*/ 495299 h 1038225"/>
              <a:gd name="connsiteX9" fmla="*/ 138113 w 601772"/>
              <a:gd name="connsiteY9" fmla="*/ 452438 h 1038225"/>
              <a:gd name="connsiteX10" fmla="*/ 176213 w 601772"/>
              <a:gd name="connsiteY10" fmla="*/ 373856 h 1038225"/>
              <a:gd name="connsiteX11" fmla="*/ 133489 w 601772"/>
              <a:gd name="connsiteY11" fmla="*/ 129709 h 1038225"/>
              <a:gd name="connsiteX12" fmla="*/ 226778 w 601772"/>
              <a:gd name="connsiteY12" fmla="*/ 32078 h 1038225"/>
              <a:gd name="connsiteX0" fmla="*/ 226778 w 951815"/>
              <a:gd name="connsiteY0" fmla="*/ 32078 h 1038225"/>
              <a:gd name="connsiteX1" fmla="*/ 330992 w 951815"/>
              <a:gd name="connsiteY1" fmla="*/ 66675 h 1038225"/>
              <a:gd name="connsiteX2" fmla="*/ 421480 w 951815"/>
              <a:gd name="connsiteY2" fmla="*/ 0 h 1038225"/>
              <a:gd name="connsiteX3" fmla="*/ 951815 w 951815"/>
              <a:gd name="connsiteY3" fmla="*/ 321249 h 1038225"/>
              <a:gd name="connsiteX4" fmla="*/ 523875 w 951815"/>
              <a:gd name="connsiteY4" fmla="*/ 1038225 h 1038225"/>
              <a:gd name="connsiteX5" fmla="*/ 378618 w 951815"/>
              <a:gd name="connsiteY5" fmla="*/ 854869 h 1038225"/>
              <a:gd name="connsiteX6" fmla="*/ 307181 w 951815"/>
              <a:gd name="connsiteY6" fmla="*/ 864393 h 1038225"/>
              <a:gd name="connsiteX7" fmla="*/ 0 w 951815"/>
              <a:gd name="connsiteY7" fmla="*/ 702469 h 1038225"/>
              <a:gd name="connsiteX8" fmla="*/ 171448 w 951815"/>
              <a:gd name="connsiteY8" fmla="*/ 495299 h 1038225"/>
              <a:gd name="connsiteX9" fmla="*/ 138113 w 951815"/>
              <a:gd name="connsiteY9" fmla="*/ 452438 h 1038225"/>
              <a:gd name="connsiteX10" fmla="*/ 176213 w 951815"/>
              <a:gd name="connsiteY10" fmla="*/ 373856 h 1038225"/>
              <a:gd name="connsiteX11" fmla="*/ 133489 w 951815"/>
              <a:gd name="connsiteY11" fmla="*/ 129709 h 1038225"/>
              <a:gd name="connsiteX12" fmla="*/ 226778 w 951815"/>
              <a:gd name="connsiteY12" fmla="*/ 32078 h 1038225"/>
              <a:gd name="connsiteX0" fmla="*/ 226778 w 951815"/>
              <a:gd name="connsiteY0" fmla="*/ 0 h 1006147"/>
              <a:gd name="connsiteX1" fmla="*/ 330992 w 951815"/>
              <a:gd name="connsiteY1" fmla="*/ 34597 h 1006147"/>
              <a:gd name="connsiteX2" fmla="*/ 459580 w 951815"/>
              <a:gd name="connsiteY2" fmla="*/ 391784 h 1006147"/>
              <a:gd name="connsiteX3" fmla="*/ 951815 w 951815"/>
              <a:gd name="connsiteY3" fmla="*/ 289171 h 1006147"/>
              <a:gd name="connsiteX4" fmla="*/ 523875 w 951815"/>
              <a:gd name="connsiteY4" fmla="*/ 1006147 h 1006147"/>
              <a:gd name="connsiteX5" fmla="*/ 378618 w 951815"/>
              <a:gd name="connsiteY5" fmla="*/ 822791 h 1006147"/>
              <a:gd name="connsiteX6" fmla="*/ 307181 w 951815"/>
              <a:gd name="connsiteY6" fmla="*/ 832315 h 1006147"/>
              <a:gd name="connsiteX7" fmla="*/ 0 w 951815"/>
              <a:gd name="connsiteY7" fmla="*/ 670391 h 1006147"/>
              <a:gd name="connsiteX8" fmla="*/ 171448 w 951815"/>
              <a:gd name="connsiteY8" fmla="*/ 463221 h 1006147"/>
              <a:gd name="connsiteX9" fmla="*/ 138113 w 951815"/>
              <a:gd name="connsiteY9" fmla="*/ 420360 h 1006147"/>
              <a:gd name="connsiteX10" fmla="*/ 176213 w 951815"/>
              <a:gd name="connsiteY10" fmla="*/ 341778 h 1006147"/>
              <a:gd name="connsiteX11" fmla="*/ 133489 w 951815"/>
              <a:gd name="connsiteY11" fmla="*/ 97631 h 1006147"/>
              <a:gd name="connsiteX12" fmla="*/ 226778 w 951815"/>
              <a:gd name="connsiteY12" fmla="*/ 0 h 1006147"/>
              <a:gd name="connsiteX0" fmla="*/ 226778 w 951815"/>
              <a:gd name="connsiteY0" fmla="*/ 179715 h 1185862"/>
              <a:gd name="connsiteX1" fmla="*/ 350042 w 951815"/>
              <a:gd name="connsiteY1" fmla="*/ 0 h 1185862"/>
              <a:gd name="connsiteX2" fmla="*/ 459580 w 951815"/>
              <a:gd name="connsiteY2" fmla="*/ 571499 h 1185862"/>
              <a:gd name="connsiteX3" fmla="*/ 951815 w 951815"/>
              <a:gd name="connsiteY3" fmla="*/ 468886 h 1185862"/>
              <a:gd name="connsiteX4" fmla="*/ 523875 w 951815"/>
              <a:gd name="connsiteY4" fmla="*/ 1185862 h 1185862"/>
              <a:gd name="connsiteX5" fmla="*/ 378618 w 951815"/>
              <a:gd name="connsiteY5" fmla="*/ 1002506 h 1185862"/>
              <a:gd name="connsiteX6" fmla="*/ 307181 w 951815"/>
              <a:gd name="connsiteY6" fmla="*/ 1012030 h 1185862"/>
              <a:gd name="connsiteX7" fmla="*/ 0 w 951815"/>
              <a:gd name="connsiteY7" fmla="*/ 850106 h 1185862"/>
              <a:gd name="connsiteX8" fmla="*/ 171448 w 951815"/>
              <a:gd name="connsiteY8" fmla="*/ 642936 h 1185862"/>
              <a:gd name="connsiteX9" fmla="*/ 138113 w 951815"/>
              <a:gd name="connsiteY9" fmla="*/ 600075 h 1185862"/>
              <a:gd name="connsiteX10" fmla="*/ 176213 w 951815"/>
              <a:gd name="connsiteY10" fmla="*/ 521493 h 1185862"/>
              <a:gd name="connsiteX11" fmla="*/ 133489 w 951815"/>
              <a:gd name="connsiteY11" fmla="*/ 277346 h 1185862"/>
              <a:gd name="connsiteX12" fmla="*/ 226778 w 951815"/>
              <a:gd name="connsiteY12" fmla="*/ 179715 h 1185862"/>
              <a:gd name="connsiteX0" fmla="*/ 217253 w 951815"/>
              <a:gd name="connsiteY0" fmla="*/ 153521 h 1185862"/>
              <a:gd name="connsiteX1" fmla="*/ 350042 w 951815"/>
              <a:gd name="connsiteY1" fmla="*/ 0 h 1185862"/>
              <a:gd name="connsiteX2" fmla="*/ 459580 w 951815"/>
              <a:gd name="connsiteY2" fmla="*/ 571499 h 1185862"/>
              <a:gd name="connsiteX3" fmla="*/ 951815 w 951815"/>
              <a:gd name="connsiteY3" fmla="*/ 468886 h 1185862"/>
              <a:gd name="connsiteX4" fmla="*/ 523875 w 951815"/>
              <a:gd name="connsiteY4" fmla="*/ 1185862 h 1185862"/>
              <a:gd name="connsiteX5" fmla="*/ 378618 w 951815"/>
              <a:gd name="connsiteY5" fmla="*/ 1002506 h 1185862"/>
              <a:gd name="connsiteX6" fmla="*/ 307181 w 951815"/>
              <a:gd name="connsiteY6" fmla="*/ 1012030 h 1185862"/>
              <a:gd name="connsiteX7" fmla="*/ 0 w 951815"/>
              <a:gd name="connsiteY7" fmla="*/ 850106 h 1185862"/>
              <a:gd name="connsiteX8" fmla="*/ 171448 w 951815"/>
              <a:gd name="connsiteY8" fmla="*/ 642936 h 1185862"/>
              <a:gd name="connsiteX9" fmla="*/ 138113 w 951815"/>
              <a:gd name="connsiteY9" fmla="*/ 600075 h 1185862"/>
              <a:gd name="connsiteX10" fmla="*/ 176213 w 951815"/>
              <a:gd name="connsiteY10" fmla="*/ 521493 h 1185862"/>
              <a:gd name="connsiteX11" fmla="*/ 133489 w 951815"/>
              <a:gd name="connsiteY11" fmla="*/ 277346 h 1185862"/>
              <a:gd name="connsiteX12" fmla="*/ 217253 w 951815"/>
              <a:gd name="connsiteY12" fmla="*/ 153521 h 1185862"/>
              <a:gd name="connsiteX0" fmla="*/ 217253 w 951815"/>
              <a:gd name="connsiteY0" fmla="*/ 270203 h 1302544"/>
              <a:gd name="connsiteX1" fmla="*/ 350042 w 951815"/>
              <a:gd name="connsiteY1" fmla="*/ 116682 h 1302544"/>
              <a:gd name="connsiteX2" fmla="*/ 459580 w 951815"/>
              <a:gd name="connsiteY2" fmla="*/ 0 h 1302544"/>
              <a:gd name="connsiteX3" fmla="*/ 951815 w 951815"/>
              <a:gd name="connsiteY3" fmla="*/ 585568 h 1302544"/>
              <a:gd name="connsiteX4" fmla="*/ 523875 w 951815"/>
              <a:gd name="connsiteY4" fmla="*/ 1302544 h 1302544"/>
              <a:gd name="connsiteX5" fmla="*/ 378618 w 951815"/>
              <a:gd name="connsiteY5" fmla="*/ 1119188 h 1302544"/>
              <a:gd name="connsiteX6" fmla="*/ 307181 w 951815"/>
              <a:gd name="connsiteY6" fmla="*/ 1128712 h 1302544"/>
              <a:gd name="connsiteX7" fmla="*/ 0 w 951815"/>
              <a:gd name="connsiteY7" fmla="*/ 966788 h 1302544"/>
              <a:gd name="connsiteX8" fmla="*/ 171448 w 951815"/>
              <a:gd name="connsiteY8" fmla="*/ 759618 h 1302544"/>
              <a:gd name="connsiteX9" fmla="*/ 138113 w 951815"/>
              <a:gd name="connsiteY9" fmla="*/ 716757 h 1302544"/>
              <a:gd name="connsiteX10" fmla="*/ 176213 w 951815"/>
              <a:gd name="connsiteY10" fmla="*/ 638175 h 1302544"/>
              <a:gd name="connsiteX11" fmla="*/ 133489 w 951815"/>
              <a:gd name="connsiteY11" fmla="*/ 394028 h 1302544"/>
              <a:gd name="connsiteX12" fmla="*/ 217253 w 951815"/>
              <a:gd name="connsiteY12" fmla="*/ 270203 h 1302544"/>
              <a:gd name="connsiteX0" fmla="*/ 217253 w 951815"/>
              <a:gd name="connsiteY0" fmla="*/ 270203 h 1302544"/>
              <a:gd name="connsiteX1" fmla="*/ 352423 w 951815"/>
              <a:gd name="connsiteY1" fmla="*/ 71438 h 1302544"/>
              <a:gd name="connsiteX2" fmla="*/ 459580 w 951815"/>
              <a:gd name="connsiteY2" fmla="*/ 0 h 1302544"/>
              <a:gd name="connsiteX3" fmla="*/ 951815 w 951815"/>
              <a:gd name="connsiteY3" fmla="*/ 585568 h 1302544"/>
              <a:gd name="connsiteX4" fmla="*/ 523875 w 951815"/>
              <a:gd name="connsiteY4" fmla="*/ 1302544 h 1302544"/>
              <a:gd name="connsiteX5" fmla="*/ 378618 w 951815"/>
              <a:gd name="connsiteY5" fmla="*/ 1119188 h 1302544"/>
              <a:gd name="connsiteX6" fmla="*/ 307181 w 951815"/>
              <a:gd name="connsiteY6" fmla="*/ 1128712 h 1302544"/>
              <a:gd name="connsiteX7" fmla="*/ 0 w 951815"/>
              <a:gd name="connsiteY7" fmla="*/ 966788 h 1302544"/>
              <a:gd name="connsiteX8" fmla="*/ 171448 w 951815"/>
              <a:gd name="connsiteY8" fmla="*/ 759618 h 1302544"/>
              <a:gd name="connsiteX9" fmla="*/ 138113 w 951815"/>
              <a:gd name="connsiteY9" fmla="*/ 716757 h 1302544"/>
              <a:gd name="connsiteX10" fmla="*/ 176213 w 951815"/>
              <a:gd name="connsiteY10" fmla="*/ 638175 h 1302544"/>
              <a:gd name="connsiteX11" fmla="*/ 133489 w 951815"/>
              <a:gd name="connsiteY11" fmla="*/ 394028 h 1302544"/>
              <a:gd name="connsiteX12" fmla="*/ 217253 w 951815"/>
              <a:gd name="connsiteY12" fmla="*/ 270203 h 1302544"/>
              <a:gd name="connsiteX0" fmla="*/ 217253 w 951815"/>
              <a:gd name="connsiteY0" fmla="*/ 272585 h 1304926"/>
              <a:gd name="connsiteX1" fmla="*/ 352423 w 951815"/>
              <a:gd name="connsiteY1" fmla="*/ 73820 h 1304926"/>
              <a:gd name="connsiteX2" fmla="*/ 426242 w 951815"/>
              <a:gd name="connsiteY2" fmla="*/ 0 h 1304926"/>
              <a:gd name="connsiteX3" fmla="*/ 951815 w 951815"/>
              <a:gd name="connsiteY3" fmla="*/ 587950 h 1304926"/>
              <a:gd name="connsiteX4" fmla="*/ 523875 w 951815"/>
              <a:gd name="connsiteY4" fmla="*/ 1304926 h 1304926"/>
              <a:gd name="connsiteX5" fmla="*/ 378618 w 951815"/>
              <a:gd name="connsiteY5" fmla="*/ 1121570 h 1304926"/>
              <a:gd name="connsiteX6" fmla="*/ 307181 w 951815"/>
              <a:gd name="connsiteY6" fmla="*/ 1131094 h 1304926"/>
              <a:gd name="connsiteX7" fmla="*/ 0 w 951815"/>
              <a:gd name="connsiteY7" fmla="*/ 969170 h 1304926"/>
              <a:gd name="connsiteX8" fmla="*/ 171448 w 951815"/>
              <a:gd name="connsiteY8" fmla="*/ 762000 h 1304926"/>
              <a:gd name="connsiteX9" fmla="*/ 138113 w 951815"/>
              <a:gd name="connsiteY9" fmla="*/ 719139 h 1304926"/>
              <a:gd name="connsiteX10" fmla="*/ 176213 w 951815"/>
              <a:gd name="connsiteY10" fmla="*/ 640557 h 1304926"/>
              <a:gd name="connsiteX11" fmla="*/ 133489 w 951815"/>
              <a:gd name="connsiteY11" fmla="*/ 396410 h 1304926"/>
              <a:gd name="connsiteX12" fmla="*/ 217253 w 951815"/>
              <a:gd name="connsiteY12" fmla="*/ 272585 h 1304926"/>
              <a:gd name="connsiteX0" fmla="*/ 217253 w 951815"/>
              <a:gd name="connsiteY0" fmla="*/ 272585 h 1304926"/>
              <a:gd name="connsiteX1" fmla="*/ 352423 w 951815"/>
              <a:gd name="connsiteY1" fmla="*/ 73820 h 1304926"/>
              <a:gd name="connsiteX2" fmla="*/ 426242 w 951815"/>
              <a:gd name="connsiteY2" fmla="*/ 0 h 1304926"/>
              <a:gd name="connsiteX3" fmla="*/ 951815 w 951815"/>
              <a:gd name="connsiteY3" fmla="*/ 587950 h 1304926"/>
              <a:gd name="connsiteX4" fmla="*/ 523875 w 951815"/>
              <a:gd name="connsiteY4" fmla="*/ 1304926 h 1304926"/>
              <a:gd name="connsiteX5" fmla="*/ 378618 w 951815"/>
              <a:gd name="connsiteY5" fmla="*/ 1121570 h 1304926"/>
              <a:gd name="connsiteX6" fmla="*/ 307181 w 951815"/>
              <a:gd name="connsiteY6" fmla="*/ 1131094 h 1304926"/>
              <a:gd name="connsiteX7" fmla="*/ 0 w 951815"/>
              <a:gd name="connsiteY7" fmla="*/ 969170 h 1304926"/>
              <a:gd name="connsiteX8" fmla="*/ 171448 w 951815"/>
              <a:gd name="connsiteY8" fmla="*/ 762000 h 1304926"/>
              <a:gd name="connsiteX9" fmla="*/ 138113 w 951815"/>
              <a:gd name="connsiteY9" fmla="*/ 719139 h 1304926"/>
              <a:gd name="connsiteX10" fmla="*/ 176213 w 951815"/>
              <a:gd name="connsiteY10" fmla="*/ 640557 h 1304926"/>
              <a:gd name="connsiteX11" fmla="*/ 154920 w 951815"/>
              <a:gd name="connsiteY11" fmla="*/ 401173 h 1304926"/>
              <a:gd name="connsiteX12" fmla="*/ 217253 w 951815"/>
              <a:gd name="connsiteY12" fmla="*/ 272585 h 1304926"/>
              <a:gd name="connsiteX0" fmla="*/ 217253 w 523875"/>
              <a:gd name="connsiteY0" fmla="*/ 272585 h 1304926"/>
              <a:gd name="connsiteX1" fmla="*/ 352423 w 523875"/>
              <a:gd name="connsiteY1" fmla="*/ 73820 h 1304926"/>
              <a:gd name="connsiteX2" fmla="*/ 426242 w 523875"/>
              <a:gd name="connsiteY2" fmla="*/ 0 h 1304926"/>
              <a:gd name="connsiteX3" fmla="*/ 487472 w 523875"/>
              <a:gd name="connsiteY3" fmla="*/ 49788 h 1304926"/>
              <a:gd name="connsiteX4" fmla="*/ 523875 w 523875"/>
              <a:gd name="connsiteY4" fmla="*/ 1304926 h 1304926"/>
              <a:gd name="connsiteX5" fmla="*/ 378618 w 523875"/>
              <a:gd name="connsiteY5" fmla="*/ 1121570 h 1304926"/>
              <a:gd name="connsiteX6" fmla="*/ 307181 w 523875"/>
              <a:gd name="connsiteY6" fmla="*/ 1131094 h 1304926"/>
              <a:gd name="connsiteX7" fmla="*/ 0 w 523875"/>
              <a:gd name="connsiteY7" fmla="*/ 969170 h 1304926"/>
              <a:gd name="connsiteX8" fmla="*/ 171448 w 523875"/>
              <a:gd name="connsiteY8" fmla="*/ 762000 h 1304926"/>
              <a:gd name="connsiteX9" fmla="*/ 138113 w 523875"/>
              <a:gd name="connsiteY9" fmla="*/ 719139 h 1304926"/>
              <a:gd name="connsiteX10" fmla="*/ 176213 w 523875"/>
              <a:gd name="connsiteY10" fmla="*/ 640557 h 1304926"/>
              <a:gd name="connsiteX11" fmla="*/ 154920 w 523875"/>
              <a:gd name="connsiteY11" fmla="*/ 401173 h 1304926"/>
              <a:gd name="connsiteX12" fmla="*/ 217253 w 523875"/>
              <a:gd name="connsiteY12" fmla="*/ 272585 h 1304926"/>
              <a:gd name="connsiteX0" fmla="*/ 217253 w 523875"/>
              <a:gd name="connsiteY0" fmla="*/ 272585 h 1304926"/>
              <a:gd name="connsiteX1" fmla="*/ 352423 w 523875"/>
              <a:gd name="connsiteY1" fmla="*/ 73820 h 1304926"/>
              <a:gd name="connsiteX2" fmla="*/ 426242 w 523875"/>
              <a:gd name="connsiteY2" fmla="*/ 0 h 1304926"/>
              <a:gd name="connsiteX3" fmla="*/ 487472 w 523875"/>
              <a:gd name="connsiteY3" fmla="*/ 49788 h 1304926"/>
              <a:gd name="connsiteX4" fmla="*/ 488054 w 523875"/>
              <a:gd name="connsiteY4" fmla="*/ 145038 h 1304926"/>
              <a:gd name="connsiteX5" fmla="*/ 523875 w 523875"/>
              <a:gd name="connsiteY5" fmla="*/ 1304926 h 1304926"/>
              <a:gd name="connsiteX6" fmla="*/ 378618 w 523875"/>
              <a:gd name="connsiteY6" fmla="*/ 1121570 h 1304926"/>
              <a:gd name="connsiteX7" fmla="*/ 307181 w 523875"/>
              <a:gd name="connsiteY7" fmla="*/ 1131094 h 1304926"/>
              <a:gd name="connsiteX8" fmla="*/ 0 w 523875"/>
              <a:gd name="connsiteY8" fmla="*/ 969170 h 1304926"/>
              <a:gd name="connsiteX9" fmla="*/ 171448 w 523875"/>
              <a:gd name="connsiteY9" fmla="*/ 762000 h 1304926"/>
              <a:gd name="connsiteX10" fmla="*/ 138113 w 523875"/>
              <a:gd name="connsiteY10" fmla="*/ 719139 h 1304926"/>
              <a:gd name="connsiteX11" fmla="*/ 176213 w 523875"/>
              <a:gd name="connsiteY11" fmla="*/ 640557 h 1304926"/>
              <a:gd name="connsiteX12" fmla="*/ 154920 w 523875"/>
              <a:gd name="connsiteY12" fmla="*/ 401173 h 1304926"/>
              <a:gd name="connsiteX13" fmla="*/ 217253 w 523875"/>
              <a:gd name="connsiteY13" fmla="*/ 272585 h 1304926"/>
              <a:gd name="connsiteX0" fmla="*/ 217253 w 728560"/>
              <a:gd name="connsiteY0" fmla="*/ 399009 h 1431350"/>
              <a:gd name="connsiteX1" fmla="*/ 352423 w 728560"/>
              <a:gd name="connsiteY1" fmla="*/ 200244 h 1431350"/>
              <a:gd name="connsiteX2" fmla="*/ 426242 w 728560"/>
              <a:gd name="connsiteY2" fmla="*/ 126424 h 1431350"/>
              <a:gd name="connsiteX3" fmla="*/ 487472 w 728560"/>
              <a:gd name="connsiteY3" fmla="*/ 176212 h 1431350"/>
              <a:gd name="connsiteX4" fmla="*/ 728560 w 728560"/>
              <a:gd name="connsiteY4" fmla="*/ 0 h 1431350"/>
              <a:gd name="connsiteX5" fmla="*/ 523875 w 728560"/>
              <a:gd name="connsiteY5" fmla="*/ 1431350 h 1431350"/>
              <a:gd name="connsiteX6" fmla="*/ 378618 w 728560"/>
              <a:gd name="connsiteY6" fmla="*/ 1247994 h 1431350"/>
              <a:gd name="connsiteX7" fmla="*/ 307181 w 728560"/>
              <a:gd name="connsiteY7" fmla="*/ 1257518 h 1431350"/>
              <a:gd name="connsiteX8" fmla="*/ 0 w 728560"/>
              <a:gd name="connsiteY8" fmla="*/ 1095594 h 1431350"/>
              <a:gd name="connsiteX9" fmla="*/ 171448 w 728560"/>
              <a:gd name="connsiteY9" fmla="*/ 888424 h 1431350"/>
              <a:gd name="connsiteX10" fmla="*/ 138113 w 728560"/>
              <a:gd name="connsiteY10" fmla="*/ 845563 h 1431350"/>
              <a:gd name="connsiteX11" fmla="*/ 176213 w 728560"/>
              <a:gd name="connsiteY11" fmla="*/ 766981 h 1431350"/>
              <a:gd name="connsiteX12" fmla="*/ 154920 w 728560"/>
              <a:gd name="connsiteY12" fmla="*/ 527597 h 1431350"/>
              <a:gd name="connsiteX13" fmla="*/ 217253 w 728560"/>
              <a:gd name="connsiteY13" fmla="*/ 399009 h 1431350"/>
              <a:gd name="connsiteX0" fmla="*/ 217253 w 728560"/>
              <a:gd name="connsiteY0" fmla="*/ 399009 h 1431350"/>
              <a:gd name="connsiteX1" fmla="*/ 352423 w 728560"/>
              <a:gd name="connsiteY1" fmla="*/ 200244 h 1431350"/>
              <a:gd name="connsiteX2" fmla="*/ 426242 w 728560"/>
              <a:gd name="connsiteY2" fmla="*/ 126424 h 1431350"/>
              <a:gd name="connsiteX3" fmla="*/ 494616 w 728560"/>
              <a:gd name="connsiteY3" fmla="*/ 128587 h 1431350"/>
              <a:gd name="connsiteX4" fmla="*/ 728560 w 728560"/>
              <a:gd name="connsiteY4" fmla="*/ 0 h 1431350"/>
              <a:gd name="connsiteX5" fmla="*/ 523875 w 728560"/>
              <a:gd name="connsiteY5" fmla="*/ 1431350 h 1431350"/>
              <a:gd name="connsiteX6" fmla="*/ 378618 w 728560"/>
              <a:gd name="connsiteY6" fmla="*/ 1247994 h 1431350"/>
              <a:gd name="connsiteX7" fmla="*/ 307181 w 728560"/>
              <a:gd name="connsiteY7" fmla="*/ 1257518 h 1431350"/>
              <a:gd name="connsiteX8" fmla="*/ 0 w 728560"/>
              <a:gd name="connsiteY8" fmla="*/ 1095594 h 1431350"/>
              <a:gd name="connsiteX9" fmla="*/ 171448 w 728560"/>
              <a:gd name="connsiteY9" fmla="*/ 888424 h 1431350"/>
              <a:gd name="connsiteX10" fmla="*/ 138113 w 728560"/>
              <a:gd name="connsiteY10" fmla="*/ 845563 h 1431350"/>
              <a:gd name="connsiteX11" fmla="*/ 176213 w 728560"/>
              <a:gd name="connsiteY11" fmla="*/ 766981 h 1431350"/>
              <a:gd name="connsiteX12" fmla="*/ 154920 w 728560"/>
              <a:gd name="connsiteY12" fmla="*/ 527597 h 1431350"/>
              <a:gd name="connsiteX13" fmla="*/ 217253 w 728560"/>
              <a:gd name="connsiteY13" fmla="*/ 399009 h 1431350"/>
              <a:gd name="connsiteX0" fmla="*/ 217253 w 728560"/>
              <a:gd name="connsiteY0" fmla="*/ 399009 h 1431350"/>
              <a:gd name="connsiteX1" fmla="*/ 352423 w 728560"/>
              <a:gd name="connsiteY1" fmla="*/ 200244 h 1431350"/>
              <a:gd name="connsiteX2" fmla="*/ 426242 w 728560"/>
              <a:gd name="connsiteY2" fmla="*/ 126424 h 1431350"/>
              <a:gd name="connsiteX3" fmla="*/ 494616 w 728560"/>
              <a:gd name="connsiteY3" fmla="*/ 128587 h 1431350"/>
              <a:gd name="connsiteX4" fmla="*/ 728560 w 728560"/>
              <a:gd name="connsiteY4" fmla="*/ 0 h 1431350"/>
              <a:gd name="connsiteX5" fmla="*/ 707128 w 728560"/>
              <a:gd name="connsiteY5" fmla="*/ 150018 h 1431350"/>
              <a:gd name="connsiteX6" fmla="*/ 523875 w 728560"/>
              <a:gd name="connsiteY6" fmla="*/ 1431350 h 1431350"/>
              <a:gd name="connsiteX7" fmla="*/ 378618 w 728560"/>
              <a:gd name="connsiteY7" fmla="*/ 1247994 h 1431350"/>
              <a:gd name="connsiteX8" fmla="*/ 307181 w 728560"/>
              <a:gd name="connsiteY8" fmla="*/ 1257518 h 1431350"/>
              <a:gd name="connsiteX9" fmla="*/ 0 w 728560"/>
              <a:gd name="connsiteY9" fmla="*/ 1095594 h 1431350"/>
              <a:gd name="connsiteX10" fmla="*/ 171448 w 728560"/>
              <a:gd name="connsiteY10" fmla="*/ 888424 h 1431350"/>
              <a:gd name="connsiteX11" fmla="*/ 138113 w 728560"/>
              <a:gd name="connsiteY11" fmla="*/ 845563 h 1431350"/>
              <a:gd name="connsiteX12" fmla="*/ 176213 w 728560"/>
              <a:gd name="connsiteY12" fmla="*/ 766981 h 1431350"/>
              <a:gd name="connsiteX13" fmla="*/ 154920 w 728560"/>
              <a:gd name="connsiteY13" fmla="*/ 527597 h 1431350"/>
              <a:gd name="connsiteX14" fmla="*/ 217253 w 728560"/>
              <a:gd name="connsiteY14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523875 w 761897"/>
              <a:gd name="connsiteY6" fmla="*/ 1431350 h 1431350"/>
              <a:gd name="connsiteX7" fmla="*/ 378618 w 761897"/>
              <a:gd name="connsiteY7" fmla="*/ 1247994 h 1431350"/>
              <a:gd name="connsiteX8" fmla="*/ 307181 w 761897"/>
              <a:gd name="connsiteY8" fmla="*/ 1257518 h 1431350"/>
              <a:gd name="connsiteX9" fmla="*/ 0 w 761897"/>
              <a:gd name="connsiteY9" fmla="*/ 1095594 h 1431350"/>
              <a:gd name="connsiteX10" fmla="*/ 171448 w 761897"/>
              <a:gd name="connsiteY10" fmla="*/ 888424 h 1431350"/>
              <a:gd name="connsiteX11" fmla="*/ 138113 w 761897"/>
              <a:gd name="connsiteY11" fmla="*/ 845563 h 1431350"/>
              <a:gd name="connsiteX12" fmla="*/ 176213 w 761897"/>
              <a:gd name="connsiteY12" fmla="*/ 766981 h 1431350"/>
              <a:gd name="connsiteX13" fmla="*/ 154920 w 761897"/>
              <a:gd name="connsiteY13" fmla="*/ 527597 h 1431350"/>
              <a:gd name="connsiteX14" fmla="*/ 217253 w 761897"/>
              <a:gd name="connsiteY14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752372 w 761897"/>
              <a:gd name="connsiteY6" fmla="*/ 97631 h 1431350"/>
              <a:gd name="connsiteX7" fmla="*/ 523875 w 761897"/>
              <a:gd name="connsiteY7" fmla="*/ 1431350 h 1431350"/>
              <a:gd name="connsiteX8" fmla="*/ 378618 w 761897"/>
              <a:gd name="connsiteY8" fmla="*/ 1247994 h 1431350"/>
              <a:gd name="connsiteX9" fmla="*/ 307181 w 761897"/>
              <a:gd name="connsiteY9" fmla="*/ 1257518 h 1431350"/>
              <a:gd name="connsiteX10" fmla="*/ 0 w 761897"/>
              <a:gd name="connsiteY10" fmla="*/ 1095594 h 1431350"/>
              <a:gd name="connsiteX11" fmla="*/ 171448 w 761897"/>
              <a:gd name="connsiteY11" fmla="*/ 888424 h 1431350"/>
              <a:gd name="connsiteX12" fmla="*/ 138113 w 761897"/>
              <a:gd name="connsiteY12" fmla="*/ 845563 h 1431350"/>
              <a:gd name="connsiteX13" fmla="*/ 176213 w 761897"/>
              <a:gd name="connsiteY13" fmla="*/ 766981 h 1431350"/>
              <a:gd name="connsiteX14" fmla="*/ 154920 w 761897"/>
              <a:gd name="connsiteY14" fmla="*/ 527597 h 1431350"/>
              <a:gd name="connsiteX15" fmla="*/ 217253 w 761897"/>
              <a:gd name="connsiteY15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635690 w 761897"/>
              <a:gd name="connsiteY6" fmla="*/ 209550 h 1431350"/>
              <a:gd name="connsiteX7" fmla="*/ 523875 w 761897"/>
              <a:gd name="connsiteY7" fmla="*/ 1431350 h 1431350"/>
              <a:gd name="connsiteX8" fmla="*/ 378618 w 761897"/>
              <a:gd name="connsiteY8" fmla="*/ 1247994 h 1431350"/>
              <a:gd name="connsiteX9" fmla="*/ 307181 w 761897"/>
              <a:gd name="connsiteY9" fmla="*/ 1257518 h 1431350"/>
              <a:gd name="connsiteX10" fmla="*/ 0 w 761897"/>
              <a:gd name="connsiteY10" fmla="*/ 1095594 h 1431350"/>
              <a:gd name="connsiteX11" fmla="*/ 171448 w 761897"/>
              <a:gd name="connsiteY11" fmla="*/ 888424 h 1431350"/>
              <a:gd name="connsiteX12" fmla="*/ 138113 w 761897"/>
              <a:gd name="connsiteY12" fmla="*/ 845563 h 1431350"/>
              <a:gd name="connsiteX13" fmla="*/ 176213 w 761897"/>
              <a:gd name="connsiteY13" fmla="*/ 766981 h 1431350"/>
              <a:gd name="connsiteX14" fmla="*/ 154920 w 761897"/>
              <a:gd name="connsiteY14" fmla="*/ 527597 h 1431350"/>
              <a:gd name="connsiteX15" fmla="*/ 217253 w 761897"/>
              <a:gd name="connsiteY15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664265 w 761897"/>
              <a:gd name="connsiteY6" fmla="*/ 235744 h 1431350"/>
              <a:gd name="connsiteX7" fmla="*/ 523875 w 761897"/>
              <a:gd name="connsiteY7" fmla="*/ 1431350 h 1431350"/>
              <a:gd name="connsiteX8" fmla="*/ 378618 w 761897"/>
              <a:gd name="connsiteY8" fmla="*/ 1247994 h 1431350"/>
              <a:gd name="connsiteX9" fmla="*/ 307181 w 761897"/>
              <a:gd name="connsiteY9" fmla="*/ 1257518 h 1431350"/>
              <a:gd name="connsiteX10" fmla="*/ 0 w 761897"/>
              <a:gd name="connsiteY10" fmla="*/ 1095594 h 1431350"/>
              <a:gd name="connsiteX11" fmla="*/ 171448 w 761897"/>
              <a:gd name="connsiteY11" fmla="*/ 888424 h 1431350"/>
              <a:gd name="connsiteX12" fmla="*/ 138113 w 761897"/>
              <a:gd name="connsiteY12" fmla="*/ 845563 h 1431350"/>
              <a:gd name="connsiteX13" fmla="*/ 176213 w 761897"/>
              <a:gd name="connsiteY13" fmla="*/ 766981 h 1431350"/>
              <a:gd name="connsiteX14" fmla="*/ 154920 w 761897"/>
              <a:gd name="connsiteY14" fmla="*/ 527597 h 1431350"/>
              <a:gd name="connsiteX15" fmla="*/ 217253 w 761897"/>
              <a:gd name="connsiteY15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664265 w 761897"/>
              <a:gd name="connsiteY6" fmla="*/ 235744 h 1431350"/>
              <a:gd name="connsiteX7" fmla="*/ 652359 w 761897"/>
              <a:gd name="connsiteY7" fmla="*/ 354806 h 1431350"/>
              <a:gd name="connsiteX8" fmla="*/ 523875 w 761897"/>
              <a:gd name="connsiteY8" fmla="*/ 1431350 h 1431350"/>
              <a:gd name="connsiteX9" fmla="*/ 378618 w 761897"/>
              <a:gd name="connsiteY9" fmla="*/ 1247994 h 1431350"/>
              <a:gd name="connsiteX10" fmla="*/ 307181 w 761897"/>
              <a:gd name="connsiteY10" fmla="*/ 1257518 h 1431350"/>
              <a:gd name="connsiteX11" fmla="*/ 0 w 761897"/>
              <a:gd name="connsiteY11" fmla="*/ 1095594 h 1431350"/>
              <a:gd name="connsiteX12" fmla="*/ 171448 w 761897"/>
              <a:gd name="connsiteY12" fmla="*/ 888424 h 1431350"/>
              <a:gd name="connsiteX13" fmla="*/ 138113 w 761897"/>
              <a:gd name="connsiteY13" fmla="*/ 845563 h 1431350"/>
              <a:gd name="connsiteX14" fmla="*/ 176213 w 761897"/>
              <a:gd name="connsiteY14" fmla="*/ 766981 h 1431350"/>
              <a:gd name="connsiteX15" fmla="*/ 154920 w 761897"/>
              <a:gd name="connsiteY15" fmla="*/ 527597 h 1431350"/>
              <a:gd name="connsiteX16" fmla="*/ 217253 w 761897"/>
              <a:gd name="connsiteY16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664265 w 761897"/>
              <a:gd name="connsiteY6" fmla="*/ 235744 h 1431350"/>
              <a:gd name="connsiteX7" fmla="*/ 697603 w 761897"/>
              <a:gd name="connsiteY7" fmla="*/ 342900 h 1431350"/>
              <a:gd name="connsiteX8" fmla="*/ 523875 w 761897"/>
              <a:gd name="connsiteY8" fmla="*/ 1431350 h 1431350"/>
              <a:gd name="connsiteX9" fmla="*/ 378618 w 761897"/>
              <a:gd name="connsiteY9" fmla="*/ 1247994 h 1431350"/>
              <a:gd name="connsiteX10" fmla="*/ 307181 w 761897"/>
              <a:gd name="connsiteY10" fmla="*/ 1257518 h 1431350"/>
              <a:gd name="connsiteX11" fmla="*/ 0 w 761897"/>
              <a:gd name="connsiteY11" fmla="*/ 1095594 h 1431350"/>
              <a:gd name="connsiteX12" fmla="*/ 171448 w 761897"/>
              <a:gd name="connsiteY12" fmla="*/ 888424 h 1431350"/>
              <a:gd name="connsiteX13" fmla="*/ 138113 w 761897"/>
              <a:gd name="connsiteY13" fmla="*/ 845563 h 1431350"/>
              <a:gd name="connsiteX14" fmla="*/ 176213 w 761897"/>
              <a:gd name="connsiteY14" fmla="*/ 766981 h 1431350"/>
              <a:gd name="connsiteX15" fmla="*/ 154920 w 761897"/>
              <a:gd name="connsiteY15" fmla="*/ 527597 h 1431350"/>
              <a:gd name="connsiteX16" fmla="*/ 217253 w 761897"/>
              <a:gd name="connsiteY16" fmla="*/ 399009 h 1431350"/>
              <a:gd name="connsiteX0" fmla="*/ 217253 w 761897"/>
              <a:gd name="connsiteY0" fmla="*/ 399009 h 1431350"/>
              <a:gd name="connsiteX1" fmla="*/ 352423 w 761897"/>
              <a:gd name="connsiteY1" fmla="*/ 200244 h 1431350"/>
              <a:gd name="connsiteX2" fmla="*/ 426242 w 761897"/>
              <a:gd name="connsiteY2" fmla="*/ 126424 h 1431350"/>
              <a:gd name="connsiteX3" fmla="*/ 494616 w 761897"/>
              <a:gd name="connsiteY3" fmla="*/ 128587 h 1431350"/>
              <a:gd name="connsiteX4" fmla="*/ 728560 w 761897"/>
              <a:gd name="connsiteY4" fmla="*/ 0 h 1431350"/>
              <a:gd name="connsiteX5" fmla="*/ 761897 w 761897"/>
              <a:gd name="connsiteY5" fmla="*/ 52387 h 1431350"/>
              <a:gd name="connsiteX6" fmla="*/ 664265 w 761897"/>
              <a:gd name="connsiteY6" fmla="*/ 235744 h 1431350"/>
              <a:gd name="connsiteX7" fmla="*/ 697603 w 761897"/>
              <a:gd name="connsiteY7" fmla="*/ 342900 h 1431350"/>
              <a:gd name="connsiteX8" fmla="*/ 685697 w 761897"/>
              <a:gd name="connsiteY8" fmla="*/ 421481 h 1431350"/>
              <a:gd name="connsiteX9" fmla="*/ 523875 w 761897"/>
              <a:gd name="connsiteY9" fmla="*/ 1431350 h 1431350"/>
              <a:gd name="connsiteX10" fmla="*/ 378618 w 761897"/>
              <a:gd name="connsiteY10" fmla="*/ 1247994 h 1431350"/>
              <a:gd name="connsiteX11" fmla="*/ 307181 w 761897"/>
              <a:gd name="connsiteY11" fmla="*/ 1257518 h 1431350"/>
              <a:gd name="connsiteX12" fmla="*/ 0 w 761897"/>
              <a:gd name="connsiteY12" fmla="*/ 1095594 h 1431350"/>
              <a:gd name="connsiteX13" fmla="*/ 171448 w 761897"/>
              <a:gd name="connsiteY13" fmla="*/ 888424 h 1431350"/>
              <a:gd name="connsiteX14" fmla="*/ 138113 w 761897"/>
              <a:gd name="connsiteY14" fmla="*/ 845563 h 1431350"/>
              <a:gd name="connsiteX15" fmla="*/ 176213 w 761897"/>
              <a:gd name="connsiteY15" fmla="*/ 766981 h 1431350"/>
              <a:gd name="connsiteX16" fmla="*/ 154920 w 761897"/>
              <a:gd name="connsiteY16" fmla="*/ 527597 h 1431350"/>
              <a:gd name="connsiteX17" fmla="*/ 217253 w 761897"/>
              <a:gd name="connsiteY17" fmla="*/ 399009 h 1431350"/>
              <a:gd name="connsiteX0" fmla="*/ 217253 w 766659"/>
              <a:gd name="connsiteY0" fmla="*/ 399009 h 1431350"/>
              <a:gd name="connsiteX1" fmla="*/ 352423 w 766659"/>
              <a:gd name="connsiteY1" fmla="*/ 200244 h 1431350"/>
              <a:gd name="connsiteX2" fmla="*/ 426242 w 766659"/>
              <a:gd name="connsiteY2" fmla="*/ 126424 h 1431350"/>
              <a:gd name="connsiteX3" fmla="*/ 494616 w 766659"/>
              <a:gd name="connsiteY3" fmla="*/ 128587 h 1431350"/>
              <a:gd name="connsiteX4" fmla="*/ 728560 w 766659"/>
              <a:gd name="connsiteY4" fmla="*/ 0 h 1431350"/>
              <a:gd name="connsiteX5" fmla="*/ 761897 w 766659"/>
              <a:gd name="connsiteY5" fmla="*/ 52387 h 1431350"/>
              <a:gd name="connsiteX6" fmla="*/ 664265 w 766659"/>
              <a:gd name="connsiteY6" fmla="*/ 235744 h 1431350"/>
              <a:gd name="connsiteX7" fmla="*/ 697603 w 766659"/>
              <a:gd name="connsiteY7" fmla="*/ 342900 h 1431350"/>
              <a:gd name="connsiteX8" fmla="*/ 766659 w 766659"/>
              <a:gd name="connsiteY8" fmla="*/ 285750 h 1431350"/>
              <a:gd name="connsiteX9" fmla="*/ 523875 w 766659"/>
              <a:gd name="connsiteY9" fmla="*/ 1431350 h 1431350"/>
              <a:gd name="connsiteX10" fmla="*/ 378618 w 766659"/>
              <a:gd name="connsiteY10" fmla="*/ 1247994 h 1431350"/>
              <a:gd name="connsiteX11" fmla="*/ 307181 w 766659"/>
              <a:gd name="connsiteY11" fmla="*/ 1257518 h 1431350"/>
              <a:gd name="connsiteX12" fmla="*/ 0 w 766659"/>
              <a:gd name="connsiteY12" fmla="*/ 1095594 h 1431350"/>
              <a:gd name="connsiteX13" fmla="*/ 171448 w 766659"/>
              <a:gd name="connsiteY13" fmla="*/ 888424 h 1431350"/>
              <a:gd name="connsiteX14" fmla="*/ 138113 w 766659"/>
              <a:gd name="connsiteY14" fmla="*/ 845563 h 1431350"/>
              <a:gd name="connsiteX15" fmla="*/ 176213 w 766659"/>
              <a:gd name="connsiteY15" fmla="*/ 766981 h 1431350"/>
              <a:gd name="connsiteX16" fmla="*/ 154920 w 766659"/>
              <a:gd name="connsiteY16" fmla="*/ 527597 h 1431350"/>
              <a:gd name="connsiteX17" fmla="*/ 217253 w 766659"/>
              <a:gd name="connsiteY17" fmla="*/ 399009 h 1431350"/>
              <a:gd name="connsiteX0" fmla="*/ 217253 w 766659"/>
              <a:gd name="connsiteY0" fmla="*/ 399009 h 1431350"/>
              <a:gd name="connsiteX1" fmla="*/ 352423 w 766659"/>
              <a:gd name="connsiteY1" fmla="*/ 200244 h 1431350"/>
              <a:gd name="connsiteX2" fmla="*/ 426242 w 766659"/>
              <a:gd name="connsiteY2" fmla="*/ 126424 h 1431350"/>
              <a:gd name="connsiteX3" fmla="*/ 494616 w 766659"/>
              <a:gd name="connsiteY3" fmla="*/ 128587 h 1431350"/>
              <a:gd name="connsiteX4" fmla="*/ 728560 w 766659"/>
              <a:gd name="connsiteY4" fmla="*/ 0 h 1431350"/>
              <a:gd name="connsiteX5" fmla="*/ 761897 w 766659"/>
              <a:gd name="connsiteY5" fmla="*/ 52387 h 1431350"/>
              <a:gd name="connsiteX6" fmla="*/ 664265 w 766659"/>
              <a:gd name="connsiteY6" fmla="*/ 235744 h 1431350"/>
              <a:gd name="connsiteX7" fmla="*/ 697603 w 766659"/>
              <a:gd name="connsiteY7" fmla="*/ 342900 h 1431350"/>
              <a:gd name="connsiteX8" fmla="*/ 766659 w 766659"/>
              <a:gd name="connsiteY8" fmla="*/ 285750 h 1431350"/>
              <a:gd name="connsiteX9" fmla="*/ 749991 w 766659"/>
              <a:gd name="connsiteY9" fmla="*/ 369093 h 1431350"/>
              <a:gd name="connsiteX10" fmla="*/ 523875 w 766659"/>
              <a:gd name="connsiteY10" fmla="*/ 1431350 h 1431350"/>
              <a:gd name="connsiteX11" fmla="*/ 378618 w 766659"/>
              <a:gd name="connsiteY11" fmla="*/ 1247994 h 1431350"/>
              <a:gd name="connsiteX12" fmla="*/ 307181 w 766659"/>
              <a:gd name="connsiteY12" fmla="*/ 1257518 h 1431350"/>
              <a:gd name="connsiteX13" fmla="*/ 0 w 766659"/>
              <a:gd name="connsiteY13" fmla="*/ 1095594 h 1431350"/>
              <a:gd name="connsiteX14" fmla="*/ 171448 w 766659"/>
              <a:gd name="connsiteY14" fmla="*/ 888424 h 1431350"/>
              <a:gd name="connsiteX15" fmla="*/ 138113 w 766659"/>
              <a:gd name="connsiteY15" fmla="*/ 845563 h 1431350"/>
              <a:gd name="connsiteX16" fmla="*/ 176213 w 766659"/>
              <a:gd name="connsiteY16" fmla="*/ 766981 h 1431350"/>
              <a:gd name="connsiteX17" fmla="*/ 154920 w 766659"/>
              <a:gd name="connsiteY17" fmla="*/ 527597 h 1431350"/>
              <a:gd name="connsiteX18" fmla="*/ 217253 w 766659"/>
              <a:gd name="connsiteY18" fmla="*/ 399009 h 1431350"/>
              <a:gd name="connsiteX0" fmla="*/ 217253 w 766659"/>
              <a:gd name="connsiteY0" fmla="*/ 399009 h 1431350"/>
              <a:gd name="connsiteX1" fmla="*/ 352423 w 766659"/>
              <a:gd name="connsiteY1" fmla="*/ 200244 h 1431350"/>
              <a:gd name="connsiteX2" fmla="*/ 426242 w 766659"/>
              <a:gd name="connsiteY2" fmla="*/ 126424 h 1431350"/>
              <a:gd name="connsiteX3" fmla="*/ 494616 w 766659"/>
              <a:gd name="connsiteY3" fmla="*/ 128587 h 1431350"/>
              <a:gd name="connsiteX4" fmla="*/ 728560 w 766659"/>
              <a:gd name="connsiteY4" fmla="*/ 0 h 1431350"/>
              <a:gd name="connsiteX5" fmla="*/ 761897 w 766659"/>
              <a:gd name="connsiteY5" fmla="*/ 52387 h 1431350"/>
              <a:gd name="connsiteX6" fmla="*/ 664265 w 766659"/>
              <a:gd name="connsiteY6" fmla="*/ 235744 h 1431350"/>
              <a:gd name="connsiteX7" fmla="*/ 697603 w 766659"/>
              <a:gd name="connsiteY7" fmla="*/ 342900 h 1431350"/>
              <a:gd name="connsiteX8" fmla="*/ 766659 w 766659"/>
              <a:gd name="connsiteY8" fmla="*/ 285750 h 1431350"/>
              <a:gd name="connsiteX9" fmla="*/ 711891 w 766659"/>
              <a:gd name="connsiteY9" fmla="*/ 166687 h 1431350"/>
              <a:gd name="connsiteX10" fmla="*/ 523875 w 766659"/>
              <a:gd name="connsiteY10" fmla="*/ 1431350 h 1431350"/>
              <a:gd name="connsiteX11" fmla="*/ 378618 w 766659"/>
              <a:gd name="connsiteY11" fmla="*/ 1247994 h 1431350"/>
              <a:gd name="connsiteX12" fmla="*/ 307181 w 766659"/>
              <a:gd name="connsiteY12" fmla="*/ 1257518 h 1431350"/>
              <a:gd name="connsiteX13" fmla="*/ 0 w 766659"/>
              <a:gd name="connsiteY13" fmla="*/ 1095594 h 1431350"/>
              <a:gd name="connsiteX14" fmla="*/ 171448 w 766659"/>
              <a:gd name="connsiteY14" fmla="*/ 888424 h 1431350"/>
              <a:gd name="connsiteX15" fmla="*/ 138113 w 766659"/>
              <a:gd name="connsiteY15" fmla="*/ 845563 h 1431350"/>
              <a:gd name="connsiteX16" fmla="*/ 176213 w 766659"/>
              <a:gd name="connsiteY16" fmla="*/ 766981 h 1431350"/>
              <a:gd name="connsiteX17" fmla="*/ 154920 w 766659"/>
              <a:gd name="connsiteY17" fmla="*/ 527597 h 1431350"/>
              <a:gd name="connsiteX18" fmla="*/ 217253 w 766659"/>
              <a:gd name="connsiteY18" fmla="*/ 399009 h 1431350"/>
              <a:gd name="connsiteX0" fmla="*/ 217253 w 766659"/>
              <a:gd name="connsiteY0" fmla="*/ 399009 h 1431350"/>
              <a:gd name="connsiteX1" fmla="*/ 352423 w 766659"/>
              <a:gd name="connsiteY1" fmla="*/ 200244 h 1431350"/>
              <a:gd name="connsiteX2" fmla="*/ 426242 w 766659"/>
              <a:gd name="connsiteY2" fmla="*/ 126424 h 1431350"/>
              <a:gd name="connsiteX3" fmla="*/ 494616 w 766659"/>
              <a:gd name="connsiteY3" fmla="*/ 128587 h 1431350"/>
              <a:gd name="connsiteX4" fmla="*/ 728560 w 766659"/>
              <a:gd name="connsiteY4" fmla="*/ 0 h 1431350"/>
              <a:gd name="connsiteX5" fmla="*/ 761897 w 766659"/>
              <a:gd name="connsiteY5" fmla="*/ 52387 h 1431350"/>
              <a:gd name="connsiteX6" fmla="*/ 664265 w 766659"/>
              <a:gd name="connsiteY6" fmla="*/ 235744 h 1431350"/>
              <a:gd name="connsiteX7" fmla="*/ 697603 w 766659"/>
              <a:gd name="connsiteY7" fmla="*/ 342900 h 1431350"/>
              <a:gd name="connsiteX8" fmla="*/ 766659 w 766659"/>
              <a:gd name="connsiteY8" fmla="*/ 285750 h 1431350"/>
              <a:gd name="connsiteX9" fmla="*/ 711891 w 766659"/>
              <a:gd name="connsiteY9" fmla="*/ 166687 h 1431350"/>
              <a:gd name="connsiteX10" fmla="*/ 680934 w 766659"/>
              <a:gd name="connsiteY10" fmla="*/ 409574 h 1431350"/>
              <a:gd name="connsiteX11" fmla="*/ 523875 w 766659"/>
              <a:gd name="connsiteY11" fmla="*/ 1431350 h 1431350"/>
              <a:gd name="connsiteX12" fmla="*/ 378618 w 766659"/>
              <a:gd name="connsiteY12" fmla="*/ 1247994 h 1431350"/>
              <a:gd name="connsiteX13" fmla="*/ 307181 w 766659"/>
              <a:gd name="connsiteY13" fmla="*/ 1257518 h 1431350"/>
              <a:gd name="connsiteX14" fmla="*/ 0 w 766659"/>
              <a:gd name="connsiteY14" fmla="*/ 1095594 h 1431350"/>
              <a:gd name="connsiteX15" fmla="*/ 171448 w 766659"/>
              <a:gd name="connsiteY15" fmla="*/ 888424 h 1431350"/>
              <a:gd name="connsiteX16" fmla="*/ 138113 w 766659"/>
              <a:gd name="connsiteY16" fmla="*/ 845563 h 1431350"/>
              <a:gd name="connsiteX17" fmla="*/ 176213 w 766659"/>
              <a:gd name="connsiteY17" fmla="*/ 766981 h 1431350"/>
              <a:gd name="connsiteX18" fmla="*/ 154920 w 766659"/>
              <a:gd name="connsiteY18" fmla="*/ 527597 h 1431350"/>
              <a:gd name="connsiteX19" fmla="*/ 217253 w 766659"/>
              <a:gd name="connsiteY19" fmla="*/ 399009 h 1431350"/>
              <a:gd name="connsiteX0" fmla="*/ 217253 w 852384"/>
              <a:gd name="connsiteY0" fmla="*/ 399009 h 1431350"/>
              <a:gd name="connsiteX1" fmla="*/ 352423 w 852384"/>
              <a:gd name="connsiteY1" fmla="*/ 200244 h 1431350"/>
              <a:gd name="connsiteX2" fmla="*/ 426242 w 852384"/>
              <a:gd name="connsiteY2" fmla="*/ 126424 h 1431350"/>
              <a:gd name="connsiteX3" fmla="*/ 494616 w 852384"/>
              <a:gd name="connsiteY3" fmla="*/ 128587 h 1431350"/>
              <a:gd name="connsiteX4" fmla="*/ 728560 w 852384"/>
              <a:gd name="connsiteY4" fmla="*/ 0 h 1431350"/>
              <a:gd name="connsiteX5" fmla="*/ 761897 w 852384"/>
              <a:gd name="connsiteY5" fmla="*/ 52387 h 1431350"/>
              <a:gd name="connsiteX6" fmla="*/ 664265 w 852384"/>
              <a:gd name="connsiteY6" fmla="*/ 235744 h 1431350"/>
              <a:gd name="connsiteX7" fmla="*/ 697603 w 852384"/>
              <a:gd name="connsiteY7" fmla="*/ 342900 h 1431350"/>
              <a:gd name="connsiteX8" fmla="*/ 766659 w 852384"/>
              <a:gd name="connsiteY8" fmla="*/ 285750 h 1431350"/>
              <a:gd name="connsiteX9" fmla="*/ 711891 w 852384"/>
              <a:gd name="connsiteY9" fmla="*/ 166687 h 1431350"/>
              <a:gd name="connsiteX10" fmla="*/ 852384 w 852384"/>
              <a:gd name="connsiteY10" fmla="*/ 97630 h 1431350"/>
              <a:gd name="connsiteX11" fmla="*/ 523875 w 852384"/>
              <a:gd name="connsiteY11" fmla="*/ 1431350 h 1431350"/>
              <a:gd name="connsiteX12" fmla="*/ 378618 w 852384"/>
              <a:gd name="connsiteY12" fmla="*/ 1247994 h 1431350"/>
              <a:gd name="connsiteX13" fmla="*/ 307181 w 852384"/>
              <a:gd name="connsiteY13" fmla="*/ 1257518 h 1431350"/>
              <a:gd name="connsiteX14" fmla="*/ 0 w 852384"/>
              <a:gd name="connsiteY14" fmla="*/ 1095594 h 1431350"/>
              <a:gd name="connsiteX15" fmla="*/ 171448 w 852384"/>
              <a:gd name="connsiteY15" fmla="*/ 888424 h 1431350"/>
              <a:gd name="connsiteX16" fmla="*/ 138113 w 852384"/>
              <a:gd name="connsiteY16" fmla="*/ 845563 h 1431350"/>
              <a:gd name="connsiteX17" fmla="*/ 176213 w 852384"/>
              <a:gd name="connsiteY17" fmla="*/ 766981 h 1431350"/>
              <a:gd name="connsiteX18" fmla="*/ 154920 w 852384"/>
              <a:gd name="connsiteY18" fmla="*/ 527597 h 1431350"/>
              <a:gd name="connsiteX19" fmla="*/ 217253 w 852384"/>
              <a:gd name="connsiteY19" fmla="*/ 399009 h 1431350"/>
              <a:gd name="connsiteX0" fmla="*/ 217253 w 852384"/>
              <a:gd name="connsiteY0" fmla="*/ 399009 h 1431350"/>
              <a:gd name="connsiteX1" fmla="*/ 352423 w 852384"/>
              <a:gd name="connsiteY1" fmla="*/ 200244 h 1431350"/>
              <a:gd name="connsiteX2" fmla="*/ 426242 w 852384"/>
              <a:gd name="connsiteY2" fmla="*/ 126424 h 1431350"/>
              <a:gd name="connsiteX3" fmla="*/ 494616 w 852384"/>
              <a:gd name="connsiteY3" fmla="*/ 128587 h 1431350"/>
              <a:gd name="connsiteX4" fmla="*/ 728560 w 852384"/>
              <a:gd name="connsiteY4" fmla="*/ 0 h 1431350"/>
              <a:gd name="connsiteX5" fmla="*/ 761897 w 852384"/>
              <a:gd name="connsiteY5" fmla="*/ 52387 h 1431350"/>
              <a:gd name="connsiteX6" fmla="*/ 664265 w 852384"/>
              <a:gd name="connsiteY6" fmla="*/ 235744 h 1431350"/>
              <a:gd name="connsiteX7" fmla="*/ 697603 w 852384"/>
              <a:gd name="connsiteY7" fmla="*/ 342900 h 1431350"/>
              <a:gd name="connsiteX8" fmla="*/ 766659 w 852384"/>
              <a:gd name="connsiteY8" fmla="*/ 285750 h 1431350"/>
              <a:gd name="connsiteX9" fmla="*/ 711891 w 852384"/>
              <a:gd name="connsiteY9" fmla="*/ 166687 h 1431350"/>
              <a:gd name="connsiteX10" fmla="*/ 852384 w 852384"/>
              <a:gd name="connsiteY10" fmla="*/ 97630 h 1431350"/>
              <a:gd name="connsiteX11" fmla="*/ 809521 w 852384"/>
              <a:gd name="connsiteY11" fmla="*/ 242887 h 1431350"/>
              <a:gd name="connsiteX12" fmla="*/ 523875 w 852384"/>
              <a:gd name="connsiteY12" fmla="*/ 1431350 h 1431350"/>
              <a:gd name="connsiteX13" fmla="*/ 378618 w 852384"/>
              <a:gd name="connsiteY13" fmla="*/ 1247994 h 1431350"/>
              <a:gd name="connsiteX14" fmla="*/ 307181 w 852384"/>
              <a:gd name="connsiteY14" fmla="*/ 1257518 h 1431350"/>
              <a:gd name="connsiteX15" fmla="*/ 0 w 852384"/>
              <a:gd name="connsiteY15" fmla="*/ 1095594 h 1431350"/>
              <a:gd name="connsiteX16" fmla="*/ 171448 w 852384"/>
              <a:gd name="connsiteY16" fmla="*/ 888424 h 1431350"/>
              <a:gd name="connsiteX17" fmla="*/ 138113 w 852384"/>
              <a:gd name="connsiteY17" fmla="*/ 845563 h 1431350"/>
              <a:gd name="connsiteX18" fmla="*/ 176213 w 852384"/>
              <a:gd name="connsiteY18" fmla="*/ 766981 h 1431350"/>
              <a:gd name="connsiteX19" fmla="*/ 154920 w 852384"/>
              <a:gd name="connsiteY19" fmla="*/ 527597 h 1431350"/>
              <a:gd name="connsiteX20" fmla="*/ 217253 w 852384"/>
              <a:gd name="connsiteY20" fmla="*/ 399009 h 1431350"/>
              <a:gd name="connsiteX0" fmla="*/ 217253 w 852384"/>
              <a:gd name="connsiteY0" fmla="*/ 399009 h 1431350"/>
              <a:gd name="connsiteX1" fmla="*/ 352423 w 852384"/>
              <a:gd name="connsiteY1" fmla="*/ 200244 h 1431350"/>
              <a:gd name="connsiteX2" fmla="*/ 426242 w 852384"/>
              <a:gd name="connsiteY2" fmla="*/ 126424 h 1431350"/>
              <a:gd name="connsiteX3" fmla="*/ 494616 w 852384"/>
              <a:gd name="connsiteY3" fmla="*/ 128587 h 1431350"/>
              <a:gd name="connsiteX4" fmla="*/ 728560 w 852384"/>
              <a:gd name="connsiteY4" fmla="*/ 0 h 1431350"/>
              <a:gd name="connsiteX5" fmla="*/ 761897 w 852384"/>
              <a:gd name="connsiteY5" fmla="*/ 52387 h 1431350"/>
              <a:gd name="connsiteX6" fmla="*/ 664265 w 852384"/>
              <a:gd name="connsiteY6" fmla="*/ 235744 h 1431350"/>
              <a:gd name="connsiteX7" fmla="*/ 697603 w 852384"/>
              <a:gd name="connsiteY7" fmla="*/ 342900 h 1431350"/>
              <a:gd name="connsiteX8" fmla="*/ 766659 w 852384"/>
              <a:gd name="connsiteY8" fmla="*/ 285750 h 1431350"/>
              <a:gd name="connsiteX9" fmla="*/ 711891 w 852384"/>
              <a:gd name="connsiteY9" fmla="*/ 166687 h 1431350"/>
              <a:gd name="connsiteX10" fmla="*/ 852384 w 852384"/>
              <a:gd name="connsiteY10" fmla="*/ 97630 h 1431350"/>
              <a:gd name="connsiteX11" fmla="*/ 830952 w 852384"/>
              <a:gd name="connsiteY11" fmla="*/ 2381 h 1431350"/>
              <a:gd name="connsiteX12" fmla="*/ 523875 w 852384"/>
              <a:gd name="connsiteY12" fmla="*/ 1431350 h 1431350"/>
              <a:gd name="connsiteX13" fmla="*/ 378618 w 852384"/>
              <a:gd name="connsiteY13" fmla="*/ 1247994 h 1431350"/>
              <a:gd name="connsiteX14" fmla="*/ 307181 w 852384"/>
              <a:gd name="connsiteY14" fmla="*/ 1257518 h 1431350"/>
              <a:gd name="connsiteX15" fmla="*/ 0 w 852384"/>
              <a:gd name="connsiteY15" fmla="*/ 1095594 h 1431350"/>
              <a:gd name="connsiteX16" fmla="*/ 171448 w 852384"/>
              <a:gd name="connsiteY16" fmla="*/ 888424 h 1431350"/>
              <a:gd name="connsiteX17" fmla="*/ 138113 w 852384"/>
              <a:gd name="connsiteY17" fmla="*/ 845563 h 1431350"/>
              <a:gd name="connsiteX18" fmla="*/ 176213 w 852384"/>
              <a:gd name="connsiteY18" fmla="*/ 766981 h 1431350"/>
              <a:gd name="connsiteX19" fmla="*/ 154920 w 852384"/>
              <a:gd name="connsiteY19" fmla="*/ 527597 h 1431350"/>
              <a:gd name="connsiteX20" fmla="*/ 217253 w 852384"/>
              <a:gd name="connsiteY20" fmla="*/ 399009 h 1431350"/>
              <a:gd name="connsiteX0" fmla="*/ 217253 w 852384"/>
              <a:gd name="connsiteY0" fmla="*/ 399009 h 1431350"/>
              <a:gd name="connsiteX1" fmla="*/ 352423 w 852384"/>
              <a:gd name="connsiteY1" fmla="*/ 200244 h 1431350"/>
              <a:gd name="connsiteX2" fmla="*/ 426242 w 852384"/>
              <a:gd name="connsiteY2" fmla="*/ 126424 h 1431350"/>
              <a:gd name="connsiteX3" fmla="*/ 494616 w 852384"/>
              <a:gd name="connsiteY3" fmla="*/ 128587 h 1431350"/>
              <a:gd name="connsiteX4" fmla="*/ 728560 w 852384"/>
              <a:gd name="connsiteY4" fmla="*/ 0 h 1431350"/>
              <a:gd name="connsiteX5" fmla="*/ 761897 w 852384"/>
              <a:gd name="connsiteY5" fmla="*/ 52387 h 1431350"/>
              <a:gd name="connsiteX6" fmla="*/ 664265 w 852384"/>
              <a:gd name="connsiteY6" fmla="*/ 235744 h 1431350"/>
              <a:gd name="connsiteX7" fmla="*/ 697603 w 852384"/>
              <a:gd name="connsiteY7" fmla="*/ 342900 h 1431350"/>
              <a:gd name="connsiteX8" fmla="*/ 766659 w 852384"/>
              <a:gd name="connsiteY8" fmla="*/ 285750 h 1431350"/>
              <a:gd name="connsiteX9" fmla="*/ 711891 w 852384"/>
              <a:gd name="connsiteY9" fmla="*/ 166687 h 1431350"/>
              <a:gd name="connsiteX10" fmla="*/ 852384 w 852384"/>
              <a:gd name="connsiteY10" fmla="*/ 97630 h 1431350"/>
              <a:gd name="connsiteX11" fmla="*/ 830952 w 852384"/>
              <a:gd name="connsiteY11" fmla="*/ 2381 h 1431350"/>
              <a:gd name="connsiteX12" fmla="*/ 754752 w 852384"/>
              <a:gd name="connsiteY12" fmla="*/ 359568 h 1431350"/>
              <a:gd name="connsiteX13" fmla="*/ 523875 w 852384"/>
              <a:gd name="connsiteY13" fmla="*/ 1431350 h 1431350"/>
              <a:gd name="connsiteX14" fmla="*/ 378618 w 852384"/>
              <a:gd name="connsiteY14" fmla="*/ 1247994 h 1431350"/>
              <a:gd name="connsiteX15" fmla="*/ 307181 w 852384"/>
              <a:gd name="connsiteY15" fmla="*/ 1257518 h 1431350"/>
              <a:gd name="connsiteX16" fmla="*/ 0 w 852384"/>
              <a:gd name="connsiteY16" fmla="*/ 1095594 h 1431350"/>
              <a:gd name="connsiteX17" fmla="*/ 171448 w 852384"/>
              <a:gd name="connsiteY17" fmla="*/ 888424 h 1431350"/>
              <a:gd name="connsiteX18" fmla="*/ 138113 w 852384"/>
              <a:gd name="connsiteY18" fmla="*/ 845563 h 1431350"/>
              <a:gd name="connsiteX19" fmla="*/ 176213 w 852384"/>
              <a:gd name="connsiteY19" fmla="*/ 766981 h 1431350"/>
              <a:gd name="connsiteX20" fmla="*/ 154920 w 852384"/>
              <a:gd name="connsiteY20" fmla="*/ 527597 h 1431350"/>
              <a:gd name="connsiteX21" fmla="*/ 217253 w 852384"/>
              <a:gd name="connsiteY21" fmla="*/ 399009 h 1431350"/>
              <a:gd name="connsiteX0" fmla="*/ 217253 w 900009"/>
              <a:gd name="connsiteY0" fmla="*/ 422822 h 1455163"/>
              <a:gd name="connsiteX1" fmla="*/ 352423 w 900009"/>
              <a:gd name="connsiteY1" fmla="*/ 224057 h 1455163"/>
              <a:gd name="connsiteX2" fmla="*/ 426242 w 900009"/>
              <a:gd name="connsiteY2" fmla="*/ 150237 h 1455163"/>
              <a:gd name="connsiteX3" fmla="*/ 494616 w 900009"/>
              <a:gd name="connsiteY3" fmla="*/ 152400 h 1455163"/>
              <a:gd name="connsiteX4" fmla="*/ 728560 w 900009"/>
              <a:gd name="connsiteY4" fmla="*/ 23813 h 1455163"/>
              <a:gd name="connsiteX5" fmla="*/ 761897 w 900009"/>
              <a:gd name="connsiteY5" fmla="*/ 76200 h 1455163"/>
              <a:gd name="connsiteX6" fmla="*/ 664265 w 900009"/>
              <a:gd name="connsiteY6" fmla="*/ 259557 h 1455163"/>
              <a:gd name="connsiteX7" fmla="*/ 697603 w 900009"/>
              <a:gd name="connsiteY7" fmla="*/ 366713 h 1455163"/>
              <a:gd name="connsiteX8" fmla="*/ 766659 w 900009"/>
              <a:gd name="connsiteY8" fmla="*/ 309563 h 1455163"/>
              <a:gd name="connsiteX9" fmla="*/ 711891 w 900009"/>
              <a:gd name="connsiteY9" fmla="*/ 190500 h 1455163"/>
              <a:gd name="connsiteX10" fmla="*/ 852384 w 900009"/>
              <a:gd name="connsiteY10" fmla="*/ 121443 h 1455163"/>
              <a:gd name="connsiteX11" fmla="*/ 830952 w 900009"/>
              <a:gd name="connsiteY11" fmla="*/ 26194 h 1455163"/>
              <a:gd name="connsiteX12" fmla="*/ 900009 w 900009"/>
              <a:gd name="connsiteY12" fmla="*/ 0 h 1455163"/>
              <a:gd name="connsiteX13" fmla="*/ 523875 w 900009"/>
              <a:gd name="connsiteY13" fmla="*/ 1455163 h 1455163"/>
              <a:gd name="connsiteX14" fmla="*/ 378618 w 900009"/>
              <a:gd name="connsiteY14" fmla="*/ 1271807 h 1455163"/>
              <a:gd name="connsiteX15" fmla="*/ 307181 w 900009"/>
              <a:gd name="connsiteY15" fmla="*/ 1281331 h 1455163"/>
              <a:gd name="connsiteX16" fmla="*/ 0 w 900009"/>
              <a:gd name="connsiteY16" fmla="*/ 1119407 h 1455163"/>
              <a:gd name="connsiteX17" fmla="*/ 171448 w 900009"/>
              <a:gd name="connsiteY17" fmla="*/ 912237 h 1455163"/>
              <a:gd name="connsiteX18" fmla="*/ 138113 w 900009"/>
              <a:gd name="connsiteY18" fmla="*/ 869376 h 1455163"/>
              <a:gd name="connsiteX19" fmla="*/ 176213 w 900009"/>
              <a:gd name="connsiteY19" fmla="*/ 790794 h 1455163"/>
              <a:gd name="connsiteX20" fmla="*/ 154920 w 900009"/>
              <a:gd name="connsiteY20" fmla="*/ 551410 h 1455163"/>
              <a:gd name="connsiteX21" fmla="*/ 217253 w 900009"/>
              <a:gd name="connsiteY21" fmla="*/ 422822 h 1455163"/>
              <a:gd name="connsiteX0" fmla="*/ 217253 w 900009"/>
              <a:gd name="connsiteY0" fmla="*/ 422822 h 1455163"/>
              <a:gd name="connsiteX1" fmla="*/ 352423 w 900009"/>
              <a:gd name="connsiteY1" fmla="*/ 224057 h 1455163"/>
              <a:gd name="connsiteX2" fmla="*/ 426242 w 900009"/>
              <a:gd name="connsiteY2" fmla="*/ 150237 h 1455163"/>
              <a:gd name="connsiteX3" fmla="*/ 494616 w 900009"/>
              <a:gd name="connsiteY3" fmla="*/ 152400 h 1455163"/>
              <a:gd name="connsiteX4" fmla="*/ 728560 w 900009"/>
              <a:gd name="connsiteY4" fmla="*/ 23813 h 1455163"/>
              <a:gd name="connsiteX5" fmla="*/ 761897 w 900009"/>
              <a:gd name="connsiteY5" fmla="*/ 76200 h 1455163"/>
              <a:gd name="connsiteX6" fmla="*/ 664265 w 900009"/>
              <a:gd name="connsiteY6" fmla="*/ 259557 h 1455163"/>
              <a:gd name="connsiteX7" fmla="*/ 697603 w 900009"/>
              <a:gd name="connsiteY7" fmla="*/ 366713 h 1455163"/>
              <a:gd name="connsiteX8" fmla="*/ 766659 w 900009"/>
              <a:gd name="connsiteY8" fmla="*/ 309563 h 1455163"/>
              <a:gd name="connsiteX9" fmla="*/ 711891 w 900009"/>
              <a:gd name="connsiteY9" fmla="*/ 190500 h 1455163"/>
              <a:gd name="connsiteX10" fmla="*/ 852384 w 900009"/>
              <a:gd name="connsiteY10" fmla="*/ 121443 h 1455163"/>
              <a:gd name="connsiteX11" fmla="*/ 830952 w 900009"/>
              <a:gd name="connsiteY11" fmla="*/ 26194 h 1455163"/>
              <a:gd name="connsiteX12" fmla="*/ 900009 w 900009"/>
              <a:gd name="connsiteY12" fmla="*/ 0 h 1455163"/>
              <a:gd name="connsiteX13" fmla="*/ 845240 w 900009"/>
              <a:gd name="connsiteY13" fmla="*/ 211932 h 1455163"/>
              <a:gd name="connsiteX14" fmla="*/ 523875 w 900009"/>
              <a:gd name="connsiteY14" fmla="*/ 1455163 h 1455163"/>
              <a:gd name="connsiteX15" fmla="*/ 378618 w 900009"/>
              <a:gd name="connsiteY15" fmla="*/ 1271807 h 1455163"/>
              <a:gd name="connsiteX16" fmla="*/ 307181 w 900009"/>
              <a:gd name="connsiteY16" fmla="*/ 1281331 h 1455163"/>
              <a:gd name="connsiteX17" fmla="*/ 0 w 900009"/>
              <a:gd name="connsiteY17" fmla="*/ 1119407 h 1455163"/>
              <a:gd name="connsiteX18" fmla="*/ 171448 w 900009"/>
              <a:gd name="connsiteY18" fmla="*/ 912237 h 1455163"/>
              <a:gd name="connsiteX19" fmla="*/ 138113 w 900009"/>
              <a:gd name="connsiteY19" fmla="*/ 869376 h 1455163"/>
              <a:gd name="connsiteX20" fmla="*/ 176213 w 900009"/>
              <a:gd name="connsiteY20" fmla="*/ 790794 h 1455163"/>
              <a:gd name="connsiteX21" fmla="*/ 154920 w 900009"/>
              <a:gd name="connsiteY21" fmla="*/ 551410 h 1455163"/>
              <a:gd name="connsiteX22" fmla="*/ 217253 w 900009"/>
              <a:gd name="connsiteY22" fmla="*/ 422822 h 1455163"/>
              <a:gd name="connsiteX0" fmla="*/ 217253 w 900009"/>
              <a:gd name="connsiteY0" fmla="*/ 422822 h 1455163"/>
              <a:gd name="connsiteX1" fmla="*/ 352423 w 900009"/>
              <a:gd name="connsiteY1" fmla="*/ 224057 h 1455163"/>
              <a:gd name="connsiteX2" fmla="*/ 426242 w 900009"/>
              <a:gd name="connsiteY2" fmla="*/ 150237 h 1455163"/>
              <a:gd name="connsiteX3" fmla="*/ 494616 w 900009"/>
              <a:gd name="connsiteY3" fmla="*/ 152400 h 1455163"/>
              <a:gd name="connsiteX4" fmla="*/ 728560 w 900009"/>
              <a:gd name="connsiteY4" fmla="*/ 23813 h 1455163"/>
              <a:gd name="connsiteX5" fmla="*/ 761897 w 900009"/>
              <a:gd name="connsiteY5" fmla="*/ 76200 h 1455163"/>
              <a:gd name="connsiteX6" fmla="*/ 664265 w 900009"/>
              <a:gd name="connsiteY6" fmla="*/ 259557 h 1455163"/>
              <a:gd name="connsiteX7" fmla="*/ 697603 w 900009"/>
              <a:gd name="connsiteY7" fmla="*/ 366713 h 1455163"/>
              <a:gd name="connsiteX8" fmla="*/ 766659 w 900009"/>
              <a:gd name="connsiteY8" fmla="*/ 309563 h 1455163"/>
              <a:gd name="connsiteX9" fmla="*/ 711891 w 900009"/>
              <a:gd name="connsiteY9" fmla="*/ 190500 h 1455163"/>
              <a:gd name="connsiteX10" fmla="*/ 852384 w 900009"/>
              <a:gd name="connsiteY10" fmla="*/ 121443 h 1455163"/>
              <a:gd name="connsiteX11" fmla="*/ 830952 w 900009"/>
              <a:gd name="connsiteY11" fmla="*/ 26194 h 1455163"/>
              <a:gd name="connsiteX12" fmla="*/ 900009 w 900009"/>
              <a:gd name="connsiteY12" fmla="*/ 0 h 1455163"/>
              <a:gd name="connsiteX13" fmla="*/ 892865 w 900009"/>
              <a:gd name="connsiteY13" fmla="*/ 107157 h 1455163"/>
              <a:gd name="connsiteX14" fmla="*/ 523875 w 900009"/>
              <a:gd name="connsiteY14" fmla="*/ 1455163 h 1455163"/>
              <a:gd name="connsiteX15" fmla="*/ 378618 w 900009"/>
              <a:gd name="connsiteY15" fmla="*/ 1271807 h 1455163"/>
              <a:gd name="connsiteX16" fmla="*/ 307181 w 900009"/>
              <a:gd name="connsiteY16" fmla="*/ 1281331 h 1455163"/>
              <a:gd name="connsiteX17" fmla="*/ 0 w 900009"/>
              <a:gd name="connsiteY17" fmla="*/ 1119407 h 1455163"/>
              <a:gd name="connsiteX18" fmla="*/ 171448 w 900009"/>
              <a:gd name="connsiteY18" fmla="*/ 912237 h 1455163"/>
              <a:gd name="connsiteX19" fmla="*/ 138113 w 900009"/>
              <a:gd name="connsiteY19" fmla="*/ 869376 h 1455163"/>
              <a:gd name="connsiteX20" fmla="*/ 176213 w 900009"/>
              <a:gd name="connsiteY20" fmla="*/ 790794 h 1455163"/>
              <a:gd name="connsiteX21" fmla="*/ 154920 w 900009"/>
              <a:gd name="connsiteY21" fmla="*/ 551410 h 1455163"/>
              <a:gd name="connsiteX22" fmla="*/ 217253 w 900009"/>
              <a:gd name="connsiteY22" fmla="*/ 422822 h 1455163"/>
              <a:gd name="connsiteX0" fmla="*/ 217253 w 900009"/>
              <a:gd name="connsiteY0" fmla="*/ 422822 h 1455163"/>
              <a:gd name="connsiteX1" fmla="*/ 352423 w 900009"/>
              <a:gd name="connsiteY1" fmla="*/ 224057 h 1455163"/>
              <a:gd name="connsiteX2" fmla="*/ 426242 w 900009"/>
              <a:gd name="connsiteY2" fmla="*/ 150237 h 1455163"/>
              <a:gd name="connsiteX3" fmla="*/ 494616 w 900009"/>
              <a:gd name="connsiteY3" fmla="*/ 152400 h 1455163"/>
              <a:gd name="connsiteX4" fmla="*/ 728560 w 900009"/>
              <a:gd name="connsiteY4" fmla="*/ 23813 h 1455163"/>
              <a:gd name="connsiteX5" fmla="*/ 761897 w 900009"/>
              <a:gd name="connsiteY5" fmla="*/ 76200 h 1455163"/>
              <a:gd name="connsiteX6" fmla="*/ 664265 w 900009"/>
              <a:gd name="connsiteY6" fmla="*/ 259557 h 1455163"/>
              <a:gd name="connsiteX7" fmla="*/ 697603 w 900009"/>
              <a:gd name="connsiteY7" fmla="*/ 366713 h 1455163"/>
              <a:gd name="connsiteX8" fmla="*/ 766659 w 900009"/>
              <a:gd name="connsiteY8" fmla="*/ 309563 h 1455163"/>
              <a:gd name="connsiteX9" fmla="*/ 711891 w 900009"/>
              <a:gd name="connsiteY9" fmla="*/ 190500 h 1455163"/>
              <a:gd name="connsiteX10" fmla="*/ 852384 w 900009"/>
              <a:gd name="connsiteY10" fmla="*/ 121443 h 1455163"/>
              <a:gd name="connsiteX11" fmla="*/ 830952 w 900009"/>
              <a:gd name="connsiteY11" fmla="*/ 26194 h 1455163"/>
              <a:gd name="connsiteX12" fmla="*/ 900009 w 900009"/>
              <a:gd name="connsiteY12" fmla="*/ 0 h 1455163"/>
              <a:gd name="connsiteX13" fmla="*/ 892865 w 900009"/>
              <a:gd name="connsiteY13" fmla="*/ 107157 h 1455163"/>
              <a:gd name="connsiteX14" fmla="*/ 866671 w 900009"/>
              <a:gd name="connsiteY14" fmla="*/ 207170 h 1455163"/>
              <a:gd name="connsiteX15" fmla="*/ 523875 w 900009"/>
              <a:gd name="connsiteY15" fmla="*/ 1455163 h 1455163"/>
              <a:gd name="connsiteX16" fmla="*/ 378618 w 900009"/>
              <a:gd name="connsiteY16" fmla="*/ 1271807 h 1455163"/>
              <a:gd name="connsiteX17" fmla="*/ 307181 w 900009"/>
              <a:gd name="connsiteY17" fmla="*/ 1281331 h 1455163"/>
              <a:gd name="connsiteX18" fmla="*/ 0 w 900009"/>
              <a:gd name="connsiteY18" fmla="*/ 1119407 h 1455163"/>
              <a:gd name="connsiteX19" fmla="*/ 171448 w 900009"/>
              <a:gd name="connsiteY19" fmla="*/ 912237 h 1455163"/>
              <a:gd name="connsiteX20" fmla="*/ 138113 w 900009"/>
              <a:gd name="connsiteY20" fmla="*/ 869376 h 1455163"/>
              <a:gd name="connsiteX21" fmla="*/ 176213 w 900009"/>
              <a:gd name="connsiteY21" fmla="*/ 790794 h 1455163"/>
              <a:gd name="connsiteX22" fmla="*/ 154920 w 900009"/>
              <a:gd name="connsiteY22" fmla="*/ 551410 h 1455163"/>
              <a:gd name="connsiteX23" fmla="*/ 217253 w 900009"/>
              <a:gd name="connsiteY23" fmla="*/ 422822 h 1455163"/>
              <a:gd name="connsiteX0" fmla="*/ 217253 w 900009"/>
              <a:gd name="connsiteY0" fmla="*/ 422822 h 1512095"/>
              <a:gd name="connsiteX1" fmla="*/ 352423 w 900009"/>
              <a:gd name="connsiteY1" fmla="*/ 224057 h 1512095"/>
              <a:gd name="connsiteX2" fmla="*/ 426242 w 900009"/>
              <a:gd name="connsiteY2" fmla="*/ 150237 h 1512095"/>
              <a:gd name="connsiteX3" fmla="*/ 494616 w 900009"/>
              <a:gd name="connsiteY3" fmla="*/ 152400 h 1512095"/>
              <a:gd name="connsiteX4" fmla="*/ 728560 w 900009"/>
              <a:gd name="connsiteY4" fmla="*/ 23813 h 1512095"/>
              <a:gd name="connsiteX5" fmla="*/ 761897 w 900009"/>
              <a:gd name="connsiteY5" fmla="*/ 76200 h 1512095"/>
              <a:gd name="connsiteX6" fmla="*/ 664265 w 900009"/>
              <a:gd name="connsiteY6" fmla="*/ 259557 h 1512095"/>
              <a:gd name="connsiteX7" fmla="*/ 697603 w 900009"/>
              <a:gd name="connsiteY7" fmla="*/ 366713 h 1512095"/>
              <a:gd name="connsiteX8" fmla="*/ 766659 w 900009"/>
              <a:gd name="connsiteY8" fmla="*/ 309563 h 1512095"/>
              <a:gd name="connsiteX9" fmla="*/ 711891 w 900009"/>
              <a:gd name="connsiteY9" fmla="*/ 190500 h 1512095"/>
              <a:gd name="connsiteX10" fmla="*/ 852384 w 900009"/>
              <a:gd name="connsiteY10" fmla="*/ 121443 h 1512095"/>
              <a:gd name="connsiteX11" fmla="*/ 830952 w 900009"/>
              <a:gd name="connsiteY11" fmla="*/ 26194 h 1512095"/>
              <a:gd name="connsiteX12" fmla="*/ 900009 w 900009"/>
              <a:gd name="connsiteY12" fmla="*/ 0 h 1512095"/>
              <a:gd name="connsiteX13" fmla="*/ 892865 w 900009"/>
              <a:gd name="connsiteY13" fmla="*/ 107157 h 1512095"/>
              <a:gd name="connsiteX14" fmla="*/ 561871 w 900009"/>
              <a:gd name="connsiteY14" fmla="*/ 1512095 h 1512095"/>
              <a:gd name="connsiteX15" fmla="*/ 523875 w 900009"/>
              <a:gd name="connsiteY15" fmla="*/ 1455163 h 1512095"/>
              <a:gd name="connsiteX16" fmla="*/ 378618 w 900009"/>
              <a:gd name="connsiteY16" fmla="*/ 1271807 h 1512095"/>
              <a:gd name="connsiteX17" fmla="*/ 307181 w 900009"/>
              <a:gd name="connsiteY17" fmla="*/ 1281331 h 1512095"/>
              <a:gd name="connsiteX18" fmla="*/ 0 w 900009"/>
              <a:gd name="connsiteY18" fmla="*/ 1119407 h 1512095"/>
              <a:gd name="connsiteX19" fmla="*/ 171448 w 900009"/>
              <a:gd name="connsiteY19" fmla="*/ 912237 h 1512095"/>
              <a:gd name="connsiteX20" fmla="*/ 138113 w 900009"/>
              <a:gd name="connsiteY20" fmla="*/ 869376 h 1512095"/>
              <a:gd name="connsiteX21" fmla="*/ 176213 w 900009"/>
              <a:gd name="connsiteY21" fmla="*/ 790794 h 1512095"/>
              <a:gd name="connsiteX22" fmla="*/ 154920 w 900009"/>
              <a:gd name="connsiteY22" fmla="*/ 551410 h 1512095"/>
              <a:gd name="connsiteX23" fmla="*/ 217253 w 900009"/>
              <a:gd name="connsiteY23" fmla="*/ 422822 h 1512095"/>
              <a:gd name="connsiteX0" fmla="*/ 217253 w 900009"/>
              <a:gd name="connsiteY0" fmla="*/ 422822 h 1512095"/>
              <a:gd name="connsiteX1" fmla="*/ 352423 w 900009"/>
              <a:gd name="connsiteY1" fmla="*/ 224057 h 1512095"/>
              <a:gd name="connsiteX2" fmla="*/ 426242 w 900009"/>
              <a:gd name="connsiteY2" fmla="*/ 150237 h 1512095"/>
              <a:gd name="connsiteX3" fmla="*/ 494616 w 900009"/>
              <a:gd name="connsiteY3" fmla="*/ 152400 h 1512095"/>
              <a:gd name="connsiteX4" fmla="*/ 728560 w 900009"/>
              <a:gd name="connsiteY4" fmla="*/ 23813 h 1512095"/>
              <a:gd name="connsiteX5" fmla="*/ 761897 w 900009"/>
              <a:gd name="connsiteY5" fmla="*/ 76200 h 1512095"/>
              <a:gd name="connsiteX6" fmla="*/ 664265 w 900009"/>
              <a:gd name="connsiteY6" fmla="*/ 259557 h 1512095"/>
              <a:gd name="connsiteX7" fmla="*/ 697603 w 900009"/>
              <a:gd name="connsiteY7" fmla="*/ 366713 h 1512095"/>
              <a:gd name="connsiteX8" fmla="*/ 766659 w 900009"/>
              <a:gd name="connsiteY8" fmla="*/ 309563 h 1512095"/>
              <a:gd name="connsiteX9" fmla="*/ 711891 w 900009"/>
              <a:gd name="connsiteY9" fmla="*/ 190500 h 1512095"/>
              <a:gd name="connsiteX10" fmla="*/ 852384 w 900009"/>
              <a:gd name="connsiteY10" fmla="*/ 121443 h 1512095"/>
              <a:gd name="connsiteX11" fmla="*/ 830952 w 900009"/>
              <a:gd name="connsiteY11" fmla="*/ 26194 h 1512095"/>
              <a:gd name="connsiteX12" fmla="*/ 900009 w 900009"/>
              <a:gd name="connsiteY12" fmla="*/ 0 h 1512095"/>
              <a:gd name="connsiteX13" fmla="*/ 719034 w 900009"/>
              <a:gd name="connsiteY13" fmla="*/ 1500189 h 1512095"/>
              <a:gd name="connsiteX14" fmla="*/ 561871 w 900009"/>
              <a:gd name="connsiteY14" fmla="*/ 1512095 h 1512095"/>
              <a:gd name="connsiteX15" fmla="*/ 523875 w 900009"/>
              <a:gd name="connsiteY15" fmla="*/ 1455163 h 1512095"/>
              <a:gd name="connsiteX16" fmla="*/ 378618 w 900009"/>
              <a:gd name="connsiteY16" fmla="*/ 1271807 h 1512095"/>
              <a:gd name="connsiteX17" fmla="*/ 307181 w 900009"/>
              <a:gd name="connsiteY17" fmla="*/ 1281331 h 1512095"/>
              <a:gd name="connsiteX18" fmla="*/ 0 w 900009"/>
              <a:gd name="connsiteY18" fmla="*/ 1119407 h 1512095"/>
              <a:gd name="connsiteX19" fmla="*/ 171448 w 900009"/>
              <a:gd name="connsiteY19" fmla="*/ 912237 h 1512095"/>
              <a:gd name="connsiteX20" fmla="*/ 138113 w 900009"/>
              <a:gd name="connsiteY20" fmla="*/ 869376 h 1512095"/>
              <a:gd name="connsiteX21" fmla="*/ 176213 w 900009"/>
              <a:gd name="connsiteY21" fmla="*/ 790794 h 1512095"/>
              <a:gd name="connsiteX22" fmla="*/ 154920 w 900009"/>
              <a:gd name="connsiteY22" fmla="*/ 551410 h 1512095"/>
              <a:gd name="connsiteX23" fmla="*/ 217253 w 900009"/>
              <a:gd name="connsiteY23" fmla="*/ 422822 h 1512095"/>
              <a:gd name="connsiteX0" fmla="*/ 217253 w 852384"/>
              <a:gd name="connsiteY0" fmla="*/ 399009 h 1504949"/>
              <a:gd name="connsiteX1" fmla="*/ 352423 w 852384"/>
              <a:gd name="connsiteY1" fmla="*/ 200244 h 1504949"/>
              <a:gd name="connsiteX2" fmla="*/ 426242 w 852384"/>
              <a:gd name="connsiteY2" fmla="*/ 126424 h 1504949"/>
              <a:gd name="connsiteX3" fmla="*/ 494616 w 852384"/>
              <a:gd name="connsiteY3" fmla="*/ 128587 h 1504949"/>
              <a:gd name="connsiteX4" fmla="*/ 728560 w 852384"/>
              <a:gd name="connsiteY4" fmla="*/ 0 h 1504949"/>
              <a:gd name="connsiteX5" fmla="*/ 761897 w 852384"/>
              <a:gd name="connsiteY5" fmla="*/ 52387 h 1504949"/>
              <a:gd name="connsiteX6" fmla="*/ 664265 w 852384"/>
              <a:gd name="connsiteY6" fmla="*/ 235744 h 1504949"/>
              <a:gd name="connsiteX7" fmla="*/ 697603 w 852384"/>
              <a:gd name="connsiteY7" fmla="*/ 342900 h 1504949"/>
              <a:gd name="connsiteX8" fmla="*/ 766659 w 852384"/>
              <a:gd name="connsiteY8" fmla="*/ 285750 h 1504949"/>
              <a:gd name="connsiteX9" fmla="*/ 711891 w 852384"/>
              <a:gd name="connsiteY9" fmla="*/ 166687 h 1504949"/>
              <a:gd name="connsiteX10" fmla="*/ 852384 w 852384"/>
              <a:gd name="connsiteY10" fmla="*/ 97630 h 1504949"/>
              <a:gd name="connsiteX11" fmla="*/ 830952 w 852384"/>
              <a:gd name="connsiteY11" fmla="*/ 2381 h 1504949"/>
              <a:gd name="connsiteX12" fmla="*/ 797615 w 852384"/>
              <a:gd name="connsiteY12" fmla="*/ 1504949 h 1504949"/>
              <a:gd name="connsiteX13" fmla="*/ 719034 w 852384"/>
              <a:gd name="connsiteY13" fmla="*/ 1476376 h 1504949"/>
              <a:gd name="connsiteX14" fmla="*/ 561871 w 852384"/>
              <a:gd name="connsiteY14" fmla="*/ 1488282 h 1504949"/>
              <a:gd name="connsiteX15" fmla="*/ 523875 w 852384"/>
              <a:gd name="connsiteY15" fmla="*/ 1431350 h 1504949"/>
              <a:gd name="connsiteX16" fmla="*/ 378618 w 852384"/>
              <a:gd name="connsiteY16" fmla="*/ 1247994 h 1504949"/>
              <a:gd name="connsiteX17" fmla="*/ 307181 w 852384"/>
              <a:gd name="connsiteY17" fmla="*/ 1257518 h 1504949"/>
              <a:gd name="connsiteX18" fmla="*/ 0 w 852384"/>
              <a:gd name="connsiteY18" fmla="*/ 1095594 h 1504949"/>
              <a:gd name="connsiteX19" fmla="*/ 171448 w 852384"/>
              <a:gd name="connsiteY19" fmla="*/ 888424 h 1504949"/>
              <a:gd name="connsiteX20" fmla="*/ 138113 w 852384"/>
              <a:gd name="connsiteY20" fmla="*/ 845563 h 1504949"/>
              <a:gd name="connsiteX21" fmla="*/ 176213 w 852384"/>
              <a:gd name="connsiteY21" fmla="*/ 766981 h 1504949"/>
              <a:gd name="connsiteX22" fmla="*/ 154920 w 852384"/>
              <a:gd name="connsiteY22" fmla="*/ 527597 h 1504949"/>
              <a:gd name="connsiteX23" fmla="*/ 217253 w 852384"/>
              <a:gd name="connsiteY23" fmla="*/ 399009 h 1504949"/>
              <a:gd name="connsiteX0" fmla="*/ 217253 w 852384"/>
              <a:gd name="connsiteY0" fmla="*/ 399009 h 1633538"/>
              <a:gd name="connsiteX1" fmla="*/ 352423 w 852384"/>
              <a:gd name="connsiteY1" fmla="*/ 200244 h 1633538"/>
              <a:gd name="connsiteX2" fmla="*/ 426242 w 852384"/>
              <a:gd name="connsiteY2" fmla="*/ 126424 h 1633538"/>
              <a:gd name="connsiteX3" fmla="*/ 494616 w 852384"/>
              <a:gd name="connsiteY3" fmla="*/ 128587 h 1633538"/>
              <a:gd name="connsiteX4" fmla="*/ 728560 w 852384"/>
              <a:gd name="connsiteY4" fmla="*/ 0 h 1633538"/>
              <a:gd name="connsiteX5" fmla="*/ 761897 w 852384"/>
              <a:gd name="connsiteY5" fmla="*/ 52387 h 1633538"/>
              <a:gd name="connsiteX6" fmla="*/ 664265 w 852384"/>
              <a:gd name="connsiteY6" fmla="*/ 235744 h 1633538"/>
              <a:gd name="connsiteX7" fmla="*/ 697603 w 852384"/>
              <a:gd name="connsiteY7" fmla="*/ 342900 h 1633538"/>
              <a:gd name="connsiteX8" fmla="*/ 766659 w 852384"/>
              <a:gd name="connsiteY8" fmla="*/ 285750 h 1633538"/>
              <a:gd name="connsiteX9" fmla="*/ 711891 w 852384"/>
              <a:gd name="connsiteY9" fmla="*/ 166687 h 1633538"/>
              <a:gd name="connsiteX10" fmla="*/ 852384 w 852384"/>
              <a:gd name="connsiteY10" fmla="*/ 97630 h 1633538"/>
              <a:gd name="connsiteX11" fmla="*/ 749989 w 852384"/>
              <a:gd name="connsiteY11" fmla="*/ 1633538 h 1633538"/>
              <a:gd name="connsiteX12" fmla="*/ 797615 w 852384"/>
              <a:gd name="connsiteY12" fmla="*/ 1504949 h 1633538"/>
              <a:gd name="connsiteX13" fmla="*/ 719034 w 852384"/>
              <a:gd name="connsiteY13" fmla="*/ 1476376 h 1633538"/>
              <a:gd name="connsiteX14" fmla="*/ 561871 w 852384"/>
              <a:gd name="connsiteY14" fmla="*/ 1488282 h 1633538"/>
              <a:gd name="connsiteX15" fmla="*/ 523875 w 852384"/>
              <a:gd name="connsiteY15" fmla="*/ 1431350 h 1633538"/>
              <a:gd name="connsiteX16" fmla="*/ 378618 w 852384"/>
              <a:gd name="connsiteY16" fmla="*/ 1247994 h 1633538"/>
              <a:gd name="connsiteX17" fmla="*/ 307181 w 852384"/>
              <a:gd name="connsiteY17" fmla="*/ 1257518 h 1633538"/>
              <a:gd name="connsiteX18" fmla="*/ 0 w 852384"/>
              <a:gd name="connsiteY18" fmla="*/ 1095594 h 1633538"/>
              <a:gd name="connsiteX19" fmla="*/ 171448 w 852384"/>
              <a:gd name="connsiteY19" fmla="*/ 888424 h 1633538"/>
              <a:gd name="connsiteX20" fmla="*/ 138113 w 852384"/>
              <a:gd name="connsiteY20" fmla="*/ 845563 h 1633538"/>
              <a:gd name="connsiteX21" fmla="*/ 176213 w 852384"/>
              <a:gd name="connsiteY21" fmla="*/ 766981 h 1633538"/>
              <a:gd name="connsiteX22" fmla="*/ 154920 w 852384"/>
              <a:gd name="connsiteY22" fmla="*/ 527597 h 1633538"/>
              <a:gd name="connsiteX23" fmla="*/ 217253 w 852384"/>
              <a:gd name="connsiteY23" fmla="*/ 399009 h 1633538"/>
              <a:gd name="connsiteX0" fmla="*/ 217253 w 838097"/>
              <a:gd name="connsiteY0" fmla="*/ 399009 h 1650205"/>
              <a:gd name="connsiteX1" fmla="*/ 352423 w 838097"/>
              <a:gd name="connsiteY1" fmla="*/ 200244 h 1650205"/>
              <a:gd name="connsiteX2" fmla="*/ 426242 w 838097"/>
              <a:gd name="connsiteY2" fmla="*/ 126424 h 1650205"/>
              <a:gd name="connsiteX3" fmla="*/ 494616 w 838097"/>
              <a:gd name="connsiteY3" fmla="*/ 128587 h 1650205"/>
              <a:gd name="connsiteX4" fmla="*/ 728560 w 838097"/>
              <a:gd name="connsiteY4" fmla="*/ 0 h 1650205"/>
              <a:gd name="connsiteX5" fmla="*/ 761897 w 838097"/>
              <a:gd name="connsiteY5" fmla="*/ 52387 h 1650205"/>
              <a:gd name="connsiteX6" fmla="*/ 664265 w 838097"/>
              <a:gd name="connsiteY6" fmla="*/ 235744 h 1650205"/>
              <a:gd name="connsiteX7" fmla="*/ 697603 w 838097"/>
              <a:gd name="connsiteY7" fmla="*/ 342900 h 1650205"/>
              <a:gd name="connsiteX8" fmla="*/ 766659 w 838097"/>
              <a:gd name="connsiteY8" fmla="*/ 285750 h 1650205"/>
              <a:gd name="connsiteX9" fmla="*/ 711891 w 838097"/>
              <a:gd name="connsiteY9" fmla="*/ 166687 h 1650205"/>
              <a:gd name="connsiteX10" fmla="*/ 838097 w 838097"/>
              <a:gd name="connsiteY10" fmla="*/ 1650205 h 1650205"/>
              <a:gd name="connsiteX11" fmla="*/ 749989 w 838097"/>
              <a:gd name="connsiteY11" fmla="*/ 1633538 h 1650205"/>
              <a:gd name="connsiteX12" fmla="*/ 797615 w 838097"/>
              <a:gd name="connsiteY12" fmla="*/ 1504949 h 1650205"/>
              <a:gd name="connsiteX13" fmla="*/ 719034 w 838097"/>
              <a:gd name="connsiteY13" fmla="*/ 1476376 h 1650205"/>
              <a:gd name="connsiteX14" fmla="*/ 561871 w 838097"/>
              <a:gd name="connsiteY14" fmla="*/ 1488282 h 1650205"/>
              <a:gd name="connsiteX15" fmla="*/ 523875 w 838097"/>
              <a:gd name="connsiteY15" fmla="*/ 1431350 h 1650205"/>
              <a:gd name="connsiteX16" fmla="*/ 378618 w 838097"/>
              <a:gd name="connsiteY16" fmla="*/ 1247994 h 1650205"/>
              <a:gd name="connsiteX17" fmla="*/ 307181 w 838097"/>
              <a:gd name="connsiteY17" fmla="*/ 1257518 h 1650205"/>
              <a:gd name="connsiteX18" fmla="*/ 0 w 838097"/>
              <a:gd name="connsiteY18" fmla="*/ 1095594 h 1650205"/>
              <a:gd name="connsiteX19" fmla="*/ 171448 w 838097"/>
              <a:gd name="connsiteY19" fmla="*/ 888424 h 1650205"/>
              <a:gd name="connsiteX20" fmla="*/ 138113 w 838097"/>
              <a:gd name="connsiteY20" fmla="*/ 845563 h 1650205"/>
              <a:gd name="connsiteX21" fmla="*/ 176213 w 838097"/>
              <a:gd name="connsiteY21" fmla="*/ 766981 h 1650205"/>
              <a:gd name="connsiteX22" fmla="*/ 154920 w 838097"/>
              <a:gd name="connsiteY22" fmla="*/ 527597 h 1650205"/>
              <a:gd name="connsiteX23" fmla="*/ 217253 w 838097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64265 w 869053"/>
              <a:gd name="connsiteY6" fmla="*/ 235744 h 1650205"/>
              <a:gd name="connsiteX7" fmla="*/ 697603 w 869053"/>
              <a:gd name="connsiteY7" fmla="*/ 342900 h 1650205"/>
              <a:gd name="connsiteX8" fmla="*/ 766659 w 869053"/>
              <a:gd name="connsiteY8" fmla="*/ 285750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64265 w 869053"/>
              <a:gd name="connsiteY6" fmla="*/ 235744 h 1650205"/>
              <a:gd name="connsiteX7" fmla="*/ 697603 w 869053"/>
              <a:gd name="connsiteY7" fmla="*/ 342900 h 1650205"/>
              <a:gd name="connsiteX8" fmla="*/ 683315 w 869053"/>
              <a:gd name="connsiteY8" fmla="*/ 1295400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64265 w 869053"/>
              <a:gd name="connsiteY6" fmla="*/ 235744 h 1650205"/>
              <a:gd name="connsiteX7" fmla="*/ 697603 w 869053"/>
              <a:gd name="connsiteY7" fmla="*/ 342900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64265 w 869053"/>
              <a:gd name="connsiteY6" fmla="*/ 235744 h 1650205"/>
              <a:gd name="connsiteX7" fmla="*/ 542822 w 869053"/>
              <a:gd name="connsiteY7" fmla="*/ 573881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542821 w 869053"/>
              <a:gd name="connsiteY6" fmla="*/ 230981 h 1650205"/>
              <a:gd name="connsiteX7" fmla="*/ 542822 w 869053"/>
              <a:gd name="connsiteY7" fmla="*/ 573881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454715 w 869053"/>
              <a:gd name="connsiteY6" fmla="*/ 221456 h 1650205"/>
              <a:gd name="connsiteX7" fmla="*/ 542822 w 869053"/>
              <a:gd name="connsiteY7" fmla="*/ 573881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42822 w 869053"/>
              <a:gd name="connsiteY7" fmla="*/ 573881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42822 w 869053"/>
              <a:gd name="connsiteY7" fmla="*/ 573881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40440 w 869053"/>
              <a:gd name="connsiteY7" fmla="*/ 352425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819046 w 869053"/>
              <a:gd name="connsiteY8" fmla="*/ 1288256 h 1650205"/>
              <a:gd name="connsiteX9" fmla="*/ 869053 w 869053"/>
              <a:gd name="connsiteY9" fmla="*/ 1400174 h 1650205"/>
              <a:gd name="connsiteX10" fmla="*/ 838097 w 869053"/>
              <a:gd name="connsiteY10" fmla="*/ 1650205 h 1650205"/>
              <a:gd name="connsiteX11" fmla="*/ 749989 w 869053"/>
              <a:gd name="connsiteY11" fmla="*/ 1633538 h 1650205"/>
              <a:gd name="connsiteX12" fmla="*/ 797615 w 869053"/>
              <a:gd name="connsiteY12" fmla="*/ 1504949 h 1650205"/>
              <a:gd name="connsiteX13" fmla="*/ 719034 w 869053"/>
              <a:gd name="connsiteY13" fmla="*/ 1476376 h 1650205"/>
              <a:gd name="connsiteX14" fmla="*/ 561871 w 869053"/>
              <a:gd name="connsiteY14" fmla="*/ 1488282 h 1650205"/>
              <a:gd name="connsiteX15" fmla="*/ 523875 w 869053"/>
              <a:gd name="connsiteY15" fmla="*/ 1431350 h 1650205"/>
              <a:gd name="connsiteX16" fmla="*/ 378618 w 869053"/>
              <a:gd name="connsiteY16" fmla="*/ 1247994 h 1650205"/>
              <a:gd name="connsiteX17" fmla="*/ 307181 w 869053"/>
              <a:gd name="connsiteY17" fmla="*/ 1257518 h 1650205"/>
              <a:gd name="connsiteX18" fmla="*/ 0 w 869053"/>
              <a:gd name="connsiteY18" fmla="*/ 1095594 h 1650205"/>
              <a:gd name="connsiteX19" fmla="*/ 171448 w 869053"/>
              <a:gd name="connsiteY19" fmla="*/ 888424 h 1650205"/>
              <a:gd name="connsiteX20" fmla="*/ 138113 w 869053"/>
              <a:gd name="connsiteY20" fmla="*/ 845563 h 1650205"/>
              <a:gd name="connsiteX21" fmla="*/ 176213 w 869053"/>
              <a:gd name="connsiteY21" fmla="*/ 766981 h 1650205"/>
              <a:gd name="connsiteX22" fmla="*/ 154920 w 869053"/>
              <a:gd name="connsiteY22" fmla="*/ 527597 h 1650205"/>
              <a:gd name="connsiteX23" fmla="*/ 217253 w 869053"/>
              <a:gd name="connsiteY23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11878 w 869053"/>
              <a:gd name="connsiteY8" fmla="*/ 502442 h 1650205"/>
              <a:gd name="connsiteX9" fmla="*/ 819046 w 869053"/>
              <a:gd name="connsiteY9" fmla="*/ 1288256 h 1650205"/>
              <a:gd name="connsiteX10" fmla="*/ 869053 w 869053"/>
              <a:gd name="connsiteY10" fmla="*/ 1400174 h 1650205"/>
              <a:gd name="connsiteX11" fmla="*/ 838097 w 869053"/>
              <a:gd name="connsiteY11" fmla="*/ 1650205 h 1650205"/>
              <a:gd name="connsiteX12" fmla="*/ 749989 w 869053"/>
              <a:gd name="connsiteY12" fmla="*/ 1633538 h 1650205"/>
              <a:gd name="connsiteX13" fmla="*/ 797615 w 869053"/>
              <a:gd name="connsiteY13" fmla="*/ 1504949 h 1650205"/>
              <a:gd name="connsiteX14" fmla="*/ 719034 w 869053"/>
              <a:gd name="connsiteY14" fmla="*/ 1476376 h 1650205"/>
              <a:gd name="connsiteX15" fmla="*/ 561871 w 869053"/>
              <a:gd name="connsiteY15" fmla="*/ 1488282 h 1650205"/>
              <a:gd name="connsiteX16" fmla="*/ 523875 w 869053"/>
              <a:gd name="connsiteY16" fmla="*/ 1431350 h 1650205"/>
              <a:gd name="connsiteX17" fmla="*/ 378618 w 869053"/>
              <a:gd name="connsiteY17" fmla="*/ 1247994 h 1650205"/>
              <a:gd name="connsiteX18" fmla="*/ 307181 w 869053"/>
              <a:gd name="connsiteY18" fmla="*/ 1257518 h 1650205"/>
              <a:gd name="connsiteX19" fmla="*/ 0 w 869053"/>
              <a:gd name="connsiteY19" fmla="*/ 1095594 h 1650205"/>
              <a:gd name="connsiteX20" fmla="*/ 171448 w 869053"/>
              <a:gd name="connsiteY20" fmla="*/ 888424 h 1650205"/>
              <a:gd name="connsiteX21" fmla="*/ 138113 w 869053"/>
              <a:gd name="connsiteY21" fmla="*/ 845563 h 1650205"/>
              <a:gd name="connsiteX22" fmla="*/ 176213 w 869053"/>
              <a:gd name="connsiteY22" fmla="*/ 766981 h 1650205"/>
              <a:gd name="connsiteX23" fmla="*/ 154920 w 869053"/>
              <a:gd name="connsiteY23" fmla="*/ 527597 h 1650205"/>
              <a:gd name="connsiteX24" fmla="*/ 217253 w 869053"/>
              <a:gd name="connsiteY24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819046 w 869053"/>
              <a:gd name="connsiteY9" fmla="*/ 1288256 h 1650205"/>
              <a:gd name="connsiteX10" fmla="*/ 869053 w 869053"/>
              <a:gd name="connsiteY10" fmla="*/ 1400174 h 1650205"/>
              <a:gd name="connsiteX11" fmla="*/ 838097 w 869053"/>
              <a:gd name="connsiteY11" fmla="*/ 1650205 h 1650205"/>
              <a:gd name="connsiteX12" fmla="*/ 749989 w 869053"/>
              <a:gd name="connsiteY12" fmla="*/ 1633538 h 1650205"/>
              <a:gd name="connsiteX13" fmla="*/ 797615 w 869053"/>
              <a:gd name="connsiteY13" fmla="*/ 1504949 h 1650205"/>
              <a:gd name="connsiteX14" fmla="*/ 719034 w 869053"/>
              <a:gd name="connsiteY14" fmla="*/ 1476376 h 1650205"/>
              <a:gd name="connsiteX15" fmla="*/ 561871 w 869053"/>
              <a:gd name="connsiteY15" fmla="*/ 1488282 h 1650205"/>
              <a:gd name="connsiteX16" fmla="*/ 523875 w 869053"/>
              <a:gd name="connsiteY16" fmla="*/ 1431350 h 1650205"/>
              <a:gd name="connsiteX17" fmla="*/ 378618 w 869053"/>
              <a:gd name="connsiteY17" fmla="*/ 1247994 h 1650205"/>
              <a:gd name="connsiteX18" fmla="*/ 307181 w 869053"/>
              <a:gd name="connsiteY18" fmla="*/ 1257518 h 1650205"/>
              <a:gd name="connsiteX19" fmla="*/ 0 w 869053"/>
              <a:gd name="connsiteY19" fmla="*/ 1095594 h 1650205"/>
              <a:gd name="connsiteX20" fmla="*/ 171448 w 869053"/>
              <a:gd name="connsiteY20" fmla="*/ 888424 h 1650205"/>
              <a:gd name="connsiteX21" fmla="*/ 138113 w 869053"/>
              <a:gd name="connsiteY21" fmla="*/ 845563 h 1650205"/>
              <a:gd name="connsiteX22" fmla="*/ 176213 w 869053"/>
              <a:gd name="connsiteY22" fmla="*/ 766981 h 1650205"/>
              <a:gd name="connsiteX23" fmla="*/ 154920 w 869053"/>
              <a:gd name="connsiteY23" fmla="*/ 527597 h 1650205"/>
              <a:gd name="connsiteX24" fmla="*/ 217253 w 869053"/>
              <a:gd name="connsiteY24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52359 w 869053"/>
              <a:gd name="connsiteY9" fmla="*/ 542923 h 1650205"/>
              <a:gd name="connsiteX10" fmla="*/ 819046 w 869053"/>
              <a:gd name="connsiteY10" fmla="*/ 1288256 h 1650205"/>
              <a:gd name="connsiteX11" fmla="*/ 869053 w 869053"/>
              <a:gd name="connsiteY11" fmla="*/ 1400174 h 1650205"/>
              <a:gd name="connsiteX12" fmla="*/ 838097 w 869053"/>
              <a:gd name="connsiteY12" fmla="*/ 1650205 h 1650205"/>
              <a:gd name="connsiteX13" fmla="*/ 749989 w 869053"/>
              <a:gd name="connsiteY13" fmla="*/ 1633538 h 1650205"/>
              <a:gd name="connsiteX14" fmla="*/ 797615 w 869053"/>
              <a:gd name="connsiteY14" fmla="*/ 1504949 h 1650205"/>
              <a:gd name="connsiteX15" fmla="*/ 719034 w 869053"/>
              <a:gd name="connsiteY15" fmla="*/ 1476376 h 1650205"/>
              <a:gd name="connsiteX16" fmla="*/ 561871 w 869053"/>
              <a:gd name="connsiteY16" fmla="*/ 1488282 h 1650205"/>
              <a:gd name="connsiteX17" fmla="*/ 523875 w 869053"/>
              <a:gd name="connsiteY17" fmla="*/ 1431350 h 1650205"/>
              <a:gd name="connsiteX18" fmla="*/ 378618 w 869053"/>
              <a:gd name="connsiteY18" fmla="*/ 1247994 h 1650205"/>
              <a:gd name="connsiteX19" fmla="*/ 307181 w 869053"/>
              <a:gd name="connsiteY19" fmla="*/ 1257518 h 1650205"/>
              <a:gd name="connsiteX20" fmla="*/ 0 w 869053"/>
              <a:gd name="connsiteY20" fmla="*/ 1095594 h 1650205"/>
              <a:gd name="connsiteX21" fmla="*/ 171448 w 869053"/>
              <a:gd name="connsiteY21" fmla="*/ 888424 h 1650205"/>
              <a:gd name="connsiteX22" fmla="*/ 138113 w 869053"/>
              <a:gd name="connsiteY22" fmla="*/ 845563 h 1650205"/>
              <a:gd name="connsiteX23" fmla="*/ 176213 w 869053"/>
              <a:gd name="connsiteY23" fmla="*/ 766981 h 1650205"/>
              <a:gd name="connsiteX24" fmla="*/ 154920 w 869053"/>
              <a:gd name="connsiteY24" fmla="*/ 527597 h 1650205"/>
              <a:gd name="connsiteX25" fmla="*/ 217253 w 869053"/>
              <a:gd name="connsiteY25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549965 w 869053"/>
              <a:gd name="connsiteY9" fmla="*/ 581023 h 1650205"/>
              <a:gd name="connsiteX10" fmla="*/ 819046 w 869053"/>
              <a:gd name="connsiteY10" fmla="*/ 1288256 h 1650205"/>
              <a:gd name="connsiteX11" fmla="*/ 869053 w 869053"/>
              <a:gd name="connsiteY11" fmla="*/ 1400174 h 1650205"/>
              <a:gd name="connsiteX12" fmla="*/ 838097 w 869053"/>
              <a:gd name="connsiteY12" fmla="*/ 1650205 h 1650205"/>
              <a:gd name="connsiteX13" fmla="*/ 749989 w 869053"/>
              <a:gd name="connsiteY13" fmla="*/ 1633538 h 1650205"/>
              <a:gd name="connsiteX14" fmla="*/ 797615 w 869053"/>
              <a:gd name="connsiteY14" fmla="*/ 1504949 h 1650205"/>
              <a:gd name="connsiteX15" fmla="*/ 719034 w 869053"/>
              <a:gd name="connsiteY15" fmla="*/ 1476376 h 1650205"/>
              <a:gd name="connsiteX16" fmla="*/ 561871 w 869053"/>
              <a:gd name="connsiteY16" fmla="*/ 1488282 h 1650205"/>
              <a:gd name="connsiteX17" fmla="*/ 523875 w 869053"/>
              <a:gd name="connsiteY17" fmla="*/ 1431350 h 1650205"/>
              <a:gd name="connsiteX18" fmla="*/ 378618 w 869053"/>
              <a:gd name="connsiteY18" fmla="*/ 1247994 h 1650205"/>
              <a:gd name="connsiteX19" fmla="*/ 307181 w 869053"/>
              <a:gd name="connsiteY19" fmla="*/ 1257518 h 1650205"/>
              <a:gd name="connsiteX20" fmla="*/ 0 w 869053"/>
              <a:gd name="connsiteY20" fmla="*/ 1095594 h 1650205"/>
              <a:gd name="connsiteX21" fmla="*/ 171448 w 869053"/>
              <a:gd name="connsiteY21" fmla="*/ 888424 h 1650205"/>
              <a:gd name="connsiteX22" fmla="*/ 138113 w 869053"/>
              <a:gd name="connsiteY22" fmla="*/ 845563 h 1650205"/>
              <a:gd name="connsiteX23" fmla="*/ 176213 w 869053"/>
              <a:gd name="connsiteY23" fmla="*/ 766981 h 1650205"/>
              <a:gd name="connsiteX24" fmla="*/ 154920 w 869053"/>
              <a:gd name="connsiteY24" fmla="*/ 527597 h 1650205"/>
              <a:gd name="connsiteX25" fmla="*/ 217253 w 869053"/>
              <a:gd name="connsiteY25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04734 w 869053"/>
              <a:gd name="connsiteY9" fmla="*/ 497679 h 1650205"/>
              <a:gd name="connsiteX10" fmla="*/ 819046 w 869053"/>
              <a:gd name="connsiteY10" fmla="*/ 1288256 h 1650205"/>
              <a:gd name="connsiteX11" fmla="*/ 869053 w 869053"/>
              <a:gd name="connsiteY11" fmla="*/ 1400174 h 1650205"/>
              <a:gd name="connsiteX12" fmla="*/ 838097 w 869053"/>
              <a:gd name="connsiteY12" fmla="*/ 1650205 h 1650205"/>
              <a:gd name="connsiteX13" fmla="*/ 749989 w 869053"/>
              <a:gd name="connsiteY13" fmla="*/ 1633538 h 1650205"/>
              <a:gd name="connsiteX14" fmla="*/ 797615 w 869053"/>
              <a:gd name="connsiteY14" fmla="*/ 1504949 h 1650205"/>
              <a:gd name="connsiteX15" fmla="*/ 719034 w 869053"/>
              <a:gd name="connsiteY15" fmla="*/ 1476376 h 1650205"/>
              <a:gd name="connsiteX16" fmla="*/ 561871 w 869053"/>
              <a:gd name="connsiteY16" fmla="*/ 1488282 h 1650205"/>
              <a:gd name="connsiteX17" fmla="*/ 523875 w 869053"/>
              <a:gd name="connsiteY17" fmla="*/ 1431350 h 1650205"/>
              <a:gd name="connsiteX18" fmla="*/ 378618 w 869053"/>
              <a:gd name="connsiteY18" fmla="*/ 1247994 h 1650205"/>
              <a:gd name="connsiteX19" fmla="*/ 307181 w 869053"/>
              <a:gd name="connsiteY19" fmla="*/ 1257518 h 1650205"/>
              <a:gd name="connsiteX20" fmla="*/ 0 w 869053"/>
              <a:gd name="connsiteY20" fmla="*/ 1095594 h 1650205"/>
              <a:gd name="connsiteX21" fmla="*/ 171448 w 869053"/>
              <a:gd name="connsiteY21" fmla="*/ 888424 h 1650205"/>
              <a:gd name="connsiteX22" fmla="*/ 138113 w 869053"/>
              <a:gd name="connsiteY22" fmla="*/ 845563 h 1650205"/>
              <a:gd name="connsiteX23" fmla="*/ 176213 w 869053"/>
              <a:gd name="connsiteY23" fmla="*/ 766981 h 1650205"/>
              <a:gd name="connsiteX24" fmla="*/ 154920 w 869053"/>
              <a:gd name="connsiteY24" fmla="*/ 527597 h 1650205"/>
              <a:gd name="connsiteX25" fmla="*/ 217253 w 869053"/>
              <a:gd name="connsiteY25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04734 w 869053"/>
              <a:gd name="connsiteY9" fmla="*/ 497679 h 1650205"/>
              <a:gd name="connsiteX10" fmla="*/ 640453 w 869053"/>
              <a:gd name="connsiteY10" fmla="*/ 635792 h 1650205"/>
              <a:gd name="connsiteX11" fmla="*/ 819046 w 869053"/>
              <a:gd name="connsiteY11" fmla="*/ 1288256 h 1650205"/>
              <a:gd name="connsiteX12" fmla="*/ 869053 w 869053"/>
              <a:gd name="connsiteY12" fmla="*/ 1400174 h 1650205"/>
              <a:gd name="connsiteX13" fmla="*/ 838097 w 869053"/>
              <a:gd name="connsiteY13" fmla="*/ 1650205 h 1650205"/>
              <a:gd name="connsiteX14" fmla="*/ 749989 w 869053"/>
              <a:gd name="connsiteY14" fmla="*/ 1633538 h 1650205"/>
              <a:gd name="connsiteX15" fmla="*/ 797615 w 869053"/>
              <a:gd name="connsiteY15" fmla="*/ 1504949 h 1650205"/>
              <a:gd name="connsiteX16" fmla="*/ 719034 w 869053"/>
              <a:gd name="connsiteY16" fmla="*/ 1476376 h 1650205"/>
              <a:gd name="connsiteX17" fmla="*/ 561871 w 869053"/>
              <a:gd name="connsiteY17" fmla="*/ 1488282 h 1650205"/>
              <a:gd name="connsiteX18" fmla="*/ 523875 w 869053"/>
              <a:gd name="connsiteY18" fmla="*/ 1431350 h 1650205"/>
              <a:gd name="connsiteX19" fmla="*/ 378618 w 869053"/>
              <a:gd name="connsiteY19" fmla="*/ 1247994 h 1650205"/>
              <a:gd name="connsiteX20" fmla="*/ 307181 w 869053"/>
              <a:gd name="connsiteY20" fmla="*/ 1257518 h 1650205"/>
              <a:gd name="connsiteX21" fmla="*/ 0 w 869053"/>
              <a:gd name="connsiteY21" fmla="*/ 1095594 h 1650205"/>
              <a:gd name="connsiteX22" fmla="*/ 171448 w 869053"/>
              <a:gd name="connsiteY22" fmla="*/ 888424 h 1650205"/>
              <a:gd name="connsiteX23" fmla="*/ 138113 w 869053"/>
              <a:gd name="connsiteY23" fmla="*/ 845563 h 1650205"/>
              <a:gd name="connsiteX24" fmla="*/ 176213 w 869053"/>
              <a:gd name="connsiteY24" fmla="*/ 766981 h 1650205"/>
              <a:gd name="connsiteX25" fmla="*/ 154920 w 869053"/>
              <a:gd name="connsiteY25" fmla="*/ 527597 h 1650205"/>
              <a:gd name="connsiteX26" fmla="*/ 217253 w 869053"/>
              <a:gd name="connsiteY26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04734 w 869053"/>
              <a:gd name="connsiteY9" fmla="*/ 497679 h 1650205"/>
              <a:gd name="connsiteX10" fmla="*/ 649978 w 869053"/>
              <a:gd name="connsiteY10" fmla="*/ 552448 h 1650205"/>
              <a:gd name="connsiteX11" fmla="*/ 819046 w 869053"/>
              <a:gd name="connsiteY11" fmla="*/ 1288256 h 1650205"/>
              <a:gd name="connsiteX12" fmla="*/ 869053 w 869053"/>
              <a:gd name="connsiteY12" fmla="*/ 1400174 h 1650205"/>
              <a:gd name="connsiteX13" fmla="*/ 838097 w 869053"/>
              <a:gd name="connsiteY13" fmla="*/ 1650205 h 1650205"/>
              <a:gd name="connsiteX14" fmla="*/ 749989 w 869053"/>
              <a:gd name="connsiteY14" fmla="*/ 1633538 h 1650205"/>
              <a:gd name="connsiteX15" fmla="*/ 797615 w 869053"/>
              <a:gd name="connsiteY15" fmla="*/ 1504949 h 1650205"/>
              <a:gd name="connsiteX16" fmla="*/ 719034 w 869053"/>
              <a:gd name="connsiteY16" fmla="*/ 1476376 h 1650205"/>
              <a:gd name="connsiteX17" fmla="*/ 561871 w 869053"/>
              <a:gd name="connsiteY17" fmla="*/ 1488282 h 1650205"/>
              <a:gd name="connsiteX18" fmla="*/ 523875 w 869053"/>
              <a:gd name="connsiteY18" fmla="*/ 1431350 h 1650205"/>
              <a:gd name="connsiteX19" fmla="*/ 378618 w 869053"/>
              <a:gd name="connsiteY19" fmla="*/ 1247994 h 1650205"/>
              <a:gd name="connsiteX20" fmla="*/ 307181 w 869053"/>
              <a:gd name="connsiteY20" fmla="*/ 1257518 h 1650205"/>
              <a:gd name="connsiteX21" fmla="*/ 0 w 869053"/>
              <a:gd name="connsiteY21" fmla="*/ 1095594 h 1650205"/>
              <a:gd name="connsiteX22" fmla="*/ 171448 w 869053"/>
              <a:gd name="connsiteY22" fmla="*/ 888424 h 1650205"/>
              <a:gd name="connsiteX23" fmla="*/ 138113 w 869053"/>
              <a:gd name="connsiteY23" fmla="*/ 845563 h 1650205"/>
              <a:gd name="connsiteX24" fmla="*/ 176213 w 869053"/>
              <a:gd name="connsiteY24" fmla="*/ 766981 h 1650205"/>
              <a:gd name="connsiteX25" fmla="*/ 154920 w 869053"/>
              <a:gd name="connsiteY25" fmla="*/ 527597 h 1650205"/>
              <a:gd name="connsiteX26" fmla="*/ 217253 w 869053"/>
              <a:gd name="connsiteY26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04734 w 869053"/>
              <a:gd name="connsiteY9" fmla="*/ 497679 h 1650205"/>
              <a:gd name="connsiteX10" fmla="*/ 649978 w 869053"/>
              <a:gd name="connsiteY10" fmla="*/ 552448 h 1650205"/>
              <a:gd name="connsiteX11" fmla="*/ 673791 w 869053"/>
              <a:gd name="connsiteY11" fmla="*/ 671511 h 1650205"/>
              <a:gd name="connsiteX12" fmla="*/ 819046 w 869053"/>
              <a:gd name="connsiteY12" fmla="*/ 1288256 h 1650205"/>
              <a:gd name="connsiteX13" fmla="*/ 869053 w 869053"/>
              <a:gd name="connsiteY13" fmla="*/ 1400174 h 1650205"/>
              <a:gd name="connsiteX14" fmla="*/ 838097 w 869053"/>
              <a:gd name="connsiteY14" fmla="*/ 1650205 h 1650205"/>
              <a:gd name="connsiteX15" fmla="*/ 749989 w 869053"/>
              <a:gd name="connsiteY15" fmla="*/ 1633538 h 1650205"/>
              <a:gd name="connsiteX16" fmla="*/ 797615 w 869053"/>
              <a:gd name="connsiteY16" fmla="*/ 1504949 h 1650205"/>
              <a:gd name="connsiteX17" fmla="*/ 719034 w 869053"/>
              <a:gd name="connsiteY17" fmla="*/ 1476376 h 1650205"/>
              <a:gd name="connsiteX18" fmla="*/ 561871 w 869053"/>
              <a:gd name="connsiteY18" fmla="*/ 1488282 h 1650205"/>
              <a:gd name="connsiteX19" fmla="*/ 523875 w 869053"/>
              <a:gd name="connsiteY19" fmla="*/ 1431350 h 1650205"/>
              <a:gd name="connsiteX20" fmla="*/ 378618 w 869053"/>
              <a:gd name="connsiteY20" fmla="*/ 1247994 h 1650205"/>
              <a:gd name="connsiteX21" fmla="*/ 307181 w 869053"/>
              <a:gd name="connsiteY21" fmla="*/ 1257518 h 1650205"/>
              <a:gd name="connsiteX22" fmla="*/ 0 w 869053"/>
              <a:gd name="connsiteY22" fmla="*/ 1095594 h 1650205"/>
              <a:gd name="connsiteX23" fmla="*/ 171448 w 869053"/>
              <a:gd name="connsiteY23" fmla="*/ 888424 h 1650205"/>
              <a:gd name="connsiteX24" fmla="*/ 138113 w 869053"/>
              <a:gd name="connsiteY24" fmla="*/ 845563 h 1650205"/>
              <a:gd name="connsiteX25" fmla="*/ 176213 w 869053"/>
              <a:gd name="connsiteY25" fmla="*/ 766981 h 1650205"/>
              <a:gd name="connsiteX26" fmla="*/ 154920 w 869053"/>
              <a:gd name="connsiteY26" fmla="*/ 527597 h 1650205"/>
              <a:gd name="connsiteX27" fmla="*/ 217253 w 869053"/>
              <a:gd name="connsiteY27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04734 w 869053"/>
              <a:gd name="connsiteY9" fmla="*/ 497679 h 1650205"/>
              <a:gd name="connsiteX10" fmla="*/ 649978 w 869053"/>
              <a:gd name="connsiteY10" fmla="*/ 552448 h 1650205"/>
              <a:gd name="connsiteX11" fmla="*/ 821428 w 869053"/>
              <a:gd name="connsiteY11" fmla="*/ 545305 h 1650205"/>
              <a:gd name="connsiteX12" fmla="*/ 819046 w 869053"/>
              <a:gd name="connsiteY12" fmla="*/ 1288256 h 1650205"/>
              <a:gd name="connsiteX13" fmla="*/ 869053 w 869053"/>
              <a:gd name="connsiteY13" fmla="*/ 1400174 h 1650205"/>
              <a:gd name="connsiteX14" fmla="*/ 838097 w 869053"/>
              <a:gd name="connsiteY14" fmla="*/ 1650205 h 1650205"/>
              <a:gd name="connsiteX15" fmla="*/ 749989 w 869053"/>
              <a:gd name="connsiteY15" fmla="*/ 1633538 h 1650205"/>
              <a:gd name="connsiteX16" fmla="*/ 797615 w 869053"/>
              <a:gd name="connsiteY16" fmla="*/ 1504949 h 1650205"/>
              <a:gd name="connsiteX17" fmla="*/ 719034 w 869053"/>
              <a:gd name="connsiteY17" fmla="*/ 1476376 h 1650205"/>
              <a:gd name="connsiteX18" fmla="*/ 561871 w 869053"/>
              <a:gd name="connsiteY18" fmla="*/ 1488282 h 1650205"/>
              <a:gd name="connsiteX19" fmla="*/ 523875 w 869053"/>
              <a:gd name="connsiteY19" fmla="*/ 1431350 h 1650205"/>
              <a:gd name="connsiteX20" fmla="*/ 378618 w 869053"/>
              <a:gd name="connsiteY20" fmla="*/ 1247994 h 1650205"/>
              <a:gd name="connsiteX21" fmla="*/ 307181 w 869053"/>
              <a:gd name="connsiteY21" fmla="*/ 1257518 h 1650205"/>
              <a:gd name="connsiteX22" fmla="*/ 0 w 869053"/>
              <a:gd name="connsiteY22" fmla="*/ 1095594 h 1650205"/>
              <a:gd name="connsiteX23" fmla="*/ 171448 w 869053"/>
              <a:gd name="connsiteY23" fmla="*/ 888424 h 1650205"/>
              <a:gd name="connsiteX24" fmla="*/ 138113 w 869053"/>
              <a:gd name="connsiteY24" fmla="*/ 845563 h 1650205"/>
              <a:gd name="connsiteX25" fmla="*/ 176213 w 869053"/>
              <a:gd name="connsiteY25" fmla="*/ 766981 h 1650205"/>
              <a:gd name="connsiteX26" fmla="*/ 154920 w 869053"/>
              <a:gd name="connsiteY26" fmla="*/ 527597 h 1650205"/>
              <a:gd name="connsiteX27" fmla="*/ 217253 w 869053"/>
              <a:gd name="connsiteY27" fmla="*/ 399009 h 1650205"/>
              <a:gd name="connsiteX0" fmla="*/ 217253 w 869053"/>
              <a:gd name="connsiteY0" fmla="*/ 399009 h 1650205"/>
              <a:gd name="connsiteX1" fmla="*/ 352423 w 869053"/>
              <a:gd name="connsiteY1" fmla="*/ 200244 h 1650205"/>
              <a:gd name="connsiteX2" fmla="*/ 426242 w 869053"/>
              <a:gd name="connsiteY2" fmla="*/ 126424 h 1650205"/>
              <a:gd name="connsiteX3" fmla="*/ 494616 w 869053"/>
              <a:gd name="connsiteY3" fmla="*/ 128587 h 1650205"/>
              <a:gd name="connsiteX4" fmla="*/ 728560 w 869053"/>
              <a:gd name="connsiteY4" fmla="*/ 0 h 1650205"/>
              <a:gd name="connsiteX5" fmla="*/ 761897 w 869053"/>
              <a:gd name="connsiteY5" fmla="*/ 52387 h 1650205"/>
              <a:gd name="connsiteX6" fmla="*/ 604733 w 869053"/>
              <a:gd name="connsiteY6" fmla="*/ 145256 h 1650205"/>
              <a:gd name="connsiteX7" fmla="*/ 554727 w 869053"/>
              <a:gd name="connsiteY7" fmla="*/ 283369 h 1650205"/>
              <a:gd name="connsiteX8" fmla="*/ 623784 w 869053"/>
              <a:gd name="connsiteY8" fmla="*/ 426242 h 1650205"/>
              <a:gd name="connsiteX9" fmla="*/ 604734 w 869053"/>
              <a:gd name="connsiteY9" fmla="*/ 497679 h 1650205"/>
              <a:gd name="connsiteX10" fmla="*/ 649978 w 869053"/>
              <a:gd name="connsiteY10" fmla="*/ 552448 h 1650205"/>
              <a:gd name="connsiteX11" fmla="*/ 821428 w 869053"/>
              <a:gd name="connsiteY11" fmla="*/ 545305 h 1650205"/>
              <a:gd name="connsiteX12" fmla="*/ 816666 w 869053"/>
              <a:gd name="connsiteY12" fmla="*/ 692942 h 1650205"/>
              <a:gd name="connsiteX13" fmla="*/ 819046 w 869053"/>
              <a:gd name="connsiteY13" fmla="*/ 1288256 h 1650205"/>
              <a:gd name="connsiteX14" fmla="*/ 869053 w 869053"/>
              <a:gd name="connsiteY14" fmla="*/ 1400174 h 1650205"/>
              <a:gd name="connsiteX15" fmla="*/ 838097 w 869053"/>
              <a:gd name="connsiteY15" fmla="*/ 1650205 h 1650205"/>
              <a:gd name="connsiteX16" fmla="*/ 749989 w 869053"/>
              <a:gd name="connsiteY16" fmla="*/ 1633538 h 1650205"/>
              <a:gd name="connsiteX17" fmla="*/ 797615 w 869053"/>
              <a:gd name="connsiteY17" fmla="*/ 1504949 h 1650205"/>
              <a:gd name="connsiteX18" fmla="*/ 719034 w 869053"/>
              <a:gd name="connsiteY18" fmla="*/ 1476376 h 1650205"/>
              <a:gd name="connsiteX19" fmla="*/ 561871 w 869053"/>
              <a:gd name="connsiteY19" fmla="*/ 1488282 h 1650205"/>
              <a:gd name="connsiteX20" fmla="*/ 523875 w 869053"/>
              <a:gd name="connsiteY20" fmla="*/ 1431350 h 1650205"/>
              <a:gd name="connsiteX21" fmla="*/ 378618 w 869053"/>
              <a:gd name="connsiteY21" fmla="*/ 1247994 h 1650205"/>
              <a:gd name="connsiteX22" fmla="*/ 307181 w 869053"/>
              <a:gd name="connsiteY22" fmla="*/ 1257518 h 1650205"/>
              <a:gd name="connsiteX23" fmla="*/ 0 w 869053"/>
              <a:gd name="connsiteY23" fmla="*/ 1095594 h 1650205"/>
              <a:gd name="connsiteX24" fmla="*/ 171448 w 869053"/>
              <a:gd name="connsiteY24" fmla="*/ 888424 h 1650205"/>
              <a:gd name="connsiteX25" fmla="*/ 138113 w 869053"/>
              <a:gd name="connsiteY25" fmla="*/ 845563 h 1650205"/>
              <a:gd name="connsiteX26" fmla="*/ 176213 w 869053"/>
              <a:gd name="connsiteY26" fmla="*/ 766981 h 1650205"/>
              <a:gd name="connsiteX27" fmla="*/ 154920 w 869053"/>
              <a:gd name="connsiteY27" fmla="*/ 527597 h 1650205"/>
              <a:gd name="connsiteX28" fmla="*/ 217253 w 869053"/>
              <a:gd name="connsiteY28" fmla="*/ 399009 h 1650205"/>
              <a:gd name="connsiteX0" fmla="*/ 217253 w 873824"/>
              <a:gd name="connsiteY0" fmla="*/ 399009 h 1650205"/>
              <a:gd name="connsiteX1" fmla="*/ 352423 w 873824"/>
              <a:gd name="connsiteY1" fmla="*/ 200244 h 1650205"/>
              <a:gd name="connsiteX2" fmla="*/ 426242 w 873824"/>
              <a:gd name="connsiteY2" fmla="*/ 126424 h 1650205"/>
              <a:gd name="connsiteX3" fmla="*/ 494616 w 873824"/>
              <a:gd name="connsiteY3" fmla="*/ 128587 h 1650205"/>
              <a:gd name="connsiteX4" fmla="*/ 728560 w 873824"/>
              <a:gd name="connsiteY4" fmla="*/ 0 h 1650205"/>
              <a:gd name="connsiteX5" fmla="*/ 761897 w 873824"/>
              <a:gd name="connsiteY5" fmla="*/ 52387 h 1650205"/>
              <a:gd name="connsiteX6" fmla="*/ 604733 w 873824"/>
              <a:gd name="connsiteY6" fmla="*/ 145256 h 1650205"/>
              <a:gd name="connsiteX7" fmla="*/ 554727 w 873824"/>
              <a:gd name="connsiteY7" fmla="*/ 283369 h 1650205"/>
              <a:gd name="connsiteX8" fmla="*/ 623784 w 873824"/>
              <a:gd name="connsiteY8" fmla="*/ 426242 h 1650205"/>
              <a:gd name="connsiteX9" fmla="*/ 604734 w 873824"/>
              <a:gd name="connsiteY9" fmla="*/ 497679 h 1650205"/>
              <a:gd name="connsiteX10" fmla="*/ 649978 w 873824"/>
              <a:gd name="connsiteY10" fmla="*/ 552448 h 1650205"/>
              <a:gd name="connsiteX11" fmla="*/ 821428 w 873824"/>
              <a:gd name="connsiteY11" fmla="*/ 545305 h 1650205"/>
              <a:gd name="connsiteX12" fmla="*/ 873816 w 873824"/>
              <a:gd name="connsiteY12" fmla="*/ 640555 h 1650205"/>
              <a:gd name="connsiteX13" fmla="*/ 819046 w 873824"/>
              <a:gd name="connsiteY13" fmla="*/ 1288256 h 1650205"/>
              <a:gd name="connsiteX14" fmla="*/ 869053 w 873824"/>
              <a:gd name="connsiteY14" fmla="*/ 1400174 h 1650205"/>
              <a:gd name="connsiteX15" fmla="*/ 838097 w 873824"/>
              <a:gd name="connsiteY15" fmla="*/ 1650205 h 1650205"/>
              <a:gd name="connsiteX16" fmla="*/ 749989 w 873824"/>
              <a:gd name="connsiteY16" fmla="*/ 1633538 h 1650205"/>
              <a:gd name="connsiteX17" fmla="*/ 797615 w 873824"/>
              <a:gd name="connsiteY17" fmla="*/ 1504949 h 1650205"/>
              <a:gd name="connsiteX18" fmla="*/ 719034 w 873824"/>
              <a:gd name="connsiteY18" fmla="*/ 1476376 h 1650205"/>
              <a:gd name="connsiteX19" fmla="*/ 561871 w 873824"/>
              <a:gd name="connsiteY19" fmla="*/ 1488282 h 1650205"/>
              <a:gd name="connsiteX20" fmla="*/ 523875 w 873824"/>
              <a:gd name="connsiteY20" fmla="*/ 1431350 h 1650205"/>
              <a:gd name="connsiteX21" fmla="*/ 378618 w 873824"/>
              <a:gd name="connsiteY21" fmla="*/ 1247994 h 1650205"/>
              <a:gd name="connsiteX22" fmla="*/ 307181 w 873824"/>
              <a:gd name="connsiteY22" fmla="*/ 1257518 h 1650205"/>
              <a:gd name="connsiteX23" fmla="*/ 0 w 873824"/>
              <a:gd name="connsiteY23" fmla="*/ 1095594 h 1650205"/>
              <a:gd name="connsiteX24" fmla="*/ 171448 w 873824"/>
              <a:gd name="connsiteY24" fmla="*/ 888424 h 1650205"/>
              <a:gd name="connsiteX25" fmla="*/ 138113 w 873824"/>
              <a:gd name="connsiteY25" fmla="*/ 845563 h 1650205"/>
              <a:gd name="connsiteX26" fmla="*/ 176213 w 873824"/>
              <a:gd name="connsiteY26" fmla="*/ 766981 h 1650205"/>
              <a:gd name="connsiteX27" fmla="*/ 154920 w 873824"/>
              <a:gd name="connsiteY27" fmla="*/ 527597 h 1650205"/>
              <a:gd name="connsiteX28" fmla="*/ 217253 w 873824"/>
              <a:gd name="connsiteY28" fmla="*/ 399009 h 1650205"/>
              <a:gd name="connsiteX0" fmla="*/ 217253 w 878205"/>
              <a:gd name="connsiteY0" fmla="*/ 399009 h 1650205"/>
              <a:gd name="connsiteX1" fmla="*/ 352423 w 878205"/>
              <a:gd name="connsiteY1" fmla="*/ 200244 h 1650205"/>
              <a:gd name="connsiteX2" fmla="*/ 426242 w 878205"/>
              <a:gd name="connsiteY2" fmla="*/ 126424 h 1650205"/>
              <a:gd name="connsiteX3" fmla="*/ 494616 w 878205"/>
              <a:gd name="connsiteY3" fmla="*/ 128587 h 1650205"/>
              <a:gd name="connsiteX4" fmla="*/ 728560 w 878205"/>
              <a:gd name="connsiteY4" fmla="*/ 0 h 1650205"/>
              <a:gd name="connsiteX5" fmla="*/ 761897 w 878205"/>
              <a:gd name="connsiteY5" fmla="*/ 52387 h 1650205"/>
              <a:gd name="connsiteX6" fmla="*/ 604733 w 878205"/>
              <a:gd name="connsiteY6" fmla="*/ 145256 h 1650205"/>
              <a:gd name="connsiteX7" fmla="*/ 554727 w 878205"/>
              <a:gd name="connsiteY7" fmla="*/ 283369 h 1650205"/>
              <a:gd name="connsiteX8" fmla="*/ 623784 w 878205"/>
              <a:gd name="connsiteY8" fmla="*/ 426242 h 1650205"/>
              <a:gd name="connsiteX9" fmla="*/ 604734 w 878205"/>
              <a:gd name="connsiteY9" fmla="*/ 497679 h 1650205"/>
              <a:gd name="connsiteX10" fmla="*/ 649978 w 878205"/>
              <a:gd name="connsiteY10" fmla="*/ 552448 h 1650205"/>
              <a:gd name="connsiteX11" fmla="*/ 821428 w 878205"/>
              <a:gd name="connsiteY11" fmla="*/ 545305 h 1650205"/>
              <a:gd name="connsiteX12" fmla="*/ 873816 w 878205"/>
              <a:gd name="connsiteY12" fmla="*/ 640555 h 1650205"/>
              <a:gd name="connsiteX13" fmla="*/ 869052 w 878205"/>
              <a:gd name="connsiteY13" fmla="*/ 690561 h 1650205"/>
              <a:gd name="connsiteX14" fmla="*/ 819046 w 878205"/>
              <a:gd name="connsiteY14" fmla="*/ 1288256 h 1650205"/>
              <a:gd name="connsiteX15" fmla="*/ 869053 w 878205"/>
              <a:gd name="connsiteY15" fmla="*/ 1400174 h 1650205"/>
              <a:gd name="connsiteX16" fmla="*/ 838097 w 878205"/>
              <a:gd name="connsiteY16" fmla="*/ 1650205 h 1650205"/>
              <a:gd name="connsiteX17" fmla="*/ 749989 w 878205"/>
              <a:gd name="connsiteY17" fmla="*/ 1633538 h 1650205"/>
              <a:gd name="connsiteX18" fmla="*/ 797615 w 878205"/>
              <a:gd name="connsiteY18" fmla="*/ 1504949 h 1650205"/>
              <a:gd name="connsiteX19" fmla="*/ 719034 w 878205"/>
              <a:gd name="connsiteY19" fmla="*/ 1476376 h 1650205"/>
              <a:gd name="connsiteX20" fmla="*/ 561871 w 878205"/>
              <a:gd name="connsiteY20" fmla="*/ 1488282 h 1650205"/>
              <a:gd name="connsiteX21" fmla="*/ 523875 w 878205"/>
              <a:gd name="connsiteY21" fmla="*/ 1431350 h 1650205"/>
              <a:gd name="connsiteX22" fmla="*/ 378618 w 878205"/>
              <a:gd name="connsiteY22" fmla="*/ 1247994 h 1650205"/>
              <a:gd name="connsiteX23" fmla="*/ 307181 w 878205"/>
              <a:gd name="connsiteY23" fmla="*/ 1257518 h 1650205"/>
              <a:gd name="connsiteX24" fmla="*/ 0 w 878205"/>
              <a:gd name="connsiteY24" fmla="*/ 1095594 h 1650205"/>
              <a:gd name="connsiteX25" fmla="*/ 171448 w 878205"/>
              <a:gd name="connsiteY25" fmla="*/ 888424 h 1650205"/>
              <a:gd name="connsiteX26" fmla="*/ 138113 w 878205"/>
              <a:gd name="connsiteY26" fmla="*/ 845563 h 1650205"/>
              <a:gd name="connsiteX27" fmla="*/ 176213 w 878205"/>
              <a:gd name="connsiteY27" fmla="*/ 766981 h 1650205"/>
              <a:gd name="connsiteX28" fmla="*/ 154920 w 878205"/>
              <a:gd name="connsiteY28" fmla="*/ 527597 h 1650205"/>
              <a:gd name="connsiteX29" fmla="*/ 217253 w 878205"/>
              <a:gd name="connsiteY29" fmla="*/ 399009 h 1650205"/>
              <a:gd name="connsiteX0" fmla="*/ 217253 w 1043237"/>
              <a:gd name="connsiteY0" fmla="*/ 399009 h 1650205"/>
              <a:gd name="connsiteX1" fmla="*/ 352423 w 1043237"/>
              <a:gd name="connsiteY1" fmla="*/ 200244 h 1650205"/>
              <a:gd name="connsiteX2" fmla="*/ 426242 w 1043237"/>
              <a:gd name="connsiteY2" fmla="*/ 126424 h 1650205"/>
              <a:gd name="connsiteX3" fmla="*/ 494616 w 1043237"/>
              <a:gd name="connsiteY3" fmla="*/ 128587 h 1650205"/>
              <a:gd name="connsiteX4" fmla="*/ 728560 w 1043237"/>
              <a:gd name="connsiteY4" fmla="*/ 0 h 1650205"/>
              <a:gd name="connsiteX5" fmla="*/ 761897 w 1043237"/>
              <a:gd name="connsiteY5" fmla="*/ 52387 h 1650205"/>
              <a:gd name="connsiteX6" fmla="*/ 604733 w 1043237"/>
              <a:gd name="connsiteY6" fmla="*/ 145256 h 1650205"/>
              <a:gd name="connsiteX7" fmla="*/ 554727 w 1043237"/>
              <a:gd name="connsiteY7" fmla="*/ 283369 h 1650205"/>
              <a:gd name="connsiteX8" fmla="*/ 623784 w 1043237"/>
              <a:gd name="connsiteY8" fmla="*/ 426242 h 1650205"/>
              <a:gd name="connsiteX9" fmla="*/ 604734 w 1043237"/>
              <a:gd name="connsiteY9" fmla="*/ 497679 h 1650205"/>
              <a:gd name="connsiteX10" fmla="*/ 649978 w 1043237"/>
              <a:gd name="connsiteY10" fmla="*/ 552448 h 1650205"/>
              <a:gd name="connsiteX11" fmla="*/ 821428 w 1043237"/>
              <a:gd name="connsiteY11" fmla="*/ 545305 h 1650205"/>
              <a:gd name="connsiteX12" fmla="*/ 873816 w 1043237"/>
              <a:gd name="connsiteY12" fmla="*/ 640555 h 1650205"/>
              <a:gd name="connsiteX13" fmla="*/ 1042883 w 1043237"/>
              <a:gd name="connsiteY13" fmla="*/ 626267 h 1650205"/>
              <a:gd name="connsiteX14" fmla="*/ 819046 w 1043237"/>
              <a:gd name="connsiteY14" fmla="*/ 1288256 h 1650205"/>
              <a:gd name="connsiteX15" fmla="*/ 869053 w 1043237"/>
              <a:gd name="connsiteY15" fmla="*/ 1400174 h 1650205"/>
              <a:gd name="connsiteX16" fmla="*/ 838097 w 1043237"/>
              <a:gd name="connsiteY16" fmla="*/ 1650205 h 1650205"/>
              <a:gd name="connsiteX17" fmla="*/ 749989 w 1043237"/>
              <a:gd name="connsiteY17" fmla="*/ 1633538 h 1650205"/>
              <a:gd name="connsiteX18" fmla="*/ 797615 w 1043237"/>
              <a:gd name="connsiteY18" fmla="*/ 1504949 h 1650205"/>
              <a:gd name="connsiteX19" fmla="*/ 719034 w 1043237"/>
              <a:gd name="connsiteY19" fmla="*/ 1476376 h 1650205"/>
              <a:gd name="connsiteX20" fmla="*/ 561871 w 1043237"/>
              <a:gd name="connsiteY20" fmla="*/ 1488282 h 1650205"/>
              <a:gd name="connsiteX21" fmla="*/ 523875 w 1043237"/>
              <a:gd name="connsiteY21" fmla="*/ 1431350 h 1650205"/>
              <a:gd name="connsiteX22" fmla="*/ 378618 w 1043237"/>
              <a:gd name="connsiteY22" fmla="*/ 1247994 h 1650205"/>
              <a:gd name="connsiteX23" fmla="*/ 307181 w 1043237"/>
              <a:gd name="connsiteY23" fmla="*/ 1257518 h 1650205"/>
              <a:gd name="connsiteX24" fmla="*/ 0 w 1043237"/>
              <a:gd name="connsiteY24" fmla="*/ 1095594 h 1650205"/>
              <a:gd name="connsiteX25" fmla="*/ 171448 w 1043237"/>
              <a:gd name="connsiteY25" fmla="*/ 888424 h 1650205"/>
              <a:gd name="connsiteX26" fmla="*/ 138113 w 1043237"/>
              <a:gd name="connsiteY26" fmla="*/ 845563 h 1650205"/>
              <a:gd name="connsiteX27" fmla="*/ 176213 w 1043237"/>
              <a:gd name="connsiteY27" fmla="*/ 766981 h 1650205"/>
              <a:gd name="connsiteX28" fmla="*/ 154920 w 1043237"/>
              <a:gd name="connsiteY28" fmla="*/ 527597 h 1650205"/>
              <a:gd name="connsiteX29" fmla="*/ 217253 w 1043237"/>
              <a:gd name="connsiteY29" fmla="*/ 399009 h 1650205"/>
              <a:gd name="connsiteX0" fmla="*/ 217253 w 1042883"/>
              <a:gd name="connsiteY0" fmla="*/ 399009 h 1650205"/>
              <a:gd name="connsiteX1" fmla="*/ 352423 w 1042883"/>
              <a:gd name="connsiteY1" fmla="*/ 200244 h 1650205"/>
              <a:gd name="connsiteX2" fmla="*/ 426242 w 1042883"/>
              <a:gd name="connsiteY2" fmla="*/ 126424 h 1650205"/>
              <a:gd name="connsiteX3" fmla="*/ 494616 w 1042883"/>
              <a:gd name="connsiteY3" fmla="*/ 128587 h 1650205"/>
              <a:gd name="connsiteX4" fmla="*/ 728560 w 1042883"/>
              <a:gd name="connsiteY4" fmla="*/ 0 h 1650205"/>
              <a:gd name="connsiteX5" fmla="*/ 761897 w 1042883"/>
              <a:gd name="connsiteY5" fmla="*/ 52387 h 1650205"/>
              <a:gd name="connsiteX6" fmla="*/ 604733 w 1042883"/>
              <a:gd name="connsiteY6" fmla="*/ 145256 h 1650205"/>
              <a:gd name="connsiteX7" fmla="*/ 554727 w 1042883"/>
              <a:gd name="connsiteY7" fmla="*/ 283369 h 1650205"/>
              <a:gd name="connsiteX8" fmla="*/ 623784 w 1042883"/>
              <a:gd name="connsiteY8" fmla="*/ 426242 h 1650205"/>
              <a:gd name="connsiteX9" fmla="*/ 604734 w 1042883"/>
              <a:gd name="connsiteY9" fmla="*/ 497679 h 1650205"/>
              <a:gd name="connsiteX10" fmla="*/ 649978 w 1042883"/>
              <a:gd name="connsiteY10" fmla="*/ 552448 h 1650205"/>
              <a:gd name="connsiteX11" fmla="*/ 821428 w 1042883"/>
              <a:gd name="connsiteY11" fmla="*/ 545305 h 1650205"/>
              <a:gd name="connsiteX12" fmla="*/ 873816 w 1042883"/>
              <a:gd name="connsiteY12" fmla="*/ 640555 h 1650205"/>
              <a:gd name="connsiteX13" fmla="*/ 1042883 w 1042883"/>
              <a:gd name="connsiteY13" fmla="*/ 626267 h 1650205"/>
              <a:gd name="connsiteX14" fmla="*/ 819046 w 1042883"/>
              <a:gd name="connsiteY14" fmla="*/ 1288256 h 1650205"/>
              <a:gd name="connsiteX15" fmla="*/ 869053 w 1042883"/>
              <a:gd name="connsiteY15" fmla="*/ 1400174 h 1650205"/>
              <a:gd name="connsiteX16" fmla="*/ 838097 w 1042883"/>
              <a:gd name="connsiteY16" fmla="*/ 1650205 h 1650205"/>
              <a:gd name="connsiteX17" fmla="*/ 749989 w 1042883"/>
              <a:gd name="connsiteY17" fmla="*/ 1633538 h 1650205"/>
              <a:gd name="connsiteX18" fmla="*/ 797615 w 1042883"/>
              <a:gd name="connsiteY18" fmla="*/ 1504949 h 1650205"/>
              <a:gd name="connsiteX19" fmla="*/ 719034 w 1042883"/>
              <a:gd name="connsiteY19" fmla="*/ 1476376 h 1650205"/>
              <a:gd name="connsiteX20" fmla="*/ 561871 w 1042883"/>
              <a:gd name="connsiteY20" fmla="*/ 1488282 h 1650205"/>
              <a:gd name="connsiteX21" fmla="*/ 523875 w 1042883"/>
              <a:gd name="connsiteY21" fmla="*/ 1431350 h 1650205"/>
              <a:gd name="connsiteX22" fmla="*/ 378618 w 1042883"/>
              <a:gd name="connsiteY22" fmla="*/ 1247994 h 1650205"/>
              <a:gd name="connsiteX23" fmla="*/ 307181 w 1042883"/>
              <a:gd name="connsiteY23" fmla="*/ 1257518 h 1650205"/>
              <a:gd name="connsiteX24" fmla="*/ 0 w 1042883"/>
              <a:gd name="connsiteY24" fmla="*/ 1095594 h 1650205"/>
              <a:gd name="connsiteX25" fmla="*/ 171448 w 1042883"/>
              <a:gd name="connsiteY25" fmla="*/ 888424 h 1650205"/>
              <a:gd name="connsiteX26" fmla="*/ 138113 w 1042883"/>
              <a:gd name="connsiteY26" fmla="*/ 845563 h 1650205"/>
              <a:gd name="connsiteX27" fmla="*/ 176213 w 1042883"/>
              <a:gd name="connsiteY27" fmla="*/ 766981 h 1650205"/>
              <a:gd name="connsiteX28" fmla="*/ 154920 w 1042883"/>
              <a:gd name="connsiteY28" fmla="*/ 527597 h 1650205"/>
              <a:gd name="connsiteX29" fmla="*/ 217253 w 1042883"/>
              <a:gd name="connsiteY29" fmla="*/ 399009 h 1650205"/>
              <a:gd name="connsiteX0" fmla="*/ 217253 w 1053417"/>
              <a:gd name="connsiteY0" fmla="*/ 399009 h 1650205"/>
              <a:gd name="connsiteX1" fmla="*/ 352423 w 1053417"/>
              <a:gd name="connsiteY1" fmla="*/ 200244 h 1650205"/>
              <a:gd name="connsiteX2" fmla="*/ 426242 w 1053417"/>
              <a:gd name="connsiteY2" fmla="*/ 126424 h 1650205"/>
              <a:gd name="connsiteX3" fmla="*/ 494616 w 1053417"/>
              <a:gd name="connsiteY3" fmla="*/ 128587 h 1650205"/>
              <a:gd name="connsiteX4" fmla="*/ 728560 w 1053417"/>
              <a:gd name="connsiteY4" fmla="*/ 0 h 1650205"/>
              <a:gd name="connsiteX5" fmla="*/ 761897 w 1053417"/>
              <a:gd name="connsiteY5" fmla="*/ 52387 h 1650205"/>
              <a:gd name="connsiteX6" fmla="*/ 604733 w 1053417"/>
              <a:gd name="connsiteY6" fmla="*/ 145256 h 1650205"/>
              <a:gd name="connsiteX7" fmla="*/ 554727 w 1053417"/>
              <a:gd name="connsiteY7" fmla="*/ 283369 h 1650205"/>
              <a:gd name="connsiteX8" fmla="*/ 623784 w 1053417"/>
              <a:gd name="connsiteY8" fmla="*/ 426242 h 1650205"/>
              <a:gd name="connsiteX9" fmla="*/ 604734 w 1053417"/>
              <a:gd name="connsiteY9" fmla="*/ 497679 h 1650205"/>
              <a:gd name="connsiteX10" fmla="*/ 649978 w 1053417"/>
              <a:gd name="connsiteY10" fmla="*/ 552448 h 1650205"/>
              <a:gd name="connsiteX11" fmla="*/ 821428 w 1053417"/>
              <a:gd name="connsiteY11" fmla="*/ 545305 h 1650205"/>
              <a:gd name="connsiteX12" fmla="*/ 873816 w 1053417"/>
              <a:gd name="connsiteY12" fmla="*/ 640555 h 1650205"/>
              <a:gd name="connsiteX13" fmla="*/ 1042883 w 1053417"/>
              <a:gd name="connsiteY13" fmla="*/ 626267 h 1650205"/>
              <a:gd name="connsiteX14" fmla="*/ 1011927 w 1053417"/>
              <a:gd name="connsiteY14" fmla="*/ 745330 h 1650205"/>
              <a:gd name="connsiteX15" fmla="*/ 819046 w 1053417"/>
              <a:gd name="connsiteY15" fmla="*/ 1288256 h 1650205"/>
              <a:gd name="connsiteX16" fmla="*/ 869053 w 1053417"/>
              <a:gd name="connsiteY16" fmla="*/ 1400174 h 1650205"/>
              <a:gd name="connsiteX17" fmla="*/ 838097 w 1053417"/>
              <a:gd name="connsiteY17" fmla="*/ 1650205 h 1650205"/>
              <a:gd name="connsiteX18" fmla="*/ 749989 w 1053417"/>
              <a:gd name="connsiteY18" fmla="*/ 1633538 h 1650205"/>
              <a:gd name="connsiteX19" fmla="*/ 797615 w 1053417"/>
              <a:gd name="connsiteY19" fmla="*/ 1504949 h 1650205"/>
              <a:gd name="connsiteX20" fmla="*/ 719034 w 1053417"/>
              <a:gd name="connsiteY20" fmla="*/ 1476376 h 1650205"/>
              <a:gd name="connsiteX21" fmla="*/ 561871 w 1053417"/>
              <a:gd name="connsiteY21" fmla="*/ 1488282 h 1650205"/>
              <a:gd name="connsiteX22" fmla="*/ 523875 w 1053417"/>
              <a:gd name="connsiteY22" fmla="*/ 1431350 h 1650205"/>
              <a:gd name="connsiteX23" fmla="*/ 378618 w 1053417"/>
              <a:gd name="connsiteY23" fmla="*/ 1247994 h 1650205"/>
              <a:gd name="connsiteX24" fmla="*/ 307181 w 1053417"/>
              <a:gd name="connsiteY24" fmla="*/ 1257518 h 1650205"/>
              <a:gd name="connsiteX25" fmla="*/ 0 w 1053417"/>
              <a:gd name="connsiteY25" fmla="*/ 1095594 h 1650205"/>
              <a:gd name="connsiteX26" fmla="*/ 171448 w 1053417"/>
              <a:gd name="connsiteY26" fmla="*/ 888424 h 1650205"/>
              <a:gd name="connsiteX27" fmla="*/ 138113 w 1053417"/>
              <a:gd name="connsiteY27" fmla="*/ 845563 h 1650205"/>
              <a:gd name="connsiteX28" fmla="*/ 176213 w 1053417"/>
              <a:gd name="connsiteY28" fmla="*/ 766981 h 1650205"/>
              <a:gd name="connsiteX29" fmla="*/ 154920 w 1053417"/>
              <a:gd name="connsiteY29" fmla="*/ 527597 h 1650205"/>
              <a:gd name="connsiteX30" fmla="*/ 217253 w 1053417"/>
              <a:gd name="connsiteY30" fmla="*/ 399009 h 1650205"/>
              <a:gd name="connsiteX0" fmla="*/ 217253 w 1051942"/>
              <a:gd name="connsiteY0" fmla="*/ 399009 h 1650205"/>
              <a:gd name="connsiteX1" fmla="*/ 352423 w 1051942"/>
              <a:gd name="connsiteY1" fmla="*/ 200244 h 1650205"/>
              <a:gd name="connsiteX2" fmla="*/ 426242 w 1051942"/>
              <a:gd name="connsiteY2" fmla="*/ 126424 h 1650205"/>
              <a:gd name="connsiteX3" fmla="*/ 494616 w 1051942"/>
              <a:gd name="connsiteY3" fmla="*/ 128587 h 1650205"/>
              <a:gd name="connsiteX4" fmla="*/ 728560 w 1051942"/>
              <a:gd name="connsiteY4" fmla="*/ 0 h 1650205"/>
              <a:gd name="connsiteX5" fmla="*/ 761897 w 1051942"/>
              <a:gd name="connsiteY5" fmla="*/ 52387 h 1650205"/>
              <a:gd name="connsiteX6" fmla="*/ 604733 w 1051942"/>
              <a:gd name="connsiteY6" fmla="*/ 145256 h 1650205"/>
              <a:gd name="connsiteX7" fmla="*/ 554727 w 1051942"/>
              <a:gd name="connsiteY7" fmla="*/ 283369 h 1650205"/>
              <a:gd name="connsiteX8" fmla="*/ 623784 w 1051942"/>
              <a:gd name="connsiteY8" fmla="*/ 426242 h 1650205"/>
              <a:gd name="connsiteX9" fmla="*/ 604734 w 1051942"/>
              <a:gd name="connsiteY9" fmla="*/ 497679 h 1650205"/>
              <a:gd name="connsiteX10" fmla="*/ 649978 w 1051942"/>
              <a:gd name="connsiteY10" fmla="*/ 552448 h 1650205"/>
              <a:gd name="connsiteX11" fmla="*/ 821428 w 1051942"/>
              <a:gd name="connsiteY11" fmla="*/ 545305 h 1650205"/>
              <a:gd name="connsiteX12" fmla="*/ 873816 w 1051942"/>
              <a:gd name="connsiteY12" fmla="*/ 640555 h 1650205"/>
              <a:gd name="connsiteX13" fmla="*/ 1042883 w 1051942"/>
              <a:gd name="connsiteY13" fmla="*/ 626267 h 1650205"/>
              <a:gd name="connsiteX14" fmla="*/ 1004783 w 1051942"/>
              <a:gd name="connsiteY14" fmla="*/ 800098 h 1650205"/>
              <a:gd name="connsiteX15" fmla="*/ 819046 w 1051942"/>
              <a:gd name="connsiteY15" fmla="*/ 1288256 h 1650205"/>
              <a:gd name="connsiteX16" fmla="*/ 869053 w 1051942"/>
              <a:gd name="connsiteY16" fmla="*/ 1400174 h 1650205"/>
              <a:gd name="connsiteX17" fmla="*/ 838097 w 1051942"/>
              <a:gd name="connsiteY17" fmla="*/ 1650205 h 1650205"/>
              <a:gd name="connsiteX18" fmla="*/ 749989 w 1051942"/>
              <a:gd name="connsiteY18" fmla="*/ 1633538 h 1650205"/>
              <a:gd name="connsiteX19" fmla="*/ 797615 w 1051942"/>
              <a:gd name="connsiteY19" fmla="*/ 1504949 h 1650205"/>
              <a:gd name="connsiteX20" fmla="*/ 719034 w 1051942"/>
              <a:gd name="connsiteY20" fmla="*/ 1476376 h 1650205"/>
              <a:gd name="connsiteX21" fmla="*/ 561871 w 1051942"/>
              <a:gd name="connsiteY21" fmla="*/ 1488282 h 1650205"/>
              <a:gd name="connsiteX22" fmla="*/ 523875 w 1051942"/>
              <a:gd name="connsiteY22" fmla="*/ 1431350 h 1650205"/>
              <a:gd name="connsiteX23" fmla="*/ 378618 w 1051942"/>
              <a:gd name="connsiteY23" fmla="*/ 1247994 h 1650205"/>
              <a:gd name="connsiteX24" fmla="*/ 307181 w 1051942"/>
              <a:gd name="connsiteY24" fmla="*/ 1257518 h 1650205"/>
              <a:gd name="connsiteX25" fmla="*/ 0 w 1051942"/>
              <a:gd name="connsiteY25" fmla="*/ 1095594 h 1650205"/>
              <a:gd name="connsiteX26" fmla="*/ 171448 w 1051942"/>
              <a:gd name="connsiteY26" fmla="*/ 888424 h 1650205"/>
              <a:gd name="connsiteX27" fmla="*/ 138113 w 1051942"/>
              <a:gd name="connsiteY27" fmla="*/ 845563 h 1650205"/>
              <a:gd name="connsiteX28" fmla="*/ 176213 w 1051942"/>
              <a:gd name="connsiteY28" fmla="*/ 766981 h 1650205"/>
              <a:gd name="connsiteX29" fmla="*/ 154920 w 1051942"/>
              <a:gd name="connsiteY29" fmla="*/ 527597 h 1650205"/>
              <a:gd name="connsiteX30" fmla="*/ 217253 w 1051942"/>
              <a:gd name="connsiteY30" fmla="*/ 399009 h 1650205"/>
              <a:gd name="connsiteX0" fmla="*/ 217253 w 1042883"/>
              <a:gd name="connsiteY0" fmla="*/ 399009 h 1650205"/>
              <a:gd name="connsiteX1" fmla="*/ 352423 w 1042883"/>
              <a:gd name="connsiteY1" fmla="*/ 200244 h 1650205"/>
              <a:gd name="connsiteX2" fmla="*/ 426242 w 1042883"/>
              <a:gd name="connsiteY2" fmla="*/ 126424 h 1650205"/>
              <a:gd name="connsiteX3" fmla="*/ 494616 w 1042883"/>
              <a:gd name="connsiteY3" fmla="*/ 128587 h 1650205"/>
              <a:gd name="connsiteX4" fmla="*/ 728560 w 1042883"/>
              <a:gd name="connsiteY4" fmla="*/ 0 h 1650205"/>
              <a:gd name="connsiteX5" fmla="*/ 761897 w 1042883"/>
              <a:gd name="connsiteY5" fmla="*/ 52387 h 1650205"/>
              <a:gd name="connsiteX6" fmla="*/ 604733 w 1042883"/>
              <a:gd name="connsiteY6" fmla="*/ 145256 h 1650205"/>
              <a:gd name="connsiteX7" fmla="*/ 554727 w 1042883"/>
              <a:gd name="connsiteY7" fmla="*/ 283369 h 1650205"/>
              <a:gd name="connsiteX8" fmla="*/ 623784 w 1042883"/>
              <a:gd name="connsiteY8" fmla="*/ 426242 h 1650205"/>
              <a:gd name="connsiteX9" fmla="*/ 604734 w 1042883"/>
              <a:gd name="connsiteY9" fmla="*/ 497679 h 1650205"/>
              <a:gd name="connsiteX10" fmla="*/ 649978 w 1042883"/>
              <a:gd name="connsiteY10" fmla="*/ 552448 h 1650205"/>
              <a:gd name="connsiteX11" fmla="*/ 821428 w 1042883"/>
              <a:gd name="connsiteY11" fmla="*/ 545305 h 1650205"/>
              <a:gd name="connsiteX12" fmla="*/ 873816 w 1042883"/>
              <a:gd name="connsiteY12" fmla="*/ 640555 h 1650205"/>
              <a:gd name="connsiteX13" fmla="*/ 1042883 w 1042883"/>
              <a:gd name="connsiteY13" fmla="*/ 626267 h 1650205"/>
              <a:gd name="connsiteX14" fmla="*/ 1004783 w 1042883"/>
              <a:gd name="connsiteY14" fmla="*/ 800098 h 1650205"/>
              <a:gd name="connsiteX15" fmla="*/ 819046 w 1042883"/>
              <a:gd name="connsiteY15" fmla="*/ 1288256 h 1650205"/>
              <a:gd name="connsiteX16" fmla="*/ 869053 w 1042883"/>
              <a:gd name="connsiteY16" fmla="*/ 1400174 h 1650205"/>
              <a:gd name="connsiteX17" fmla="*/ 838097 w 1042883"/>
              <a:gd name="connsiteY17" fmla="*/ 1650205 h 1650205"/>
              <a:gd name="connsiteX18" fmla="*/ 749989 w 1042883"/>
              <a:gd name="connsiteY18" fmla="*/ 1633538 h 1650205"/>
              <a:gd name="connsiteX19" fmla="*/ 797615 w 1042883"/>
              <a:gd name="connsiteY19" fmla="*/ 1504949 h 1650205"/>
              <a:gd name="connsiteX20" fmla="*/ 719034 w 1042883"/>
              <a:gd name="connsiteY20" fmla="*/ 1476376 h 1650205"/>
              <a:gd name="connsiteX21" fmla="*/ 561871 w 1042883"/>
              <a:gd name="connsiteY21" fmla="*/ 1488282 h 1650205"/>
              <a:gd name="connsiteX22" fmla="*/ 523875 w 1042883"/>
              <a:gd name="connsiteY22" fmla="*/ 1431350 h 1650205"/>
              <a:gd name="connsiteX23" fmla="*/ 378618 w 1042883"/>
              <a:gd name="connsiteY23" fmla="*/ 1247994 h 1650205"/>
              <a:gd name="connsiteX24" fmla="*/ 307181 w 1042883"/>
              <a:gd name="connsiteY24" fmla="*/ 1257518 h 1650205"/>
              <a:gd name="connsiteX25" fmla="*/ 0 w 1042883"/>
              <a:gd name="connsiteY25" fmla="*/ 1095594 h 1650205"/>
              <a:gd name="connsiteX26" fmla="*/ 171448 w 1042883"/>
              <a:gd name="connsiteY26" fmla="*/ 888424 h 1650205"/>
              <a:gd name="connsiteX27" fmla="*/ 138113 w 1042883"/>
              <a:gd name="connsiteY27" fmla="*/ 845563 h 1650205"/>
              <a:gd name="connsiteX28" fmla="*/ 176213 w 1042883"/>
              <a:gd name="connsiteY28" fmla="*/ 766981 h 1650205"/>
              <a:gd name="connsiteX29" fmla="*/ 154920 w 1042883"/>
              <a:gd name="connsiteY29" fmla="*/ 527597 h 1650205"/>
              <a:gd name="connsiteX30" fmla="*/ 217253 w 1042883"/>
              <a:gd name="connsiteY30" fmla="*/ 399009 h 1650205"/>
              <a:gd name="connsiteX0" fmla="*/ 217253 w 1042883"/>
              <a:gd name="connsiteY0" fmla="*/ 399009 h 1650205"/>
              <a:gd name="connsiteX1" fmla="*/ 352423 w 1042883"/>
              <a:gd name="connsiteY1" fmla="*/ 200244 h 1650205"/>
              <a:gd name="connsiteX2" fmla="*/ 426242 w 1042883"/>
              <a:gd name="connsiteY2" fmla="*/ 126424 h 1650205"/>
              <a:gd name="connsiteX3" fmla="*/ 494616 w 1042883"/>
              <a:gd name="connsiteY3" fmla="*/ 128587 h 1650205"/>
              <a:gd name="connsiteX4" fmla="*/ 728560 w 1042883"/>
              <a:gd name="connsiteY4" fmla="*/ 0 h 1650205"/>
              <a:gd name="connsiteX5" fmla="*/ 761897 w 1042883"/>
              <a:gd name="connsiteY5" fmla="*/ 52387 h 1650205"/>
              <a:gd name="connsiteX6" fmla="*/ 604733 w 1042883"/>
              <a:gd name="connsiteY6" fmla="*/ 145256 h 1650205"/>
              <a:gd name="connsiteX7" fmla="*/ 554727 w 1042883"/>
              <a:gd name="connsiteY7" fmla="*/ 283369 h 1650205"/>
              <a:gd name="connsiteX8" fmla="*/ 623784 w 1042883"/>
              <a:gd name="connsiteY8" fmla="*/ 426242 h 1650205"/>
              <a:gd name="connsiteX9" fmla="*/ 604734 w 1042883"/>
              <a:gd name="connsiteY9" fmla="*/ 497679 h 1650205"/>
              <a:gd name="connsiteX10" fmla="*/ 649978 w 1042883"/>
              <a:gd name="connsiteY10" fmla="*/ 552448 h 1650205"/>
              <a:gd name="connsiteX11" fmla="*/ 821428 w 1042883"/>
              <a:gd name="connsiteY11" fmla="*/ 545305 h 1650205"/>
              <a:gd name="connsiteX12" fmla="*/ 873816 w 1042883"/>
              <a:gd name="connsiteY12" fmla="*/ 640555 h 1650205"/>
              <a:gd name="connsiteX13" fmla="*/ 1042883 w 1042883"/>
              <a:gd name="connsiteY13" fmla="*/ 626267 h 1650205"/>
              <a:gd name="connsiteX14" fmla="*/ 1004783 w 1042883"/>
              <a:gd name="connsiteY14" fmla="*/ 800098 h 1650205"/>
              <a:gd name="connsiteX15" fmla="*/ 966684 w 1042883"/>
              <a:gd name="connsiteY15" fmla="*/ 888205 h 1650205"/>
              <a:gd name="connsiteX16" fmla="*/ 819046 w 1042883"/>
              <a:gd name="connsiteY16" fmla="*/ 1288256 h 1650205"/>
              <a:gd name="connsiteX17" fmla="*/ 869053 w 1042883"/>
              <a:gd name="connsiteY17" fmla="*/ 1400174 h 1650205"/>
              <a:gd name="connsiteX18" fmla="*/ 838097 w 1042883"/>
              <a:gd name="connsiteY18" fmla="*/ 1650205 h 1650205"/>
              <a:gd name="connsiteX19" fmla="*/ 749989 w 1042883"/>
              <a:gd name="connsiteY19" fmla="*/ 1633538 h 1650205"/>
              <a:gd name="connsiteX20" fmla="*/ 797615 w 1042883"/>
              <a:gd name="connsiteY20" fmla="*/ 1504949 h 1650205"/>
              <a:gd name="connsiteX21" fmla="*/ 719034 w 1042883"/>
              <a:gd name="connsiteY21" fmla="*/ 1476376 h 1650205"/>
              <a:gd name="connsiteX22" fmla="*/ 561871 w 1042883"/>
              <a:gd name="connsiteY22" fmla="*/ 1488282 h 1650205"/>
              <a:gd name="connsiteX23" fmla="*/ 523875 w 1042883"/>
              <a:gd name="connsiteY23" fmla="*/ 1431350 h 1650205"/>
              <a:gd name="connsiteX24" fmla="*/ 378618 w 1042883"/>
              <a:gd name="connsiteY24" fmla="*/ 1247994 h 1650205"/>
              <a:gd name="connsiteX25" fmla="*/ 307181 w 1042883"/>
              <a:gd name="connsiteY25" fmla="*/ 1257518 h 1650205"/>
              <a:gd name="connsiteX26" fmla="*/ 0 w 1042883"/>
              <a:gd name="connsiteY26" fmla="*/ 1095594 h 1650205"/>
              <a:gd name="connsiteX27" fmla="*/ 171448 w 1042883"/>
              <a:gd name="connsiteY27" fmla="*/ 888424 h 1650205"/>
              <a:gd name="connsiteX28" fmla="*/ 138113 w 1042883"/>
              <a:gd name="connsiteY28" fmla="*/ 845563 h 1650205"/>
              <a:gd name="connsiteX29" fmla="*/ 176213 w 1042883"/>
              <a:gd name="connsiteY29" fmla="*/ 766981 h 1650205"/>
              <a:gd name="connsiteX30" fmla="*/ 154920 w 1042883"/>
              <a:gd name="connsiteY30" fmla="*/ 527597 h 1650205"/>
              <a:gd name="connsiteX31" fmla="*/ 217253 w 1042883"/>
              <a:gd name="connsiteY31" fmla="*/ 399009 h 1650205"/>
              <a:gd name="connsiteX0" fmla="*/ 217253 w 1056615"/>
              <a:gd name="connsiteY0" fmla="*/ 399009 h 1650205"/>
              <a:gd name="connsiteX1" fmla="*/ 352423 w 1056615"/>
              <a:gd name="connsiteY1" fmla="*/ 200244 h 1650205"/>
              <a:gd name="connsiteX2" fmla="*/ 426242 w 1056615"/>
              <a:gd name="connsiteY2" fmla="*/ 126424 h 1650205"/>
              <a:gd name="connsiteX3" fmla="*/ 494616 w 1056615"/>
              <a:gd name="connsiteY3" fmla="*/ 128587 h 1650205"/>
              <a:gd name="connsiteX4" fmla="*/ 728560 w 1056615"/>
              <a:gd name="connsiteY4" fmla="*/ 0 h 1650205"/>
              <a:gd name="connsiteX5" fmla="*/ 761897 w 1056615"/>
              <a:gd name="connsiteY5" fmla="*/ 52387 h 1650205"/>
              <a:gd name="connsiteX6" fmla="*/ 604733 w 1056615"/>
              <a:gd name="connsiteY6" fmla="*/ 145256 h 1650205"/>
              <a:gd name="connsiteX7" fmla="*/ 554727 w 1056615"/>
              <a:gd name="connsiteY7" fmla="*/ 283369 h 1650205"/>
              <a:gd name="connsiteX8" fmla="*/ 623784 w 1056615"/>
              <a:gd name="connsiteY8" fmla="*/ 426242 h 1650205"/>
              <a:gd name="connsiteX9" fmla="*/ 604734 w 1056615"/>
              <a:gd name="connsiteY9" fmla="*/ 497679 h 1650205"/>
              <a:gd name="connsiteX10" fmla="*/ 649978 w 1056615"/>
              <a:gd name="connsiteY10" fmla="*/ 552448 h 1650205"/>
              <a:gd name="connsiteX11" fmla="*/ 821428 w 1056615"/>
              <a:gd name="connsiteY11" fmla="*/ 545305 h 1650205"/>
              <a:gd name="connsiteX12" fmla="*/ 873816 w 1056615"/>
              <a:gd name="connsiteY12" fmla="*/ 640555 h 1650205"/>
              <a:gd name="connsiteX13" fmla="*/ 1042883 w 1056615"/>
              <a:gd name="connsiteY13" fmla="*/ 626267 h 1650205"/>
              <a:gd name="connsiteX14" fmla="*/ 1004783 w 1056615"/>
              <a:gd name="connsiteY14" fmla="*/ 800098 h 1650205"/>
              <a:gd name="connsiteX15" fmla="*/ 1050028 w 1056615"/>
              <a:gd name="connsiteY15" fmla="*/ 914399 h 1650205"/>
              <a:gd name="connsiteX16" fmla="*/ 819046 w 1056615"/>
              <a:gd name="connsiteY16" fmla="*/ 1288256 h 1650205"/>
              <a:gd name="connsiteX17" fmla="*/ 869053 w 1056615"/>
              <a:gd name="connsiteY17" fmla="*/ 1400174 h 1650205"/>
              <a:gd name="connsiteX18" fmla="*/ 838097 w 1056615"/>
              <a:gd name="connsiteY18" fmla="*/ 1650205 h 1650205"/>
              <a:gd name="connsiteX19" fmla="*/ 749989 w 1056615"/>
              <a:gd name="connsiteY19" fmla="*/ 1633538 h 1650205"/>
              <a:gd name="connsiteX20" fmla="*/ 797615 w 1056615"/>
              <a:gd name="connsiteY20" fmla="*/ 1504949 h 1650205"/>
              <a:gd name="connsiteX21" fmla="*/ 719034 w 1056615"/>
              <a:gd name="connsiteY21" fmla="*/ 1476376 h 1650205"/>
              <a:gd name="connsiteX22" fmla="*/ 561871 w 1056615"/>
              <a:gd name="connsiteY22" fmla="*/ 1488282 h 1650205"/>
              <a:gd name="connsiteX23" fmla="*/ 523875 w 1056615"/>
              <a:gd name="connsiteY23" fmla="*/ 1431350 h 1650205"/>
              <a:gd name="connsiteX24" fmla="*/ 378618 w 1056615"/>
              <a:gd name="connsiteY24" fmla="*/ 1247994 h 1650205"/>
              <a:gd name="connsiteX25" fmla="*/ 307181 w 1056615"/>
              <a:gd name="connsiteY25" fmla="*/ 1257518 h 1650205"/>
              <a:gd name="connsiteX26" fmla="*/ 0 w 1056615"/>
              <a:gd name="connsiteY26" fmla="*/ 1095594 h 1650205"/>
              <a:gd name="connsiteX27" fmla="*/ 171448 w 1056615"/>
              <a:gd name="connsiteY27" fmla="*/ 888424 h 1650205"/>
              <a:gd name="connsiteX28" fmla="*/ 138113 w 1056615"/>
              <a:gd name="connsiteY28" fmla="*/ 845563 h 1650205"/>
              <a:gd name="connsiteX29" fmla="*/ 176213 w 1056615"/>
              <a:gd name="connsiteY29" fmla="*/ 766981 h 1650205"/>
              <a:gd name="connsiteX30" fmla="*/ 154920 w 1056615"/>
              <a:gd name="connsiteY30" fmla="*/ 527597 h 1650205"/>
              <a:gd name="connsiteX31" fmla="*/ 217253 w 1056615"/>
              <a:gd name="connsiteY31" fmla="*/ 399009 h 1650205"/>
              <a:gd name="connsiteX0" fmla="*/ 217253 w 1050028"/>
              <a:gd name="connsiteY0" fmla="*/ 399009 h 1650205"/>
              <a:gd name="connsiteX1" fmla="*/ 352423 w 1050028"/>
              <a:gd name="connsiteY1" fmla="*/ 200244 h 1650205"/>
              <a:gd name="connsiteX2" fmla="*/ 426242 w 1050028"/>
              <a:gd name="connsiteY2" fmla="*/ 126424 h 1650205"/>
              <a:gd name="connsiteX3" fmla="*/ 494616 w 1050028"/>
              <a:gd name="connsiteY3" fmla="*/ 128587 h 1650205"/>
              <a:gd name="connsiteX4" fmla="*/ 728560 w 1050028"/>
              <a:gd name="connsiteY4" fmla="*/ 0 h 1650205"/>
              <a:gd name="connsiteX5" fmla="*/ 761897 w 1050028"/>
              <a:gd name="connsiteY5" fmla="*/ 52387 h 1650205"/>
              <a:gd name="connsiteX6" fmla="*/ 604733 w 1050028"/>
              <a:gd name="connsiteY6" fmla="*/ 145256 h 1650205"/>
              <a:gd name="connsiteX7" fmla="*/ 554727 w 1050028"/>
              <a:gd name="connsiteY7" fmla="*/ 283369 h 1650205"/>
              <a:gd name="connsiteX8" fmla="*/ 623784 w 1050028"/>
              <a:gd name="connsiteY8" fmla="*/ 426242 h 1650205"/>
              <a:gd name="connsiteX9" fmla="*/ 604734 w 1050028"/>
              <a:gd name="connsiteY9" fmla="*/ 497679 h 1650205"/>
              <a:gd name="connsiteX10" fmla="*/ 649978 w 1050028"/>
              <a:gd name="connsiteY10" fmla="*/ 552448 h 1650205"/>
              <a:gd name="connsiteX11" fmla="*/ 821428 w 1050028"/>
              <a:gd name="connsiteY11" fmla="*/ 545305 h 1650205"/>
              <a:gd name="connsiteX12" fmla="*/ 873816 w 1050028"/>
              <a:gd name="connsiteY12" fmla="*/ 640555 h 1650205"/>
              <a:gd name="connsiteX13" fmla="*/ 1042883 w 1050028"/>
              <a:gd name="connsiteY13" fmla="*/ 626267 h 1650205"/>
              <a:gd name="connsiteX14" fmla="*/ 1004783 w 1050028"/>
              <a:gd name="connsiteY14" fmla="*/ 800098 h 1650205"/>
              <a:gd name="connsiteX15" fmla="*/ 1050028 w 1050028"/>
              <a:gd name="connsiteY15" fmla="*/ 914399 h 1650205"/>
              <a:gd name="connsiteX16" fmla="*/ 819046 w 1050028"/>
              <a:gd name="connsiteY16" fmla="*/ 1288256 h 1650205"/>
              <a:gd name="connsiteX17" fmla="*/ 869053 w 1050028"/>
              <a:gd name="connsiteY17" fmla="*/ 1400174 h 1650205"/>
              <a:gd name="connsiteX18" fmla="*/ 838097 w 1050028"/>
              <a:gd name="connsiteY18" fmla="*/ 1650205 h 1650205"/>
              <a:gd name="connsiteX19" fmla="*/ 749989 w 1050028"/>
              <a:gd name="connsiteY19" fmla="*/ 1633538 h 1650205"/>
              <a:gd name="connsiteX20" fmla="*/ 797615 w 1050028"/>
              <a:gd name="connsiteY20" fmla="*/ 1504949 h 1650205"/>
              <a:gd name="connsiteX21" fmla="*/ 719034 w 1050028"/>
              <a:gd name="connsiteY21" fmla="*/ 1476376 h 1650205"/>
              <a:gd name="connsiteX22" fmla="*/ 561871 w 1050028"/>
              <a:gd name="connsiteY22" fmla="*/ 1488282 h 1650205"/>
              <a:gd name="connsiteX23" fmla="*/ 523875 w 1050028"/>
              <a:gd name="connsiteY23" fmla="*/ 1431350 h 1650205"/>
              <a:gd name="connsiteX24" fmla="*/ 378618 w 1050028"/>
              <a:gd name="connsiteY24" fmla="*/ 1247994 h 1650205"/>
              <a:gd name="connsiteX25" fmla="*/ 307181 w 1050028"/>
              <a:gd name="connsiteY25" fmla="*/ 1257518 h 1650205"/>
              <a:gd name="connsiteX26" fmla="*/ 0 w 1050028"/>
              <a:gd name="connsiteY26" fmla="*/ 1095594 h 1650205"/>
              <a:gd name="connsiteX27" fmla="*/ 171448 w 1050028"/>
              <a:gd name="connsiteY27" fmla="*/ 888424 h 1650205"/>
              <a:gd name="connsiteX28" fmla="*/ 138113 w 1050028"/>
              <a:gd name="connsiteY28" fmla="*/ 845563 h 1650205"/>
              <a:gd name="connsiteX29" fmla="*/ 176213 w 1050028"/>
              <a:gd name="connsiteY29" fmla="*/ 766981 h 1650205"/>
              <a:gd name="connsiteX30" fmla="*/ 154920 w 1050028"/>
              <a:gd name="connsiteY30" fmla="*/ 527597 h 1650205"/>
              <a:gd name="connsiteX31" fmla="*/ 217253 w 1050028"/>
              <a:gd name="connsiteY31" fmla="*/ 399009 h 1650205"/>
              <a:gd name="connsiteX0" fmla="*/ 217253 w 1050028"/>
              <a:gd name="connsiteY0" fmla="*/ 399009 h 1650205"/>
              <a:gd name="connsiteX1" fmla="*/ 352423 w 1050028"/>
              <a:gd name="connsiteY1" fmla="*/ 200244 h 1650205"/>
              <a:gd name="connsiteX2" fmla="*/ 426242 w 1050028"/>
              <a:gd name="connsiteY2" fmla="*/ 126424 h 1650205"/>
              <a:gd name="connsiteX3" fmla="*/ 494616 w 1050028"/>
              <a:gd name="connsiteY3" fmla="*/ 128587 h 1650205"/>
              <a:gd name="connsiteX4" fmla="*/ 728560 w 1050028"/>
              <a:gd name="connsiteY4" fmla="*/ 0 h 1650205"/>
              <a:gd name="connsiteX5" fmla="*/ 761897 w 1050028"/>
              <a:gd name="connsiteY5" fmla="*/ 52387 h 1650205"/>
              <a:gd name="connsiteX6" fmla="*/ 604733 w 1050028"/>
              <a:gd name="connsiteY6" fmla="*/ 145256 h 1650205"/>
              <a:gd name="connsiteX7" fmla="*/ 554727 w 1050028"/>
              <a:gd name="connsiteY7" fmla="*/ 283369 h 1650205"/>
              <a:gd name="connsiteX8" fmla="*/ 623784 w 1050028"/>
              <a:gd name="connsiteY8" fmla="*/ 426242 h 1650205"/>
              <a:gd name="connsiteX9" fmla="*/ 604734 w 1050028"/>
              <a:gd name="connsiteY9" fmla="*/ 497679 h 1650205"/>
              <a:gd name="connsiteX10" fmla="*/ 649978 w 1050028"/>
              <a:gd name="connsiteY10" fmla="*/ 552448 h 1650205"/>
              <a:gd name="connsiteX11" fmla="*/ 821428 w 1050028"/>
              <a:gd name="connsiteY11" fmla="*/ 545305 h 1650205"/>
              <a:gd name="connsiteX12" fmla="*/ 873816 w 1050028"/>
              <a:gd name="connsiteY12" fmla="*/ 640555 h 1650205"/>
              <a:gd name="connsiteX13" fmla="*/ 1042883 w 1050028"/>
              <a:gd name="connsiteY13" fmla="*/ 626267 h 1650205"/>
              <a:gd name="connsiteX14" fmla="*/ 1004783 w 1050028"/>
              <a:gd name="connsiteY14" fmla="*/ 800098 h 1650205"/>
              <a:gd name="connsiteX15" fmla="*/ 1050028 w 1050028"/>
              <a:gd name="connsiteY15" fmla="*/ 914399 h 1650205"/>
              <a:gd name="connsiteX16" fmla="*/ 995259 w 1050028"/>
              <a:gd name="connsiteY16" fmla="*/ 1014411 h 1650205"/>
              <a:gd name="connsiteX17" fmla="*/ 819046 w 1050028"/>
              <a:gd name="connsiteY17" fmla="*/ 1288256 h 1650205"/>
              <a:gd name="connsiteX18" fmla="*/ 869053 w 1050028"/>
              <a:gd name="connsiteY18" fmla="*/ 1400174 h 1650205"/>
              <a:gd name="connsiteX19" fmla="*/ 838097 w 1050028"/>
              <a:gd name="connsiteY19" fmla="*/ 1650205 h 1650205"/>
              <a:gd name="connsiteX20" fmla="*/ 749989 w 1050028"/>
              <a:gd name="connsiteY20" fmla="*/ 1633538 h 1650205"/>
              <a:gd name="connsiteX21" fmla="*/ 797615 w 1050028"/>
              <a:gd name="connsiteY21" fmla="*/ 1504949 h 1650205"/>
              <a:gd name="connsiteX22" fmla="*/ 719034 w 1050028"/>
              <a:gd name="connsiteY22" fmla="*/ 1476376 h 1650205"/>
              <a:gd name="connsiteX23" fmla="*/ 561871 w 1050028"/>
              <a:gd name="connsiteY23" fmla="*/ 1488282 h 1650205"/>
              <a:gd name="connsiteX24" fmla="*/ 523875 w 1050028"/>
              <a:gd name="connsiteY24" fmla="*/ 1431350 h 1650205"/>
              <a:gd name="connsiteX25" fmla="*/ 378618 w 1050028"/>
              <a:gd name="connsiteY25" fmla="*/ 1247994 h 1650205"/>
              <a:gd name="connsiteX26" fmla="*/ 307181 w 1050028"/>
              <a:gd name="connsiteY26" fmla="*/ 1257518 h 1650205"/>
              <a:gd name="connsiteX27" fmla="*/ 0 w 1050028"/>
              <a:gd name="connsiteY27" fmla="*/ 1095594 h 1650205"/>
              <a:gd name="connsiteX28" fmla="*/ 171448 w 1050028"/>
              <a:gd name="connsiteY28" fmla="*/ 888424 h 1650205"/>
              <a:gd name="connsiteX29" fmla="*/ 138113 w 1050028"/>
              <a:gd name="connsiteY29" fmla="*/ 845563 h 1650205"/>
              <a:gd name="connsiteX30" fmla="*/ 176213 w 1050028"/>
              <a:gd name="connsiteY30" fmla="*/ 766981 h 1650205"/>
              <a:gd name="connsiteX31" fmla="*/ 154920 w 1050028"/>
              <a:gd name="connsiteY31" fmla="*/ 527597 h 1650205"/>
              <a:gd name="connsiteX32" fmla="*/ 217253 w 1050028"/>
              <a:gd name="connsiteY32" fmla="*/ 399009 h 1650205"/>
              <a:gd name="connsiteX0" fmla="*/ 217253 w 1050028"/>
              <a:gd name="connsiteY0" fmla="*/ 399009 h 1650205"/>
              <a:gd name="connsiteX1" fmla="*/ 352423 w 1050028"/>
              <a:gd name="connsiteY1" fmla="*/ 200244 h 1650205"/>
              <a:gd name="connsiteX2" fmla="*/ 426242 w 1050028"/>
              <a:gd name="connsiteY2" fmla="*/ 126424 h 1650205"/>
              <a:gd name="connsiteX3" fmla="*/ 494616 w 1050028"/>
              <a:gd name="connsiteY3" fmla="*/ 128587 h 1650205"/>
              <a:gd name="connsiteX4" fmla="*/ 728560 w 1050028"/>
              <a:gd name="connsiteY4" fmla="*/ 0 h 1650205"/>
              <a:gd name="connsiteX5" fmla="*/ 761897 w 1050028"/>
              <a:gd name="connsiteY5" fmla="*/ 52387 h 1650205"/>
              <a:gd name="connsiteX6" fmla="*/ 604733 w 1050028"/>
              <a:gd name="connsiteY6" fmla="*/ 145256 h 1650205"/>
              <a:gd name="connsiteX7" fmla="*/ 554727 w 1050028"/>
              <a:gd name="connsiteY7" fmla="*/ 283369 h 1650205"/>
              <a:gd name="connsiteX8" fmla="*/ 623784 w 1050028"/>
              <a:gd name="connsiteY8" fmla="*/ 426242 h 1650205"/>
              <a:gd name="connsiteX9" fmla="*/ 604734 w 1050028"/>
              <a:gd name="connsiteY9" fmla="*/ 497679 h 1650205"/>
              <a:gd name="connsiteX10" fmla="*/ 649978 w 1050028"/>
              <a:gd name="connsiteY10" fmla="*/ 552448 h 1650205"/>
              <a:gd name="connsiteX11" fmla="*/ 821428 w 1050028"/>
              <a:gd name="connsiteY11" fmla="*/ 545305 h 1650205"/>
              <a:gd name="connsiteX12" fmla="*/ 873816 w 1050028"/>
              <a:gd name="connsiteY12" fmla="*/ 640555 h 1650205"/>
              <a:gd name="connsiteX13" fmla="*/ 1042883 w 1050028"/>
              <a:gd name="connsiteY13" fmla="*/ 626267 h 1650205"/>
              <a:gd name="connsiteX14" fmla="*/ 1004783 w 1050028"/>
              <a:gd name="connsiteY14" fmla="*/ 800098 h 1650205"/>
              <a:gd name="connsiteX15" fmla="*/ 1050028 w 1050028"/>
              <a:gd name="connsiteY15" fmla="*/ 914399 h 1650205"/>
              <a:gd name="connsiteX16" fmla="*/ 997640 w 1050028"/>
              <a:gd name="connsiteY16" fmla="*/ 959642 h 1650205"/>
              <a:gd name="connsiteX17" fmla="*/ 819046 w 1050028"/>
              <a:gd name="connsiteY17" fmla="*/ 1288256 h 1650205"/>
              <a:gd name="connsiteX18" fmla="*/ 869053 w 1050028"/>
              <a:gd name="connsiteY18" fmla="*/ 1400174 h 1650205"/>
              <a:gd name="connsiteX19" fmla="*/ 838097 w 1050028"/>
              <a:gd name="connsiteY19" fmla="*/ 1650205 h 1650205"/>
              <a:gd name="connsiteX20" fmla="*/ 749989 w 1050028"/>
              <a:gd name="connsiteY20" fmla="*/ 1633538 h 1650205"/>
              <a:gd name="connsiteX21" fmla="*/ 797615 w 1050028"/>
              <a:gd name="connsiteY21" fmla="*/ 1504949 h 1650205"/>
              <a:gd name="connsiteX22" fmla="*/ 719034 w 1050028"/>
              <a:gd name="connsiteY22" fmla="*/ 1476376 h 1650205"/>
              <a:gd name="connsiteX23" fmla="*/ 561871 w 1050028"/>
              <a:gd name="connsiteY23" fmla="*/ 1488282 h 1650205"/>
              <a:gd name="connsiteX24" fmla="*/ 523875 w 1050028"/>
              <a:gd name="connsiteY24" fmla="*/ 1431350 h 1650205"/>
              <a:gd name="connsiteX25" fmla="*/ 378618 w 1050028"/>
              <a:gd name="connsiteY25" fmla="*/ 1247994 h 1650205"/>
              <a:gd name="connsiteX26" fmla="*/ 307181 w 1050028"/>
              <a:gd name="connsiteY26" fmla="*/ 1257518 h 1650205"/>
              <a:gd name="connsiteX27" fmla="*/ 0 w 1050028"/>
              <a:gd name="connsiteY27" fmla="*/ 1095594 h 1650205"/>
              <a:gd name="connsiteX28" fmla="*/ 171448 w 1050028"/>
              <a:gd name="connsiteY28" fmla="*/ 888424 h 1650205"/>
              <a:gd name="connsiteX29" fmla="*/ 138113 w 1050028"/>
              <a:gd name="connsiteY29" fmla="*/ 845563 h 1650205"/>
              <a:gd name="connsiteX30" fmla="*/ 176213 w 1050028"/>
              <a:gd name="connsiteY30" fmla="*/ 766981 h 1650205"/>
              <a:gd name="connsiteX31" fmla="*/ 154920 w 1050028"/>
              <a:gd name="connsiteY31" fmla="*/ 527597 h 1650205"/>
              <a:gd name="connsiteX32" fmla="*/ 217253 w 1050028"/>
              <a:gd name="connsiteY32" fmla="*/ 399009 h 1650205"/>
              <a:gd name="connsiteX0" fmla="*/ 217253 w 1050028"/>
              <a:gd name="connsiteY0" fmla="*/ 399009 h 1650205"/>
              <a:gd name="connsiteX1" fmla="*/ 352423 w 1050028"/>
              <a:gd name="connsiteY1" fmla="*/ 200244 h 1650205"/>
              <a:gd name="connsiteX2" fmla="*/ 426242 w 1050028"/>
              <a:gd name="connsiteY2" fmla="*/ 126424 h 1650205"/>
              <a:gd name="connsiteX3" fmla="*/ 494616 w 1050028"/>
              <a:gd name="connsiteY3" fmla="*/ 128587 h 1650205"/>
              <a:gd name="connsiteX4" fmla="*/ 728560 w 1050028"/>
              <a:gd name="connsiteY4" fmla="*/ 0 h 1650205"/>
              <a:gd name="connsiteX5" fmla="*/ 761897 w 1050028"/>
              <a:gd name="connsiteY5" fmla="*/ 52387 h 1650205"/>
              <a:gd name="connsiteX6" fmla="*/ 604733 w 1050028"/>
              <a:gd name="connsiteY6" fmla="*/ 145256 h 1650205"/>
              <a:gd name="connsiteX7" fmla="*/ 554727 w 1050028"/>
              <a:gd name="connsiteY7" fmla="*/ 283369 h 1650205"/>
              <a:gd name="connsiteX8" fmla="*/ 623784 w 1050028"/>
              <a:gd name="connsiteY8" fmla="*/ 426242 h 1650205"/>
              <a:gd name="connsiteX9" fmla="*/ 604734 w 1050028"/>
              <a:gd name="connsiteY9" fmla="*/ 497679 h 1650205"/>
              <a:gd name="connsiteX10" fmla="*/ 649978 w 1050028"/>
              <a:gd name="connsiteY10" fmla="*/ 552448 h 1650205"/>
              <a:gd name="connsiteX11" fmla="*/ 821428 w 1050028"/>
              <a:gd name="connsiteY11" fmla="*/ 545305 h 1650205"/>
              <a:gd name="connsiteX12" fmla="*/ 873816 w 1050028"/>
              <a:gd name="connsiteY12" fmla="*/ 640555 h 1650205"/>
              <a:gd name="connsiteX13" fmla="*/ 1042883 w 1050028"/>
              <a:gd name="connsiteY13" fmla="*/ 626267 h 1650205"/>
              <a:gd name="connsiteX14" fmla="*/ 1004783 w 1050028"/>
              <a:gd name="connsiteY14" fmla="*/ 800098 h 1650205"/>
              <a:gd name="connsiteX15" fmla="*/ 1050028 w 1050028"/>
              <a:gd name="connsiteY15" fmla="*/ 914399 h 1650205"/>
              <a:gd name="connsiteX16" fmla="*/ 997640 w 1050028"/>
              <a:gd name="connsiteY16" fmla="*/ 959642 h 1650205"/>
              <a:gd name="connsiteX17" fmla="*/ 819046 w 1050028"/>
              <a:gd name="connsiteY17" fmla="*/ 1288256 h 1650205"/>
              <a:gd name="connsiteX18" fmla="*/ 869053 w 1050028"/>
              <a:gd name="connsiteY18" fmla="*/ 1400174 h 1650205"/>
              <a:gd name="connsiteX19" fmla="*/ 838097 w 1050028"/>
              <a:gd name="connsiteY19" fmla="*/ 1650205 h 1650205"/>
              <a:gd name="connsiteX20" fmla="*/ 749989 w 1050028"/>
              <a:gd name="connsiteY20" fmla="*/ 1633538 h 1650205"/>
              <a:gd name="connsiteX21" fmla="*/ 797615 w 1050028"/>
              <a:gd name="connsiteY21" fmla="*/ 1504949 h 1650205"/>
              <a:gd name="connsiteX22" fmla="*/ 719034 w 1050028"/>
              <a:gd name="connsiteY22" fmla="*/ 1476376 h 1650205"/>
              <a:gd name="connsiteX23" fmla="*/ 561871 w 1050028"/>
              <a:gd name="connsiteY23" fmla="*/ 1488282 h 1650205"/>
              <a:gd name="connsiteX24" fmla="*/ 523875 w 1050028"/>
              <a:gd name="connsiteY24" fmla="*/ 1431350 h 1650205"/>
              <a:gd name="connsiteX25" fmla="*/ 378618 w 1050028"/>
              <a:gd name="connsiteY25" fmla="*/ 1247994 h 1650205"/>
              <a:gd name="connsiteX26" fmla="*/ 307181 w 1050028"/>
              <a:gd name="connsiteY26" fmla="*/ 1257518 h 1650205"/>
              <a:gd name="connsiteX27" fmla="*/ 0 w 1050028"/>
              <a:gd name="connsiteY27" fmla="*/ 1095594 h 1650205"/>
              <a:gd name="connsiteX28" fmla="*/ 171448 w 1050028"/>
              <a:gd name="connsiteY28" fmla="*/ 888424 h 1650205"/>
              <a:gd name="connsiteX29" fmla="*/ 138113 w 1050028"/>
              <a:gd name="connsiteY29" fmla="*/ 845563 h 1650205"/>
              <a:gd name="connsiteX30" fmla="*/ 176213 w 1050028"/>
              <a:gd name="connsiteY30" fmla="*/ 766981 h 1650205"/>
              <a:gd name="connsiteX31" fmla="*/ 154920 w 1050028"/>
              <a:gd name="connsiteY31" fmla="*/ 527597 h 1650205"/>
              <a:gd name="connsiteX32" fmla="*/ 217253 w 1050028"/>
              <a:gd name="connsiteY32" fmla="*/ 399009 h 1650205"/>
              <a:gd name="connsiteX0" fmla="*/ 217253 w 1050028"/>
              <a:gd name="connsiteY0" fmla="*/ 399009 h 1650205"/>
              <a:gd name="connsiteX1" fmla="*/ 352423 w 1050028"/>
              <a:gd name="connsiteY1" fmla="*/ 200244 h 1650205"/>
              <a:gd name="connsiteX2" fmla="*/ 426242 w 1050028"/>
              <a:gd name="connsiteY2" fmla="*/ 126424 h 1650205"/>
              <a:gd name="connsiteX3" fmla="*/ 494616 w 1050028"/>
              <a:gd name="connsiteY3" fmla="*/ 128587 h 1650205"/>
              <a:gd name="connsiteX4" fmla="*/ 728560 w 1050028"/>
              <a:gd name="connsiteY4" fmla="*/ 0 h 1650205"/>
              <a:gd name="connsiteX5" fmla="*/ 761897 w 1050028"/>
              <a:gd name="connsiteY5" fmla="*/ 52387 h 1650205"/>
              <a:gd name="connsiteX6" fmla="*/ 604733 w 1050028"/>
              <a:gd name="connsiteY6" fmla="*/ 145256 h 1650205"/>
              <a:gd name="connsiteX7" fmla="*/ 554727 w 1050028"/>
              <a:gd name="connsiteY7" fmla="*/ 283369 h 1650205"/>
              <a:gd name="connsiteX8" fmla="*/ 623784 w 1050028"/>
              <a:gd name="connsiteY8" fmla="*/ 426242 h 1650205"/>
              <a:gd name="connsiteX9" fmla="*/ 604734 w 1050028"/>
              <a:gd name="connsiteY9" fmla="*/ 497679 h 1650205"/>
              <a:gd name="connsiteX10" fmla="*/ 649978 w 1050028"/>
              <a:gd name="connsiteY10" fmla="*/ 552448 h 1650205"/>
              <a:gd name="connsiteX11" fmla="*/ 821428 w 1050028"/>
              <a:gd name="connsiteY11" fmla="*/ 545305 h 1650205"/>
              <a:gd name="connsiteX12" fmla="*/ 873816 w 1050028"/>
              <a:gd name="connsiteY12" fmla="*/ 640555 h 1650205"/>
              <a:gd name="connsiteX13" fmla="*/ 1042883 w 1050028"/>
              <a:gd name="connsiteY13" fmla="*/ 626267 h 1650205"/>
              <a:gd name="connsiteX14" fmla="*/ 1004783 w 1050028"/>
              <a:gd name="connsiteY14" fmla="*/ 800098 h 1650205"/>
              <a:gd name="connsiteX15" fmla="*/ 1050028 w 1050028"/>
              <a:gd name="connsiteY15" fmla="*/ 914399 h 1650205"/>
              <a:gd name="connsiteX16" fmla="*/ 997640 w 1050028"/>
              <a:gd name="connsiteY16" fmla="*/ 959642 h 1650205"/>
              <a:gd name="connsiteX17" fmla="*/ 973828 w 1050028"/>
              <a:gd name="connsiteY17" fmla="*/ 1004886 h 1650205"/>
              <a:gd name="connsiteX18" fmla="*/ 819046 w 1050028"/>
              <a:gd name="connsiteY18" fmla="*/ 1288256 h 1650205"/>
              <a:gd name="connsiteX19" fmla="*/ 869053 w 1050028"/>
              <a:gd name="connsiteY19" fmla="*/ 1400174 h 1650205"/>
              <a:gd name="connsiteX20" fmla="*/ 838097 w 1050028"/>
              <a:gd name="connsiteY20" fmla="*/ 1650205 h 1650205"/>
              <a:gd name="connsiteX21" fmla="*/ 749989 w 1050028"/>
              <a:gd name="connsiteY21" fmla="*/ 1633538 h 1650205"/>
              <a:gd name="connsiteX22" fmla="*/ 797615 w 1050028"/>
              <a:gd name="connsiteY22" fmla="*/ 1504949 h 1650205"/>
              <a:gd name="connsiteX23" fmla="*/ 719034 w 1050028"/>
              <a:gd name="connsiteY23" fmla="*/ 1476376 h 1650205"/>
              <a:gd name="connsiteX24" fmla="*/ 561871 w 1050028"/>
              <a:gd name="connsiteY24" fmla="*/ 1488282 h 1650205"/>
              <a:gd name="connsiteX25" fmla="*/ 523875 w 1050028"/>
              <a:gd name="connsiteY25" fmla="*/ 1431350 h 1650205"/>
              <a:gd name="connsiteX26" fmla="*/ 378618 w 1050028"/>
              <a:gd name="connsiteY26" fmla="*/ 1247994 h 1650205"/>
              <a:gd name="connsiteX27" fmla="*/ 307181 w 1050028"/>
              <a:gd name="connsiteY27" fmla="*/ 1257518 h 1650205"/>
              <a:gd name="connsiteX28" fmla="*/ 0 w 1050028"/>
              <a:gd name="connsiteY28" fmla="*/ 1095594 h 1650205"/>
              <a:gd name="connsiteX29" fmla="*/ 171448 w 1050028"/>
              <a:gd name="connsiteY29" fmla="*/ 888424 h 1650205"/>
              <a:gd name="connsiteX30" fmla="*/ 138113 w 1050028"/>
              <a:gd name="connsiteY30" fmla="*/ 845563 h 1650205"/>
              <a:gd name="connsiteX31" fmla="*/ 176213 w 1050028"/>
              <a:gd name="connsiteY31" fmla="*/ 766981 h 1650205"/>
              <a:gd name="connsiteX32" fmla="*/ 154920 w 1050028"/>
              <a:gd name="connsiteY32" fmla="*/ 527597 h 1650205"/>
              <a:gd name="connsiteX33" fmla="*/ 217253 w 1050028"/>
              <a:gd name="connsiteY33" fmla="*/ 399009 h 1650205"/>
              <a:gd name="connsiteX0" fmla="*/ 217253 w 1064918"/>
              <a:gd name="connsiteY0" fmla="*/ 399009 h 1650205"/>
              <a:gd name="connsiteX1" fmla="*/ 352423 w 1064918"/>
              <a:gd name="connsiteY1" fmla="*/ 200244 h 1650205"/>
              <a:gd name="connsiteX2" fmla="*/ 426242 w 1064918"/>
              <a:gd name="connsiteY2" fmla="*/ 126424 h 1650205"/>
              <a:gd name="connsiteX3" fmla="*/ 494616 w 1064918"/>
              <a:gd name="connsiteY3" fmla="*/ 128587 h 1650205"/>
              <a:gd name="connsiteX4" fmla="*/ 728560 w 1064918"/>
              <a:gd name="connsiteY4" fmla="*/ 0 h 1650205"/>
              <a:gd name="connsiteX5" fmla="*/ 761897 w 1064918"/>
              <a:gd name="connsiteY5" fmla="*/ 52387 h 1650205"/>
              <a:gd name="connsiteX6" fmla="*/ 604733 w 1064918"/>
              <a:gd name="connsiteY6" fmla="*/ 145256 h 1650205"/>
              <a:gd name="connsiteX7" fmla="*/ 554727 w 1064918"/>
              <a:gd name="connsiteY7" fmla="*/ 283369 h 1650205"/>
              <a:gd name="connsiteX8" fmla="*/ 623784 w 1064918"/>
              <a:gd name="connsiteY8" fmla="*/ 426242 h 1650205"/>
              <a:gd name="connsiteX9" fmla="*/ 604734 w 1064918"/>
              <a:gd name="connsiteY9" fmla="*/ 497679 h 1650205"/>
              <a:gd name="connsiteX10" fmla="*/ 649978 w 1064918"/>
              <a:gd name="connsiteY10" fmla="*/ 552448 h 1650205"/>
              <a:gd name="connsiteX11" fmla="*/ 821428 w 1064918"/>
              <a:gd name="connsiteY11" fmla="*/ 545305 h 1650205"/>
              <a:gd name="connsiteX12" fmla="*/ 873816 w 1064918"/>
              <a:gd name="connsiteY12" fmla="*/ 640555 h 1650205"/>
              <a:gd name="connsiteX13" fmla="*/ 1042883 w 1064918"/>
              <a:gd name="connsiteY13" fmla="*/ 626267 h 1650205"/>
              <a:gd name="connsiteX14" fmla="*/ 1004783 w 1064918"/>
              <a:gd name="connsiteY14" fmla="*/ 800098 h 1650205"/>
              <a:gd name="connsiteX15" fmla="*/ 1050028 w 1064918"/>
              <a:gd name="connsiteY15" fmla="*/ 914399 h 1650205"/>
              <a:gd name="connsiteX16" fmla="*/ 997640 w 1064918"/>
              <a:gd name="connsiteY16" fmla="*/ 959642 h 1650205"/>
              <a:gd name="connsiteX17" fmla="*/ 1059553 w 1064918"/>
              <a:gd name="connsiteY17" fmla="*/ 1033461 h 1650205"/>
              <a:gd name="connsiteX18" fmla="*/ 819046 w 1064918"/>
              <a:gd name="connsiteY18" fmla="*/ 1288256 h 1650205"/>
              <a:gd name="connsiteX19" fmla="*/ 869053 w 1064918"/>
              <a:gd name="connsiteY19" fmla="*/ 1400174 h 1650205"/>
              <a:gd name="connsiteX20" fmla="*/ 838097 w 1064918"/>
              <a:gd name="connsiteY20" fmla="*/ 1650205 h 1650205"/>
              <a:gd name="connsiteX21" fmla="*/ 749989 w 1064918"/>
              <a:gd name="connsiteY21" fmla="*/ 1633538 h 1650205"/>
              <a:gd name="connsiteX22" fmla="*/ 797615 w 1064918"/>
              <a:gd name="connsiteY22" fmla="*/ 1504949 h 1650205"/>
              <a:gd name="connsiteX23" fmla="*/ 719034 w 1064918"/>
              <a:gd name="connsiteY23" fmla="*/ 1476376 h 1650205"/>
              <a:gd name="connsiteX24" fmla="*/ 561871 w 1064918"/>
              <a:gd name="connsiteY24" fmla="*/ 1488282 h 1650205"/>
              <a:gd name="connsiteX25" fmla="*/ 523875 w 1064918"/>
              <a:gd name="connsiteY25" fmla="*/ 1431350 h 1650205"/>
              <a:gd name="connsiteX26" fmla="*/ 378618 w 1064918"/>
              <a:gd name="connsiteY26" fmla="*/ 1247994 h 1650205"/>
              <a:gd name="connsiteX27" fmla="*/ 307181 w 1064918"/>
              <a:gd name="connsiteY27" fmla="*/ 1257518 h 1650205"/>
              <a:gd name="connsiteX28" fmla="*/ 0 w 1064918"/>
              <a:gd name="connsiteY28" fmla="*/ 1095594 h 1650205"/>
              <a:gd name="connsiteX29" fmla="*/ 171448 w 1064918"/>
              <a:gd name="connsiteY29" fmla="*/ 888424 h 1650205"/>
              <a:gd name="connsiteX30" fmla="*/ 138113 w 1064918"/>
              <a:gd name="connsiteY30" fmla="*/ 845563 h 1650205"/>
              <a:gd name="connsiteX31" fmla="*/ 176213 w 1064918"/>
              <a:gd name="connsiteY31" fmla="*/ 766981 h 1650205"/>
              <a:gd name="connsiteX32" fmla="*/ 154920 w 1064918"/>
              <a:gd name="connsiteY32" fmla="*/ 527597 h 1650205"/>
              <a:gd name="connsiteX33" fmla="*/ 217253 w 1064918"/>
              <a:gd name="connsiteY33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819046 w 1059553"/>
              <a:gd name="connsiteY18" fmla="*/ 1288256 h 1650205"/>
              <a:gd name="connsiteX19" fmla="*/ 869053 w 1059553"/>
              <a:gd name="connsiteY19" fmla="*/ 1400174 h 1650205"/>
              <a:gd name="connsiteX20" fmla="*/ 838097 w 1059553"/>
              <a:gd name="connsiteY20" fmla="*/ 1650205 h 1650205"/>
              <a:gd name="connsiteX21" fmla="*/ 749989 w 1059553"/>
              <a:gd name="connsiteY21" fmla="*/ 1633538 h 1650205"/>
              <a:gd name="connsiteX22" fmla="*/ 797615 w 1059553"/>
              <a:gd name="connsiteY22" fmla="*/ 1504949 h 1650205"/>
              <a:gd name="connsiteX23" fmla="*/ 719034 w 1059553"/>
              <a:gd name="connsiteY23" fmla="*/ 1476376 h 1650205"/>
              <a:gd name="connsiteX24" fmla="*/ 561871 w 1059553"/>
              <a:gd name="connsiteY24" fmla="*/ 1488282 h 1650205"/>
              <a:gd name="connsiteX25" fmla="*/ 523875 w 1059553"/>
              <a:gd name="connsiteY25" fmla="*/ 1431350 h 1650205"/>
              <a:gd name="connsiteX26" fmla="*/ 378618 w 1059553"/>
              <a:gd name="connsiteY26" fmla="*/ 1247994 h 1650205"/>
              <a:gd name="connsiteX27" fmla="*/ 307181 w 1059553"/>
              <a:gd name="connsiteY27" fmla="*/ 1257518 h 1650205"/>
              <a:gd name="connsiteX28" fmla="*/ 0 w 1059553"/>
              <a:gd name="connsiteY28" fmla="*/ 1095594 h 1650205"/>
              <a:gd name="connsiteX29" fmla="*/ 171448 w 1059553"/>
              <a:gd name="connsiteY29" fmla="*/ 888424 h 1650205"/>
              <a:gd name="connsiteX30" fmla="*/ 138113 w 1059553"/>
              <a:gd name="connsiteY30" fmla="*/ 845563 h 1650205"/>
              <a:gd name="connsiteX31" fmla="*/ 176213 w 1059553"/>
              <a:gd name="connsiteY31" fmla="*/ 766981 h 1650205"/>
              <a:gd name="connsiteX32" fmla="*/ 154920 w 1059553"/>
              <a:gd name="connsiteY32" fmla="*/ 527597 h 1650205"/>
              <a:gd name="connsiteX33" fmla="*/ 217253 w 1059553"/>
              <a:gd name="connsiteY33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819046 w 1059553"/>
              <a:gd name="connsiteY18" fmla="*/ 1288256 h 1650205"/>
              <a:gd name="connsiteX19" fmla="*/ 869053 w 1059553"/>
              <a:gd name="connsiteY19" fmla="*/ 1400174 h 1650205"/>
              <a:gd name="connsiteX20" fmla="*/ 838097 w 1059553"/>
              <a:gd name="connsiteY20" fmla="*/ 1650205 h 1650205"/>
              <a:gd name="connsiteX21" fmla="*/ 749989 w 1059553"/>
              <a:gd name="connsiteY21" fmla="*/ 1633538 h 1650205"/>
              <a:gd name="connsiteX22" fmla="*/ 797615 w 1059553"/>
              <a:gd name="connsiteY22" fmla="*/ 1504949 h 1650205"/>
              <a:gd name="connsiteX23" fmla="*/ 719034 w 1059553"/>
              <a:gd name="connsiteY23" fmla="*/ 1476376 h 1650205"/>
              <a:gd name="connsiteX24" fmla="*/ 561871 w 1059553"/>
              <a:gd name="connsiteY24" fmla="*/ 1488282 h 1650205"/>
              <a:gd name="connsiteX25" fmla="*/ 523875 w 1059553"/>
              <a:gd name="connsiteY25" fmla="*/ 1431350 h 1650205"/>
              <a:gd name="connsiteX26" fmla="*/ 378618 w 1059553"/>
              <a:gd name="connsiteY26" fmla="*/ 1247994 h 1650205"/>
              <a:gd name="connsiteX27" fmla="*/ 307181 w 1059553"/>
              <a:gd name="connsiteY27" fmla="*/ 1257518 h 1650205"/>
              <a:gd name="connsiteX28" fmla="*/ 0 w 1059553"/>
              <a:gd name="connsiteY28" fmla="*/ 1095594 h 1650205"/>
              <a:gd name="connsiteX29" fmla="*/ 171448 w 1059553"/>
              <a:gd name="connsiteY29" fmla="*/ 888424 h 1650205"/>
              <a:gd name="connsiteX30" fmla="*/ 138113 w 1059553"/>
              <a:gd name="connsiteY30" fmla="*/ 845563 h 1650205"/>
              <a:gd name="connsiteX31" fmla="*/ 176213 w 1059553"/>
              <a:gd name="connsiteY31" fmla="*/ 766981 h 1650205"/>
              <a:gd name="connsiteX32" fmla="*/ 154920 w 1059553"/>
              <a:gd name="connsiteY32" fmla="*/ 527597 h 1650205"/>
              <a:gd name="connsiteX33" fmla="*/ 217253 w 1059553"/>
              <a:gd name="connsiteY33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973829 w 1059553"/>
              <a:gd name="connsiteY18" fmla="*/ 1119186 h 1650205"/>
              <a:gd name="connsiteX19" fmla="*/ 819046 w 1059553"/>
              <a:gd name="connsiteY19" fmla="*/ 1288256 h 1650205"/>
              <a:gd name="connsiteX20" fmla="*/ 869053 w 1059553"/>
              <a:gd name="connsiteY20" fmla="*/ 1400174 h 1650205"/>
              <a:gd name="connsiteX21" fmla="*/ 838097 w 1059553"/>
              <a:gd name="connsiteY21" fmla="*/ 1650205 h 1650205"/>
              <a:gd name="connsiteX22" fmla="*/ 749989 w 1059553"/>
              <a:gd name="connsiteY22" fmla="*/ 1633538 h 1650205"/>
              <a:gd name="connsiteX23" fmla="*/ 797615 w 1059553"/>
              <a:gd name="connsiteY23" fmla="*/ 1504949 h 1650205"/>
              <a:gd name="connsiteX24" fmla="*/ 719034 w 1059553"/>
              <a:gd name="connsiteY24" fmla="*/ 1476376 h 1650205"/>
              <a:gd name="connsiteX25" fmla="*/ 561871 w 1059553"/>
              <a:gd name="connsiteY25" fmla="*/ 1488282 h 1650205"/>
              <a:gd name="connsiteX26" fmla="*/ 523875 w 1059553"/>
              <a:gd name="connsiteY26" fmla="*/ 1431350 h 1650205"/>
              <a:gd name="connsiteX27" fmla="*/ 378618 w 1059553"/>
              <a:gd name="connsiteY27" fmla="*/ 1247994 h 1650205"/>
              <a:gd name="connsiteX28" fmla="*/ 307181 w 1059553"/>
              <a:gd name="connsiteY28" fmla="*/ 1257518 h 1650205"/>
              <a:gd name="connsiteX29" fmla="*/ 0 w 1059553"/>
              <a:gd name="connsiteY29" fmla="*/ 1095594 h 1650205"/>
              <a:gd name="connsiteX30" fmla="*/ 171448 w 1059553"/>
              <a:gd name="connsiteY30" fmla="*/ 888424 h 1650205"/>
              <a:gd name="connsiteX31" fmla="*/ 138113 w 1059553"/>
              <a:gd name="connsiteY31" fmla="*/ 845563 h 1650205"/>
              <a:gd name="connsiteX32" fmla="*/ 176213 w 1059553"/>
              <a:gd name="connsiteY32" fmla="*/ 766981 h 1650205"/>
              <a:gd name="connsiteX33" fmla="*/ 154920 w 1059553"/>
              <a:gd name="connsiteY33" fmla="*/ 527597 h 1650205"/>
              <a:gd name="connsiteX34" fmla="*/ 217253 w 1059553"/>
              <a:gd name="connsiteY34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630929 w 1059553"/>
              <a:gd name="connsiteY18" fmla="*/ 1019173 h 1650205"/>
              <a:gd name="connsiteX19" fmla="*/ 819046 w 1059553"/>
              <a:gd name="connsiteY19" fmla="*/ 1288256 h 1650205"/>
              <a:gd name="connsiteX20" fmla="*/ 869053 w 1059553"/>
              <a:gd name="connsiteY20" fmla="*/ 1400174 h 1650205"/>
              <a:gd name="connsiteX21" fmla="*/ 838097 w 1059553"/>
              <a:gd name="connsiteY21" fmla="*/ 1650205 h 1650205"/>
              <a:gd name="connsiteX22" fmla="*/ 749989 w 1059553"/>
              <a:gd name="connsiteY22" fmla="*/ 1633538 h 1650205"/>
              <a:gd name="connsiteX23" fmla="*/ 797615 w 1059553"/>
              <a:gd name="connsiteY23" fmla="*/ 1504949 h 1650205"/>
              <a:gd name="connsiteX24" fmla="*/ 719034 w 1059553"/>
              <a:gd name="connsiteY24" fmla="*/ 1476376 h 1650205"/>
              <a:gd name="connsiteX25" fmla="*/ 561871 w 1059553"/>
              <a:gd name="connsiteY25" fmla="*/ 1488282 h 1650205"/>
              <a:gd name="connsiteX26" fmla="*/ 523875 w 1059553"/>
              <a:gd name="connsiteY26" fmla="*/ 1431350 h 1650205"/>
              <a:gd name="connsiteX27" fmla="*/ 378618 w 1059553"/>
              <a:gd name="connsiteY27" fmla="*/ 1247994 h 1650205"/>
              <a:gd name="connsiteX28" fmla="*/ 307181 w 1059553"/>
              <a:gd name="connsiteY28" fmla="*/ 1257518 h 1650205"/>
              <a:gd name="connsiteX29" fmla="*/ 0 w 1059553"/>
              <a:gd name="connsiteY29" fmla="*/ 1095594 h 1650205"/>
              <a:gd name="connsiteX30" fmla="*/ 171448 w 1059553"/>
              <a:gd name="connsiteY30" fmla="*/ 888424 h 1650205"/>
              <a:gd name="connsiteX31" fmla="*/ 138113 w 1059553"/>
              <a:gd name="connsiteY31" fmla="*/ 845563 h 1650205"/>
              <a:gd name="connsiteX32" fmla="*/ 176213 w 1059553"/>
              <a:gd name="connsiteY32" fmla="*/ 766981 h 1650205"/>
              <a:gd name="connsiteX33" fmla="*/ 154920 w 1059553"/>
              <a:gd name="connsiteY33" fmla="*/ 527597 h 1650205"/>
              <a:gd name="connsiteX34" fmla="*/ 217253 w 1059553"/>
              <a:gd name="connsiteY34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630929 w 1059553"/>
              <a:gd name="connsiteY18" fmla="*/ 1019173 h 1650205"/>
              <a:gd name="connsiteX19" fmla="*/ 757135 w 1059553"/>
              <a:gd name="connsiteY19" fmla="*/ 1190623 h 1650205"/>
              <a:gd name="connsiteX20" fmla="*/ 819046 w 1059553"/>
              <a:gd name="connsiteY20" fmla="*/ 1288256 h 1650205"/>
              <a:gd name="connsiteX21" fmla="*/ 869053 w 1059553"/>
              <a:gd name="connsiteY21" fmla="*/ 1400174 h 1650205"/>
              <a:gd name="connsiteX22" fmla="*/ 838097 w 1059553"/>
              <a:gd name="connsiteY22" fmla="*/ 1650205 h 1650205"/>
              <a:gd name="connsiteX23" fmla="*/ 749989 w 1059553"/>
              <a:gd name="connsiteY23" fmla="*/ 1633538 h 1650205"/>
              <a:gd name="connsiteX24" fmla="*/ 797615 w 1059553"/>
              <a:gd name="connsiteY24" fmla="*/ 1504949 h 1650205"/>
              <a:gd name="connsiteX25" fmla="*/ 719034 w 1059553"/>
              <a:gd name="connsiteY25" fmla="*/ 1476376 h 1650205"/>
              <a:gd name="connsiteX26" fmla="*/ 561871 w 1059553"/>
              <a:gd name="connsiteY26" fmla="*/ 1488282 h 1650205"/>
              <a:gd name="connsiteX27" fmla="*/ 523875 w 1059553"/>
              <a:gd name="connsiteY27" fmla="*/ 1431350 h 1650205"/>
              <a:gd name="connsiteX28" fmla="*/ 378618 w 1059553"/>
              <a:gd name="connsiteY28" fmla="*/ 1247994 h 1650205"/>
              <a:gd name="connsiteX29" fmla="*/ 307181 w 1059553"/>
              <a:gd name="connsiteY29" fmla="*/ 1257518 h 1650205"/>
              <a:gd name="connsiteX30" fmla="*/ 0 w 1059553"/>
              <a:gd name="connsiteY30" fmla="*/ 1095594 h 1650205"/>
              <a:gd name="connsiteX31" fmla="*/ 171448 w 1059553"/>
              <a:gd name="connsiteY31" fmla="*/ 888424 h 1650205"/>
              <a:gd name="connsiteX32" fmla="*/ 138113 w 1059553"/>
              <a:gd name="connsiteY32" fmla="*/ 845563 h 1650205"/>
              <a:gd name="connsiteX33" fmla="*/ 176213 w 1059553"/>
              <a:gd name="connsiteY33" fmla="*/ 766981 h 1650205"/>
              <a:gd name="connsiteX34" fmla="*/ 154920 w 1059553"/>
              <a:gd name="connsiteY34" fmla="*/ 527597 h 1650205"/>
              <a:gd name="connsiteX35" fmla="*/ 217253 w 1059553"/>
              <a:gd name="connsiteY35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630929 w 1059553"/>
              <a:gd name="connsiteY18" fmla="*/ 1019173 h 1650205"/>
              <a:gd name="connsiteX19" fmla="*/ 814285 w 1059553"/>
              <a:gd name="connsiteY19" fmla="*/ 1195386 h 1650205"/>
              <a:gd name="connsiteX20" fmla="*/ 819046 w 1059553"/>
              <a:gd name="connsiteY20" fmla="*/ 1288256 h 1650205"/>
              <a:gd name="connsiteX21" fmla="*/ 869053 w 1059553"/>
              <a:gd name="connsiteY21" fmla="*/ 1400174 h 1650205"/>
              <a:gd name="connsiteX22" fmla="*/ 838097 w 1059553"/>
              <a:gd name="connsiteY22" fmla="*/ 1650205 h 1650205"/>
              <a:gd name="connsiteX23" fmla="*/ 749989 w 1059553"/>
              <a:gd name="connsiteY23" fmla="*/ 1633538 h 1650205"/>
              <a:gd name="connsiteX24" fmla="*/ 797615 w 1059553"/>
              <a:gd name="connsiteY24" fmla="*/ 1504949 h 1650205"/>
              <a:gd name="connsiteX25" fmla="*/ 719034 w 1059553"/>
              <a:gd name="connsiteY25" fmla="*/ 1476376 h 1650205"/>
              <a:gd name="connsiteX26" fmla="*/ 561871 w 1059553"/>
              <a:gd name="connsiteY26" fmla="*/ 1488282 h 1650205"/>
              <a:gd name="connsiteX27" fmla="*/ 523875 w 1059553"/>
              <a:gd name="connsiteY27" fmla="*/ 1431350 h 1650205"/>
              <a:gd name="connsiteX28" fmla="*/ 378618 w 1059553"/>
              <a:gd name="connsiteY28" fmla="*/ 1247994 h 1650205"/>
              <a:gd name="connsiteX29" fmla="*/ 307181 w 1059553"/>
              <a:gd name="connsiteY29" fmla="*/ 1257518 h 1650205"/>
              <a:gd name="connsiteX30" fmla="*/ 0 w 1059553"/>
              <a:gd name="connsiteY30" fmla="*/ 1095594 h 1650205"/>
              <a:gd name="connsiteX31" fmla="*/ 171448 w 1059553"/>
              <a:gd name="connsiteY31" fmla="*/ 888424 h 1650205"/>
              <a:gd name="connsiteX32" fmla="*/ 138113 w 1059553"/>
              <a:gd name="connsiteY32" fmla="*/ 845563 h 1650205"/>
              <a:gd name="connsiteX33" fmla="*/ 176213 w 1059553"/>
              <a:gd name="connsiteY33" fmla="*/ 766981 h 1650205"/>
              <a:gd name="connsiteX34" fmla="*/ 154920 w 1059553"/>
              <a:gd name="connsiteY34" fmla="*/ 527597 h 1650205"/>
              <a:gd name="connsiteX35" fmla="*/ 217253 w 1059553"/>
              <a:gd name="connsiteY35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630929 w 1059553"/>
              <a:gd name="connsiteY18" fmla="*/ 1019173 h 1650205"/>
              <a:gd name="connsiteX19" fmla="*/ 716654 w 1059553"/>
              <a:gd name="connsiteY19" fmla="*/ 1107280 h 1650205"/>
              <a:gd name="connsiteX20" fmla="*/ 814285 w 1059553"/>
              <a:gd name="connsiteY20" fmla="*/ 1195386 h 1650205"/>
              <a:gd name="connsiteX21" fmla="*/ 819046 w 1059553"/>
              <a:gd name="connsiteY21" fmla="*/ 1288256 h 1650205"/>
              <a:gd name="connsiteX22" fmla="*/ 869053 w 1059553"/>
              <a:gd name="connsiteY22" fmla="*/ 1400174 h 1650205"/>
              <a:gd name="connsiteX23" fmla="*/ 838097 w 1059553"/>
              <a:gd name="connsiteY23" fmla="*/ 1650205 h 1650205"/>
              <a:gd name="connsiteX24" fmla="*/ 749989 w 1059553"/>
              <a:gd name="connsiteY24" fmla="*/ 1633538 h 1650205"/>
              <a:gd name="connsiteX25" fmla="*/ 797615 w 1059553"/>
              <a:gd name="connsiteY25" fmla="*/ 1504949 h 1650205"/>
              <a:gd name="connsiteX26" fmla="*/ 719034 w 1059553"/>
              <a:gd name="connsiteY26" fmla="*/ 1476376 h 1650205"/>
              <a:gd name="connsiteX27" fmla="*/ 561871 w 1059553"/>
              <a:gd name="connsiteY27" fmla="*/ 1488282 h 1650205"/>
              <a:gd name="connsiteX28" fmla="*/ 523875 w 1059553"/>
              <a:gd name="connsiteY28" fmla="*/ 1431350 h 1650205"/>
              <a:gd name="connsiteX29" fmla="*/ 378618 w 1059553"/>
              <a:gd name="connsiteY29" fmla="*/ 1247994 h 1650205"/>
              <a:gd name="connsiteX30" fmla="*/ 307181 w 1059553"/>
              <a:gd name="connsiteY30" fmla="*/ 1257518 h 1650205"/>
              <a:gd name="connsiteX31" fmla="*/ 0 w 1059553"/>
              <a:gd name="connsiteY31" fmla="*/ 1095594 h 1650205"/>
              <a:gd name="connsiteX32" fmla="*/ 171448 w 1059553"/>
              <a:gd name="connsiteY32" fmla="*/ 888424 h 1650205"/>
              <a:gd name="connsiteX33" fmla="*/ 138113 w 1059553"/>
              <a:gd name="connsiteY33" fmla="*/ 845563 h 1650205"/>
              <a:gd name="connsiteX34" fmla="*/ 176213 w 1059553"/>
              <a:gd name="connsiteY34" fmla="*/ 766981 h 1650205"/>
              <a:gd name="connsiteX35" fmla="*/ 154920 w 1059553"/>
              <a:gd name="connsiteY35" fmla="*/ 527597 h 1650205"/>
              <a:gd name="connsiteX36" fmla="*/ 217253 w 1059553"/>
              <a:gd name="connsiteY36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630929 w 1059553"/>
              <a:gd name="connsiteY18" fmla="*/ 1019173 h 1650205"/>
              <a:gd name="connsiteX19" fmla="*/ 895248 w 1059553"/>
              <a:gd name="connsiteY19" fmla="*/ 1178718 h 1650205"/>
              <a:gd name="connsiteX20" fmla="*/ 814285 w 1059553"/>
              <a:gd name="connsiteY20" fmla="*/ 1195386 h 1650205"/>
              <a:gd name="connsiteX21" fmla="*/ 819046 w 1059553"/>
              <a:gd name="connsiteY21" fmla="*/ 1288256 h 1650205"/>
              <a:gd name="connsiteX22" fmla="*/ 869053 w 1059553"/>
              <a:gd name="connsiteY22" fmla="*/ 1400174 h 1650205"/>
              <a:gd name="connsiteX23" fmla="*/ 838097 w 1059553"/>
              <a:gd name="connsiteY23" fmla="*/ 1650205 h 1650205"/>
              <a:gd name="connsiteX24" fmla="*/ 749989 w 1059553"/>
              <a:gd name="connsiteY24" fmla="*/ 1633538 h 1650205"/>
              <a:gd name="connsiteX25" fmla="*/ 797615 w 1059553"/>
              <a:gd name="connsiteY25" fmla="*/ 1504949 h 1650205"/>
              <a:gd name="connsiteX26" fmla="*/ 719034 w 1059553"/>
              <a:gd name="connsiteY26" fmla="*/ 1476376 h 1650205"/>
              <a:gd name="connsiteX27" fmla="*/ 561871 w 1059553"/>
              <a:gd name="connsiteY27" fmla="*/ 1488282 h 1650205"/>
              <a:gd name="connsiteX28" fmla="*/ 523875 w 1059553"/>
              <a:gd name="connsiteY28" fmla="*/ 1431350 h 1650205"/>
              <a:gd name="connsiteX29" fmla="*/ 378618 w 1059553"/>
              <a:gd name="connsiteY29" fmla="*/ 1247994 h 1650205"/>
              <a:gd name="connsiteX30" fmla="*/ 307181 w 1059553"/>
              <a:gd name="connsiteY30" fmla="*/ 1257518 h 1650205"/>
              <a:gd name="connsiteX31" fmla="*/ 0 w 1059553"/>
              <a:gd name="connsiteY31" fmla="*/ 1095594 h 1650205"/>
              <a:gd name="connsiteX32" fmla="*/ 171448 w 1059553"/>
              <a:gd name="connsiteY32" fmla="*/ 888424 h 1650205"/>
              <a:gd name="connsiteX33" fmla="*/ 138113 w 1059553"/>
              <a:gd name="connsiteY33" fmla="*/ 845563 h 1650205"/>
              <a:gd name="connsiteX34" fmla="*/ 176213 w 1059553"/>
              <a:gd name="connsiteY34" fmla="*/ 766981 h 1650205"/>
              <a:gd name="connsiteX35" fmla="*/ 154920 w 1059553"/>
              <a:gd name="connsiteY35" fmla="*/ 527597 h 1650205"/>
              <a:gd name="connsiteX36" fmla="*/ 217253 w 1059553"/>
              <a:gd name="connsiteY36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795235 w 1059553"/>
              <a:gd name="connsiteY18" fmla="*/ 1076323 h 1650205"/>
              <a:gd name="connsiteX19" fmla="*/ 895248 w 1059553"/>
              <a:gd name="connsiteY19" fmla="*/ 1178718 h 1650205"/>
              <a:gd name="connsiteX20" fmla="*/ 814285 w 1059553"/>
              <a:gd name="connsiteY20" fmla="*/ 1195386 h 1650205"/>
              <a:gd name="connsiteX21" fmla="*/ 819046 w 1059553"/>
              <a:gd name="connsiteY21" fmla="*/ 1288256 h 1650205"/>
              <a:gd name="connsiteX22" fmla="*/ 869053 w 1059553"/>
              <a:gd name="connsiteY22" fmla="*/ 1400174 h 1650205"/>
              <a:gd name="connsiteX23" fmla="*/ 838097 w 1059553"/>
              <a:gd name="connsiteY23" fmla="*/ 1650205 h 1650205"/>
              <a:gd name="connsiteX24" fmla="*/ 749989 w 1059553"/>
              <a:gd name="connsiteY24" fmla="*/ 1633538 h 1650205"/>
              <a:gd name="connsiteX25" fmla="*/ 797615 w 1059553"/>
              <a:gd name="connsiteY25" fmla="*/ 1504949 h 1650205"/>
              <a:gd name="connsiteX26" fmla="*/ 719034 w 1059553"/>
              <a:gd name="connsiteY26" fmla="*/ 1476376 h 1650205"/>
              <a:gd name="connsiteX27" fmla="*/ 561871 w 1059553"/>
              <a:gd name="connsiteY27" fmla="*/ 1488282 h 1650205"/>
              <a:gd name="connsiteX28" fmla="*/ 523875 w 1059553"/>
              <a:gd name="connsiteY28" fmla="*/ 1431350 h 1650205"/>
              <a:gd name="connsiteX29" fmla="*/ 378618 w 1059553"/>
              <a:gd name="connsiteY29" fmla="*/ 1247994 h 1650205"/>
              <a:gd name="connsiteX30" fmla="*/ 307181 w 1059553"/>
              <a:gd name="connsiteY30" fmla="*/ 1257518 h 1650205"/>
              <a:gd name="connsiteX31" fmla="*/ 0 w 1059553"/>
              <a:gd name="connsiteY31" fmla="*/ 1095594 h 1650205"/>
              <a:gd name="connsiteX32" fmla="*/ 171448 w 1059553"/>
              <a:gd name="connsiteY32" fmla="*/ 888424 h 1650205"/>
              <a:gd name="connsiteX33" fmla="*/ 138113 w 1059553"/>
              <a:gd name="connsiteY33" fmla="*/ 845563 h 1650205"/>
              <a:gd name="connsiteX34" fmla="*/ 176213 w 1059553"/>
              <a:gd name="connsiteY34" fmla="*/ 766981 h 1650205"/>
              <a:gd name="connsiteX35" fmla="*/ 154920 w 1059553"/>
              <a:gd name="connsiteY35" fmla="*/ 527597 h 1650205"/>
              <a:gd name="connsiteX36" fmla="*/ 217253 w 1059553"/>
              <a:gd name="connsiteY36" fmla="*/ 399009 h 1650205"/>
              <a:gd name="connsiteX0" fmla="*/ 217253 w 1059553"/>
              <a:gd name="connsiteY0" fmla="*/ 399009 h 1650205"/>
              <a:gd name="connsiteX1" fmla="*/ 352423 w 1059553"/>
              <a:gd name="connsiteY1" fmla="*/ 200244 h 1650205"/>
              <a:gd name="connsiteX2" fmla="*/ 426242 w 1059553"/>
              <a:gd name="connsiteY2" fmla="*/ 126424 h 1650205"/>
              <a:gd name="connsiteX3" fmla="*/ 494616 w 1059553"/>
              <a:gd name="connsiteY3" fmla="*/ 128587 h 1650205"/>
              <a:gd name="connsiteX4" fmla="*/ 728560 w 1059553"/>
              <a:gd name="connsiteY4" fmla="*/ 0 h 1650205"/>
              <a:gd name="connsiteX5" fmla="*/ 761897 w 1059553"/>
              <a:gd name="connsiteY5" fmla="*/ 52387 h 1650205"/>
              <a:gd name="connsiteX6" fmla="*/ 604733 w 1059553"/>
              <a:gd name="connsiteY6" fmla="*/ 145256 h 1650205"/>
              <a:gd name="connsiteX7" fmla="*/ 554727 w 1059553"/>
              <a:gd name="connsiteY7" fmla="*/ 283369 h 1650205"/>
              <a:gd name="connsiteX8" fmla="*/ 623784 w 1059553"/>
              <a:gd name="connsiteY8" fmla="*/ 426242 h 1650205"/>
              <a:gd name="connsiteX9" fmla="*/ 604734 w 1059553"/>
              <a:gd name="connsiteY9" fmla="*/ 497679 h 1650205"/>
              <a:gd name="connsiteX10" fmla="*/ 649978 w 1059553"/>
              <a:gd name="connsiteY10" fmla="*/ 552448 h 1650205"/>
              <a:gd name="connsiteX11" fmla="*/ 821428 w 1059553"/>
              <a:gd name="connsiteY11" fmla="*/ 545305 h 1650205"/>
              <a:gd name="connsiteX12" fmla="*/ 873816 w 1059553"/>
              <a:gd name="connsiteY12" fmla="*/ 640555 h 1650205"/>
              <a:gd name="connsiteX13" fmla="*/ 1042883 w 1059553"/>
              <a:gd name="connsiteY13" fmla="*/ 626267 h 1650205"/>
              <a:gd name="connsiteX14" fmla="*/ 1004783 w 1059553"/>
              <a:gd name="connsiteY14" fmla="*/ 800098 h 1650205"/>
              <a:gd name="connsiteX15" fmla="*/ 1050028 w 1059553"/>
              <a:gd name="connsiteY15" fmla="*/ 914399 h 1650205"/>
              <a:gd name="connsiteX16" fmla="*/ 997640 w 1059553"/>
              <a:gd name="connsiteY16" fmla="*/ 959642 h 1650205"/>
              <a:gd name="connsiteX17" fmla="*/ 1059553 w 1059553"/>
              <a:gd name="connsiteY17" fmla="*/ 1033461 h 1650205"/>
              <a:gd name="connsiteX18" fmla="*/ 795235 w 1059553"/>
              <a:gd name="connsiteY18" fmla="*/ 1076323 h 1650205"/>
              <a:gd name="connsiteX19" fmla="*/ 895248 w 1059553"/>
              <a:gd name="connsiteY19" fmla="*/ 1178718 h 1650205"/>
              <a:gd name="connsiteX20" fmla="*/ 814285 w 1059553"/>
              <a:gd name="connsiteY20" fmla="*/ 1195386 h 1650205"/>
              <a:gd name="connsiteX21" fmla="*/ 819046 w 1059553"/>
              <a:gd name="connsiteY21" fmla="*/ 1288256 h 1650205"/>
              <a:gd name="connsiteX22" fmla="*/ 869053 w 1059553"/>
              <a:gd name="connsiteY22" fmla="*/ 1400174 h 1650205"/>
              <a:gd name="connsiteX23" fmla="*/ 838097 w 1059553"/>
              <a:gd name="connsiteY23" fmla="*/ 1650205 h 1650205"/>
              <a:gd name="connsiteX24" fmla="*/ 749989 w 1059553"/>
              <a:gd name="connsiteY24" fmla="*/ 1633538 h 1650205"/>
              <a:gd name="connsiteX25" fmla="*/ 797615 w 1059553"/>
              <a:gd name="connsiteY25" fmla="*/ 1504949 h 1650205"/>
              <a:gd name="connsiteX26" fmla="*/ 719034 w 1059553"/>
              <a:gd name="connsiteY26" fmla="*/ 1476376 h 1650205"/>
              <a:gd name="connsiteX27" fmla="*/ 561871 w 1059553"/>
              <a:gd name="connsiteY27" fmla="*/ 1488282 h 1650205"/>
              <a:gd name="connsiteX28" fmla="*/ 523875 w 1059553"/>
              <a:gd name="connsiteY28" fmla="*/ 1431350 h 1650205"/>
              <a:gd name="connsiteX29" fmla="*/ 378618 w 1059553"/>
              <a:gd name="connsiteY29" fmla="*/ 1247994 h 1650205"/>
              <a:gd name="connsiteX30" fmla="*/ 307181 w 1059553"/>
              <a:gd name="connsiteY30" fmla="*/ 1257518 h 1650205"/>
              <a:gd name="connsiteX31" fmla="*/ 0 w 1059553"/>
              <a:gd name="connsiteY31" fmla="*/ 1095594 h 1650205"/>
              <a:gd name="connsiteX32" fmla="*/ 6348 w 1059553"/>
              <a:gd name="connsiteY32" fmla="*/ 907474 h 1650205"/>
              <a:gd name="connsiteX33" fmla="*/ 138113 w 1059553"/>
              <a:gd name="connsiteY33" fmla="*/ 845563 h 1650205"/>
              <a:gd name="connsiteX34" fmla="*/ 176213 w 1059553"/>
              <a:gd name="connsiteY34" fmla="*/ 766981 h 1650205"/>
              <a:gd name="connsiteX35" fmla="*/ 154920 w 1059553"/>
              <a:gd name="connsiteY35" fmla="*/ 527597 h 1650205"/>
              <a:gd name="connsiteX36" fmla="*/ 217253 w 1059553"/>
              <a:gd name="connsiteY36" fmla="*/ 399009 h 1650205"/>
              <a:gd name="connsiteX0" fmla="*/ 252178 w 1094478"/>
              <a:gd name="connsiteY0" fmla="*/ 399009 h 1650205"/>
              <a:gd name="connsiteX1" fmla="*/ 387348 w 1094478"/>
              <a:gd name="connsiteY1" fmla="*/ 200244 h 1650205"/>
              <a:gd name="connsiteX2" fmla="*/ 461167 w 1094478"/>
              <a:gd name="connsiteY2" fmla="*/ 126424 h 1650205"/>
              <a:gd name="connsiteX3" fmla="*/ 529541 w 1094478"/>
              <a:gd name="connsiteY3" fmla="*/ 128587 h 1650205"/>
              <a:gd name="connsiteX4" fmla="*/ 763485 w 1094478"/>
              <a:gd name="connsiteY4" fmla="*/ 0 h 1650205"/>
              <a:gd name="connsiteX5" fmla="*/ 796822 w 1094478"/>
              <a:gd name="connsiteY5" fmla="*/ 52387 h 1650205"/>
              <a:gd name="connsiteX6" fmla="*/ 639658 w 1094478"/>
              <a:gd name="connsiteY6" fmla="*/ 145256 h 1650205"/>
              <a:gd name="connsiteX7" fmla="*/ 589652 w 1094478"/>
              <a:gd name="connsiteY7" fmla="*/ 283369 h 1650205"/>
              <a:gd name="connsiteX8" fmla="*/ 658709 w 1094478"/>
              <a:gd name="connsiteY8" fmla="*/ 426242 h 1650205"/>
              <a:gd name="connsiteX9" fmla="*/ 639659 w 1094478"/>
              <a:gd name="connsiteY9" fmla="*/ 497679 h 1650205"/>
              <a:gd name="connsiteX10" fmla="*/ 684903 w 1094478"/>
              <a:gd name="connsiteY10" fmla="*/ 552448 h 1650205"/>
              <a:gd name="connsiteX11" fmla="*/ 856353 w 1094478"/>
              <a:gd name="connsiteY11" fmla="*/ 545305 h 1650205"/>
              <a:gd name="connsiteX12" fmla="*/ 908741 w 1094478"/>
              <a:gd name="connsiteY12" fmla="*/ 640555 h 1650205"/>
              <a:gd name="connsiteX13" fmla="*/ 1077808 w 1094478"/>
              <a:gd name="connsiteY13" fmla="*/ 626267 h 1650205"/>
              <a:gd name="connsiteX14" fmla="*/ 1039708 w 1094478"/>
              <a:gd name="connsiteY14" fmla="*/ 800098 h 1650205"/>
              <a:gd name="connsiteX15" fmla="*/ 1084953 w 1094478"/>
              <a:gd name="connsiteY15" fmla="*/ 914399 h 1650205"/>
              <a:gd name="connsiteX16" fmla="*/ 1032565 w 1094478"/>
              <a:gd name="connsiteY16" fmla="*/ 959642 h 1650205"/>
              <a:gd name="connsiteX17" fmla="*/ 1094478 w 1094478"/>
              <a:gd name="connsiteY17" fmla="*/ 1033461 h 1650205"/>
              <a:gd name="connsiteX18" fmla="*/ 830160 w 1094478"/>
              <a:gd name="connsiteY18" fmla="*/ 1076323 h 1650205"/>
              <a:gd name="connsiteX19" fmla="*/ 930173 w 1094478"/>
              <a:gd name="connsiteY19" fmla="*/ 1178718 h 1650205"/>
              <a:gd name="connsiteX20" fmla="*/ 849210 w 1094478"/>
              <a:gd name="connsiteY20" fmla="*/ 1195386 h 1650205"/>
              <a:gd name="connsiteX21" fmla="*/ 853971 w 1094478"/>
              <a:gd name="connsiteY21" fmla="*/ 1288256 h 1650205"/>
              <a:gd name="connsiteX22" fmla="*/ 903978 w 1094478"/>
              <a:gd name="connsiteY22" fmla="*/ 1400174 h 1650205"/>
              <a:gd name="connsiteX23" fmla="*/ 873022 w 1094478"/>
              <a:gd name="connsiteY23" fmla="*/ 1650205 h 1650205"/>
              <a:gd name="connsiteX24" fmla="*/ 784914 w 1094478"/>
              <a:gd name="connsiteY24" fmla="*/ 1633538 h 1650205"/>
              <a:gd name="connsiteX25" fmla="*/ 832540 w 1094478"/>
              <a:gd name="connsiteY25" fmla="*/ 1504949 h 1650205"/>
              <a:gd name="connsiteX26" fmla="*/ 753959 w 1094478"/>
              <a:gd name="connsiteY26" fmla="*/ 1476376 h 1650205"/>
              <a:gd name="connsiteX27" fmla="*/ 596796 w 1094478"/>
              <a:gd name="connsiteY27" fmla="*/ 1488282 h 1650205"/>
              <a:gd name="connsiteX28" fmla="*/ 558800 w 1094478"/>
              <a:gd name="connsiteY28" fmla="*/ 1431350 h 1650205"/>
              <a:gd name="connsiteX29" fmla="*/ 413543 w 1094478"/>
              <a:gd name="connsiteY29" fmla="*/ 1247994 h 1650205"/>
              <a:gd name="connsiteX30" fmla="*/ 342106 w 1094478"/>
              <a:gd name="connsiteY30" fmla="*/ 1257518 h 1650205"/>
              <a:gd name="connsiteX31" fmla="*/ 0 w 1094478"/>
              <a:gd name="connsiteY31" fmla="*/ 1098769 h 1650205"/>
              <a:gd name="connsiteX32" fmla="*/ 41273 w 1094478"/>
              <a:gd name="connsiteY32" fmla="*/ 907474 h 1650205"/>
              <a:gd name="connsiteX33" fmla="*/ 173038 w 1094478"/>
              <a:gd name="connsiteY33" fmla="*/ 845563 h 1650205"/>
              <a:gd name="connsiteX34" fmla="*/ 211138 w 1094478"/>
              <a:gd name="connsiteY34" fmla="*/ 766981 h 1650205"/>
              <a:gd name="connsiteX35" fmla="*/ 189845 w 1094478"/>
              <a:gd name="connsiteY35" fmla="*/ 527597 h 1650205"/>
              <a:gd name="connsiteX36" fmla="*/ 252178 w 1094478"/>
              <a:gd name="connsiteY36" fmla="*/ 399009 h 1650205"/>
              <a:gd name="connsiteX0" fmla="*/ 402990 w 1245290"/>
              <a:gd name="connsiteY0" fmla="*/ 399009 h 1650205"/>
              <a:gd name="connsiteX1" fmla="*/ 538160 w 1245290"/>
              <a:gd name="connsiteY1" fmla="*/ 200244 h 1650205"/>
              <a:gd name="connsiteX2" fmla="*/ 611979 w 1245290"/>
              <a:gd name="connsiteY2" fmla="*/ 126424 h 1650205"/>
              <a:gd name="connsiteX3" fmla="*/ 680353 w 1245290"/>
              <a:gd name="connsiteY3" fmla="*/ 128587 h 1650205"/>
              <a:gd name="connsiteX4" fmla="*/ 914297 w 1245290"/>
              <a:gd name="connsiteY4" fmla="*/ 0 h 1650205"/>
              <a:gd name="connsiteX5" fmla="*/ 947634 w 1245290"/>
              <a:gd name="connsiteY5" fmla="*/ 52387 h 1650205"/>
              <a:gd name="connsiteX6" fmla="*/ 790470 w 1245290"/>
              <a:gd name="connsiteY6" fmla="*/ 145256 h 1650205"/>
              <a:gd name="connsiteX7" fmla="*/ 740464 w 1245290"/>
              <a:gd name="connsiteY7" fmla="*/ 283369 h 1650205"/>
              <a:gd name="connsiteX8" fmla="*/ 809521 w 1245290"/>
              <a:gd name="connsiteY8" fmla="*/ 426242 h 1650205"/>
              <a:gd name="connsiteX9" fmla="*/ 790471 w 1245290"/>
              <a:gd name="connsiteY9" fmla="*/ 497679 h 1650205"/>
              <a:gd name="connsiteX10" fmla="*/ 835715 w 1245290"/>
              <a:gd name="connsiteY10" fmla="*/ 552448 h 1650205"/>
              <a:gd name="connsiteX11" fmla="*/ 1007165 w 1245290"/>
              <a:gd name="connsiteY11" fmla="*/ 545305 h 1650205"/>
              <a:gd name="connsiteX12" fmla="*/ 1059553 w 1245290"/>
              <a:gd name="connsiteY12" fmla="*/ 640555 h 1650205"/>
              <a:gd name="connsiteX13" fmla="*/ 1228620 w 1245290"/>
              <a:gd name="connsiteY13" fmla="*/ 626267 h 1650205"/>
              <a:gd name="connsiteX14" fmla="*/ 1190520 w 1245290"/>
              <a:gd name="connsiteY14" fmla="*/ 800098 h 1650205"/>
              <a:gd name="connsiteX15" fmla="*/ 1235765 w 1245290"/>
              <a:gd name="connsiteY15" fmla="*/ 914399 h 1650205"/>
              <a:gd name="connsiteX16" fmla="*/ 1183377 w 1245290"/>
              <a:gd name="connsiteY16" fmla="*/ 959642 h 1650205"/>
              <a:gd name="connsiteX17" fmla="*/ 1245290 w 1245290"/>
              <a:gd name="connsiteY17" fmla="*/ 1033461 h 1650205"/>
              <a:gd name="connsiteX18" fmla="*/ 980972 w 1245290"/>
              <a:gd name="connsiteY18" fmla="*/ 1076323 h 1650205"/>
              <a:gd name="connsiteX19" fmla="*/ 1080985 w 1245290"/>
              <a:gd name="connsiteY19" fmla="*/ 1178718 h 1650205"/>
              <a:gd name="connsiteX20" fmla="*/ 1000022 w 1245290"/>
              <a:gd name="connsiteY20" fmla="*/ 1195386 h 1650205"/>
              <a:gd name="connsiteX21" fmla="*/ 1004783 w 1245290"/>
              <a:gd name="connsiteY21" fmla="*/ 1288256 h 1650205"/>
              <a:gd name="connsiteX22" fmla="*/ 1054790 w 1245290"/>
              <a:gd name="connsiteY22" fmla="*/ 1400174 h 1650205"/>
              <a:gd name="connsiteX23" fmla="*/ 1023834 w 1245290"/>
              <a:gd name="connsiteY23" fmla="*/ 1650205 h 1650205"/>
              <a:gd name="connsiteX24" fmla="*/ 935726 w 1245290"/>
              <a:gd name="connsiteY24" fmla="*/ 1633538 h 1650205"/>
              <a:gd name="connsiteX25" fmla="*/ 983352 w 1245290"/>
              <a:gd name="connsiteY25" fmla="*/ 1504949 h 1650205"/>
              <a:gd name="connsiteX26" fmla="*/ 904771 w 1245290"/>
              <a:gd name="connsiteY26" fmla="*/ 1476376 h 1650205"/>
              <a:gd name="connsiteX27" fmla="*/ 747608 w 1245290"/>
              <a:gd name="connsiteY27" fmla="*/ 1488282 h 1650205"/>
              <a:gd name="connsiteX28" fmla="*/ 709612 w 1245290"/>
              <a:gd name="connsiteY28" fmla="*/ 1431350 h 1650205"/>
              <a:gd name="connsiteX29" fmla="*/ 564355 w 1245290"/>
              <a:gd name="connsiteY29" fmla="*/ 1247994 h 1650205"/>
              <a:gd name="connsiteX30" fmla="*/ 492918 w 1245290"/>
              <a:gd name="connsiteY30" fmla="*/ 1257518 h 1650205"/>
              <a:gd name="connsiteX31" fmla="*/ 150812 w 1245290"/>
              <a:gd name="connsiteY31" fmla="*/ 1098769 h 1650205"/>
              <a:gd name="connsiteX32" fmla="*/ 192085 w 1245290"/>
              <a:gd name="connsiteY32" fmla="*/ 907474 h 1650205"/>
              <a:gd name="connsiteX33" fmla="*/ 0 w 1245290"/>
              <a:gd name="connsiteY33" fmla="*/ 931288 h 1650205"/>
              <a:gd name="connsiteX34" fmla="*/ 361950 w 1245290"/>
              <a:gd name="connsiteY34" fmla="*/ 766981 h 1650205"/>
              <a:gd name="connsiteX35" fmla="*/ 340657 w 1245290"/>
              <a:gd name="connsiteY35" fmla="*/ 527597 h 1650205"/>
              <a:gd name="connsiteX36" fmla="*/ 402990 w 1245290"/>
              <a:gd name="connsiteY36" fmla="*/ 399009 h 1650205"/>
              <a:gd name="connsiteX0" fmla="*/ 441090 w 1283390"/>
              <a:gd name="connsiteY0" fmla="*/ 399009 h 1650205"/>
              <a:gd name="connsiteX1" fmla="*/ 576260 w 1283390"/>
              <a:gd name="connsiteY1" fmla="*/ 200244 h 1650205"/>
              <a:gd name="connsiteX2" fmla="*/ 650079 w 1283390"/>
              <a:gd name="connsiteY2" fmla="*/ 126424 h 1650205"/>
              <a:gd name="connsiteX3" fmla="*/ 718453 w 1283390"/>
              <a:gd name="connsiteY3" fmla="*/ 128587 h 1650205"/>
              <a:gd name="connsiteX4" fmla="*/ 952397 w 1283390"/>
              <a:gd name="connsiteY4" fmla="*/ 0 h 1650205"/>
              <a:gd name="connsiteX5" fmla="*/ 985734 w 1283390"/>
              <a:gd name="connsiteY5" fmla="*/ 52387 h 1650205"/>
              <a:gd name="connsiteX6" fmla="*/ 828570 w 1283390"/>
              <a:gd name="connsiteY6" fmla="*/ 145256 h 1650205"/>
              <a:gd name="connsiteX7" fmla="*/ 778564 w 1283390"/>
              <a:gd name="connsiteY7" fmla="*/ 283369 h 1650205"/>
              <a:gd name="connsiteX8" fmla="*/ 847621 w 1283390"/>
              <a:gd name="connsiteY8" fmla="*/ 426242 h 1650205"/>
              <a:gd name="connsiteX9" fmla="*/ 828571 w 1283390"/>
              <a:gd name="connsiteY9" fmla="*/ 497679 h 1650205"/>
              <a:gd name="connsiteX10" fmla="*/ 873815 w 1283390"/>
              <a:gd name="connsiteY10" fmla="*/ 552448 h 1650205"/>
              <a:gd name="connsiteX11" fmla="*/ 1045265 w 1283390"/>
              <a:gd name="connsiteY11" fmla="*/ 545305 h 1650205"/>
              <a:gd name="connsiteX12" fmla="*/ 1097653 w 1283390"/>
              <a:gd name="connsiteY12" fmla="*/ 640555 h 1650205"/>
              <a:gd name="connsiteX13" fmla="*/ 1266720 w 1283390"/>
              <a:gd name="connsiteY13" fmla="*/ 626267 h 1650205"/>
              <a:gd name="connsiteX14" fmla="*/ 1228620 w 1283390"/>
              <a:gd name="connsiteY14" fmla="*/ 800098 h 1650205"/>
              <a:gd name="connsiteX15" fmla="*/ 1273865 w 1283390"/>
              <a:gd name="connsiteY15" fmla="*/ 914399 h 1650205"/>
              <a:gd name="connsiteX16" fmla="*/ 1221477 w 1283390"/>
              <a:gd name="connsiteY16" fmla="*/ 959642 h 1650205"/>
              <a:gd name="connsiteX17" fmla="*/ 1283390 w 1283390"/>
              <a:gd name="connsiteY17" fmla="*/ 1033461 h 1650205"/>
              <a:gd name="connsiteX18" fmla="*/ 1019072 w 1283390"/>
              <a:gd name="connsiteY18" fmla="*/ 1076323 h 1650205"/>
              <a:gd name="connsiteX19" fmla="*/ 1119085 w 1283390"/>
              <a:gd name="connsiteY19" fmla="*/ 1178718 h 1650205"/>
              <a:gd name="connsiteX20" fmla="*/ 1038122 w 1283390"/>
              <a:gd name="connsiteY20" fmla="*/ 1195386 h 1650205"/>
              <a:gd name="connsiteX21" fmla="*/ 1042883 w 1283390"/>
              <a:gd name="connsiteY21" fmla="*/ 1288256 h 1650205"/>
              <a:gd name="connsiteX22" fmla="*/ 1092890 w 1283390"/>
              <a:gd name="connsiteY22" fmla="*/ 1400174 h 1650205"/>
              <a:gd name="connsiteX23" fmla="*/ 1061934 w 1283390"/>
              <a:gd name="connsiteY23" fmla="*/ 1650205 h 1650205"/>
              <a:gd name="connsiteX24" fmla="*/ 973826 w 1283390"/>
              <a:gd name="connsiteY24" fmla="*/ 1633538 h 1650205"/>
              <a:gd name="connsiteX25" fmla="*/ 1021452 w 1283390"/>
              <a:gd name="connsiteY25" fmla="*/ 1504949 h 1650205"/>
              <a:gd name="connsiteX26" fmla="*/ 942871 w 1283390"/>
              <a:gd name="connsiteY26" fmla="*/ 1476376 h 1650205"/>
              <a:gd name="connsiteX27" fmla="*/ 785708 w 1283390"/>
              <a:gd name="connsiteY27" fmla="*/ 1488282 h 1650205"/>
              <a:gd name="connsiteX28" fmla="*/ 747712 w 1283390"/>
              <a:gd name="connsiteY28" fmla="*/ 1431350 h 1650205"/>
              <a:gd name="connsiteX29" fmla="*/ 602455 w 1283390"/>
              <a:gd name="connsiteY29" fmla="*/ 1247994 h 1650205"/>
              <a:gd name="connsiteX30" fmla="*/ 531018 w 1283390"/>
              <a:gd name="connsiteY30" fmla="*/ 1257518 h 1650205"/>
              <a:gd name="connsiteX31" fmla="*/ 188912 w 1283390"/>
              <a:gd name="connsiteY31" fmla="*/ 1098769 h 1650205"/>
              <a:gd name="connsiteX32" fmla="*/ 230185 w 1283390"/>
              <a:gd name="connsiteY32" fmla="*/ 907474 h 1650205"/>
              <a:gd name="connsiteX33" fmla="*/ 38100 w 1283390"/>
              <a:gd name="connsiteY33" fmla="*/ 931288 h 1650205"/>
              <a:gd name="connsiteX34" fmla="*/ 0 w 1283390"/>
              <a:gd name="connsiteY34" fmla="*/ 820956 h 1650205"/>
              <a:gd name="connsiteX35" fmla="*/ 378757 w 1283390"/>
              <a:gd name="connsiteY35" fmla="*/ 527597 h 1650205"/>
              <a:gd name="connsiteX36" fmla="*/ 441090 w 1283390"/>
              <a:gd name="connsiteY36" fmla="*/ 399009 h 1650205"/>
              <a:gd name="connsiteX0" fmla="*/ 611608 w 1453908"/>
              <a:gd name="connsiteY0" fmla="*/ 399009 h 1650205"/>
              <a:gd name="connsiteX1" fmla="*/ 746778 w 1453908"/>
              <a:gd name="connsiteY1" fmla="*/ 200244 h 1650205"/>
              <a:gd name="connsiteX2" fmla="*/ 820597 w 1453908"/>
              <a:gd name="connsiteY2" fmla="*/ 126424 h 1650205"/>
              <a:gd name="connsiteX3" fmla="*/ 888971 w 1453908"/>
              <a:gd name="connsiteY3" fmla="*/ 128587 h 1650205"/>
              <a:gd name="connsiteX4" fmla="*/ 1122915 w 1453908"/>
              <a:gd name="connsiteY4" fmla="*/ 0 h 1650205"/>
              <a:gd name="connsiteX5" fmla="*/ 1156252 w 1453908"/>
              <a:gd name="connsiteY5" fmla="*/ 52387 h 1650205"/>
              <a:gd name="connsiteX6" fmla="*/ 999088 w 1453908"/>
              <a:gd name="connsiteY6" fmla="*/ 145256 h 1650205"/>
              <a:gd name="connsiteX7" fmla="*/ 949082 w 1453908"/>
              <a:gd name="connsiteY7" fmla="*/ 283369 h 1650205"/>
              <a:gd name="connsiteX8" fmla="*/ 1018139 w 1453908"/>
              <a:gd name="connsiteY8" fmla="*/ 426242 h 1650205"/>
              <a:gd name="connsiteX9" fmla="*/ 999089 w 1453908"/>
              <a:gd name="connsiteY9" fmla="*/ 497679 h 1650205"/>
              <a:gd name="connsiteX10" fmla="*/ 1044333 w 1453908"/>
              <a:gd name="connsiteY10" fmla="*/ 552448 h 1650205"/>
              <a:gd name="connsiteX11" fmla="*/ 1215783 w 1453908"/>
              <a:gd name="connsiteY11" fmla="*/ 545305 h 1650205"/>
              <a:gd name="connsiteX12" fmla="*/ 1268171 w 1453908"/>
              <a:gd name="connsiteY12" fmla="*/ 640555 h 1650205"/>
              <a:gd name="connsiteX13" fmla="*/ 1437238 w 1453908"/>
              <a:gd name="connsiteY13" fmla="*/ 626267 h 1650205"/>
              <a:gd name="connsiteX14" fmla="*/ 1399138 w 1453908"/>
              <a:gd name="connsiteY14" fmla="*/ 800098 h 1650205"/>
              <a:gd name="connsiteX15" fmla="*/ 1444383 w 1453908"/>
              <a:gd name="connsiteY15" fmla="*/ 914399 h 1650205"/>
              <a:gd name="connsiteX16" fmla="*/ 1391995 w 1453908"/>
              <a:gd name="connsiteY16" fmla="*/ 959642 h 1650205"/>
              <a:gd name="connsiteX17" fmla="*/ 1453908 w 1453908"/>
              <a:gd name="connsiteY17" fmla="*/ 1033461 h 1650205"/>
              <a:gd name="connsiteX18" fmla="*/ 1189590 w 1453908"/>
              <a:gd name="connsiteY18" fmla="*/ 1076323 h 1650205"/>
              <a:gd name="connsiteX19" fmla="*/ 1289603 w 1453908"/>
              <a:gd name="connsiteY19" fmla="*/ 1178718 h 1650205"/>
              <a:gd name="connsiteX20" fmla="*/ 1208640 w 1453908"/>
              <a:gd name="connsiteY20" fmla="*/ 1195386 h 1650205"/>
              <a:gd name="connsiteX21" fmla="*/ 1213401 w 1453908"/>
              <a:gd name="connsiteY21" fmla="*/ 1288256 h 1650205"/>
              <a:gd name="connsiteX22" fmla="*/ 1263408 w 1453908"/>
              <a:gd name="connsiteY22" fmla="*/ 1400174 h 1650205"/>
              <a:gd name="connsiteX23" fmla="*/ 1232452 w 1453908"/>
              <a:gd name="connsiteY23" fmla="*/ 1650205 h 1650205"/>
              <a:gd name="connsiteX24" fmla="*/ 1144344 w 1453908"/>
              <a:gd name="connsiteY24" fmla="*/ 1633538 h 1650205"/>
              <a:gd name="connsiteX25" fmla="*/ 1191970 w 1453908"/>
              <a:gd name="connsiteY25" fmla="*/ 1504949 h 1650205"/>
              <a:gd name="connsiteX26" fmla="*/ 1113389 w 1453908"/>
              <a:gd name="connsiteY26" fmla="*/ 1476376 h 1650205"/>
              <a:gd name="connsiteX27" fmla="*/ 956226 w 1453908"/>
              <a:gd name="connsiteY27" fmla="*/ 1488282 h 1650205"/>
              <a:gd name="connsiteX28" fmla="*/ 918230 w 1453908"/>
              <a:gd name="connsiteY28" fmla="*/ 1431350 h 1650205"/>
              <a:gd name="connsiteX29" fmla="*/ 772973 w 1453908"/>
              <a:gd name="connsiteY29" fmla="*/ 1247994 h 1650205"/>
              <a:gd name="connsiteX30" fmla="*/ 701536 w 1453908"/>
              <a:gd name="connsiteY30" fmla="*/ 1257518 h 1650205"/>
              <a:gd name="connsiteX31" fmla="*/ 359430 w 1453908"/>
              <a:gd name="connsiteY31" fmla="*/ 1098769 h 1650205"/>
              <a:gd name="connsiteX32" fmla="*/ 400703 w 1453908"/>
              <a:gd name="connsiteY32" fmla="*/ 907474 h 1650205"/>
              <a:gd name="connsiteX33" fmla="*/ 208618 w 1453908"/>
              <a:gd name="connsiteY33" fmla="*/ 931288 h 1650205"/>
              <a:gd name="connsiteX34" fmla="*/ 170518 w 1453908"/>
              <a:gd name="connsiteY34" fmla="*/ 820956 h 1650205"/>
              <a:gd name="connsiteX35" fmla="*/ 0 w 1453908"/>
              <a:gd name="connsiteY35" fmla="*/ 816522 h 1650205"/>
              <a:gd name="connsiteX36" fmla="*/ 611608 w 1453908"/>
              <a:gd name="connsiteY36" fmla="*/ 399009 h 1650205"/>
              <a:gd name="connsiteX0" fmla="*/ 0 w 1474125"/>
              <a:gd name="connsiteY0" fmla="*/ 710159 h 1650205"/>
              <a:gd name="connsiteX1" fmla="*/ 766995 w 1474125"/>
              <a:gd name="connsiteY1" fmla="*/ 200244 h 1650205"/>
              <a:gd name="connsiteX2" fmla="*/ 840814 w 1474125"/>
              <a:gd name="connsiteY2" fmla="*/ 126424 h 1650205"/>
              <a:gd name="connsiteX3" fmla="*/ 909188 w 1474125"/>
              <a:gd name="connsiteY3" fmla="*/ 128587 h 1650205"/>
              <a:gd name="connsiteX4" fmla="*/ 1143132 w 1474125"/>
              <a:gd name="connsiteY4" fmla="*/ 0 h 1650205"/>
              <a:gd name="connsiteX5" fmla="*/ 1176469 w 1474125"/>
              <a:gd name="connsiteY5" fmla="*/ 52387 h 1650205"/>
              <a:gd name="connsiteX6" fmla="*/ 1019305 w 1474125"/>
              <a:gd name="connsiteY6" fmla="*/ 145256 h 1650205"/>
              <a:gd name="connsiteX7" fmla="*/ 969299 w 1474125"/>
              <a:gd name="connsiteY7" fmla="*/ 283369 h 1650205"/>
              <a:gd name="connsiteX8" fmla="*/ 1038356 w 1474125"/>
              <a:gd name="connsiteY8" fmla="*/ 426242 h 1650205"/>
              <a:gd name="connsiteX9" fmla="*/ 1019306 w 1474125"/>
              <a:gd name="connsiteY9" fmla="*/ 497679 h 1650205"/>
              <a:gd name="connsiteX10" fmla="*/ 1064550 w 1474125"/>
              <a:gd name="connsiteY10" fmla="*/ 552448 h 1650205"/>
              <a:gd name="connsiteX11" fmla="*/ 1236000 w 1474125"/>
              <a:gd name="connsiteY11" fmla="*/ 545305 h 1650205"/>
              <a:gd name="connsiteX12" fmla="*/ 1288388 w 1474125"/>
              <a:gd name="connsiteY12" fmla="*/ 640555 h 1650205"/>
              <a:gd name="connsiteX13" fmla="*/ 1457455 w 1474125"/>
              <a:gd name="connsiteY13" fmla="*/ 626267 h 1650205"/>
              <a:gd name="connsiteX14" fmla="*/ 1419355 w 1474125"/>
              <a:gd name="connsiteY14" fmla="*/ 800098 h 1650205"/>
              <a:gd name="connsiteX15" fmla="*/ 1464600 w 1474125"/>
              <a:gd name="connsiteY15" fmla="*/ 914399 h 1650205"/>
              <a:gd name="connsiteX16" fmla="*/ 1412212 w 1474125"/>
              <a:gd name="connsiteY16" fmla="*/ 959642 h 1650205"/>
              <a:gd name="connsiteX17" fmla="*/ 1474125 w 1474125"/>
              <a:gd name="connsiteY17" fmla="*/ 1033461 h 1650205"/>
              <a:gd name="connsiteX18" fmla="*/ 1209807 w 1474125"/>
              <a:gd name="connsiteY18" fmla="*/ 1076323 h 1650205"/>
              <a:gd name="connsiteX19" fmla="*/ 1309820 w 1474125"/>
              <a:gd name="connsiteY19" fmla="*/ 1178718 h 1650205"/>
              <a:gd name="connsiteX20" fmla="*/ 1228857 w 1474125"/>
              <a:gd name="connsiteY20" fmla="*/ 1195386 h 1650205"/>
              <a:gd name="connsiteX21" fmla="*/ 1233618 w 1474125"/>
              <a:gd name="connsiteY21" fmla="*/ 1288256 h 1650205"/>
              <a:gd name="connsiteX22" fmla="*/ 1283625 w 1474125"/>
              <a:gd name="connsiteY22" fmla="*/ 1400174 h 1650205"/>
              <a:gd name="connsiteX23" fmla="*/ 1252669 w 1474125"/>
              <a:gd name="connsiteY23" fmla="*/ 1650205 h 1650205"/>
              <a:gd name="connsiteX24" fmla="*/ 1164561 w 1474125"/>
              <a:gd name="connsiteY24" fmla="*/ 1633538 h 1650205"/>
              <a:gd name="connsiteX25" fmla="*/ 1212187 w 1474125"/>
              <a:gd name="connsiteY25" fmla="*/ 1504949 h 1650205"/>
              <a:gd name="connsiteX26" fmla="*/ 1133606 w 1474125"/>
              <a:gd name="connsiteY26" fmla="*/ 1476376 h 1650205"/>
              <a:gd name="connsiteX27" fmla="*/ 976443 w 1474125"/>
              <a:gd name="connsiteY27" fmla="*/ 1488282 h 1650205"/>
              <a:gd name="connsiteX28" fmla="*/ 938447 w 1474125"/>
              <a:gd name="connsiteY28" fmla="*/ 1431350 h 1650205"/>
              <a:gd name="connsiteX29" fmla="*/ 793190 w 1474125"/>
              <a:gd name="connsiteY29" fmla="*/ 1247994 h 1650205"/>
              <a:gd name="connsiteX30" fmla="*/ 721753 w 1474125"/>
              <a:gd name="connsiteY30" fmla="*/ 1257518 h 1650205"/>
              <a:gd name="connsiteX31" fmla="*/ 379647 w 1474125"/>
              <a:gd name="connsiteY31" fmla="*/ 1098769 h 1650205"/>
              <a:gd name="connsiteX32" fmla="*/ 420920 w 1474125"/>
              <a:gd name="connsiteY32" fmla="*/ 907474 h 1650205"/>
              <a:gd name="connsiteX33" fmla="*/ 228835 w 1474125"/>
              <a:gd name="connsiteY33" fmla="*/ 931288 h 1650205"/>
              <a:gd name="connsiteX34" fmla="*/ 190735 w 1474125"/>
              <a:gd name="connsiteY34" fmla="*/ 820956 h 1650205"/>
              <a:gd name="connsiteX35" fmla="*/ 20217 w 1474125"/>
              <a:gd name="connsiteY35" fmla="*/ 816522 h 1650205"/>
              <a:gd name="connsiteX36" fmla="*/ 0 w 1474125"/>
              <a:gd name="connsiteY36" fmla="*/ 710159 h 1650205"/>
              <a:gd name="connsiteX0" fmla="*/ 64855 w 1538980"/>
              <a:gd name="connsiteY0" fmla="*/ 710159 h 1650205"/>
              <a:gd name="connsiteX1" fmla="*/ 0 w 1538980"/>
              <a:gd name="connsiteY1" fmla="*/ 568544 h 1650205"/>
              <a:gd name="connsiteX2" fmla="*/ 905669 w 1538980"/>
              <a:gd name="connsiteY2" fmla="*/ 126424 h 1650205"/>
              <a:gd name="connsiteX3" fmla="*/ 974043 w 1538980"/>
              <a:gd name="connsiteY3" fmla="*/ 128587 h 1650205"/>
              <a:gd name="connsiteX4" fmla="*/ 1207987 w 1538980"/>
              <a:gd name="connsiteY4" fmla="*/ 0 h 1650205"/>
              <a:gd name="connsiteX5" fmla="*/ 1241324 w 1538980"/>
              <a:gd name="connsiteY5" fmla="*/ 52387 h 1650205"/>
              <a:gd name="connsiteX6" fmla="*/ 1084160 w 1538980"/>
              <a:gd name="connsiteY6" fmla="*/ 145256 h 1650205"/>
              <a:gd name="connsiteX7" fmla="*/ 1034154 w 1538980"/>
              <a:gd name="connsiteY7" fmla="*/ 283369 h 1650205"/>
              <a:gd name="connsiteX8" fmla="*/ 1103211 w 1538980"/>
              <a:gd name="connsiteY8" fmla="*/ 426242 h 1650205"/>
              <a:gd name="connsiteX9" fmla="*/ 1084161 w 1538980"/>
              <a:gd name="connsiteY9" fmla="*/ 497679 h 1650205"/>
              <a:gd name="connsiteX10" fmla="*/ 1129405 w 1538980"/>
              <a:gd name="connsiteY10" fmla="*/ 552448 h 1650205"/>
              <a:gd name="connsiteX11" fmla="*/ 1300855 w 1538980"/>
              <a:gd name="connsiteY11" fmla="*/ 545305 h 1650205"/>
              <a:gd name="connsiteX12" fmla="*/ 1353243 w 1538980"/>
              <a:gd name="connsiteY12" fmla="*/ 640555 h 1650205"/>
              <a:gd name="connsiteX13" fmla="*/ 1522310 w 1538980"/>
              <a:gd name="connsiteY13" fmla="*/ 626267 h 1650205"/>
              <a:gd name="connsiteX14" fmla="*/ 1484210 w 1538980"/>
              <a:gd name="connsiteY14" fmla="*/ 800098 h 1650205"/>
              <a:gd name="connsiteX15" fmla="*/ 1529455 w 1538980"/>
              <a:gd name="connsiteY15" fmla="*/ 914399 h 1650205"/>
              <a:gd name="connsiteX16" fmla="*/ 1477067 w 1538980"/>
              <a:gd name="connsiteY16" fmla="*/ 959642 h 1650205"/>
              <a:gd name="connsiteX17" fmla="*/ 1538980 w 1538980"/>
              <a:gd name="connsiteY17" fmla="*/ 1033461 h 1650205"/>
              <a:gd name="connsiteX18" fmla="*/ 1274662 w 1538980"/>
              <a:gd name="connsiteY18" fmla="*/ 1076323 h 1650205"/>
              <a:gd name="connsiteX19" fmla="*/ 1374675 w 1538980"/>
              <a:gd name="connsiteY19" fmla="*/ 1178718 h 1650205"/>
              <a:gd name="connsiteX20" fmla="*/ 1293712 w 1538980"/>
              <a:gd name="connsiteY20" fmla="*/ 1195386 h 1650205"/>
              <a:gd name="connsiteX21" fmla="*/ 1298473 w 1538980"/>
              <a:gd name="connsiteY21" fmla="*/ 1288256 h 1650205"/>
              <a:gd name="connsiteX22" fmla="*/ 1348480 w 1538980"/>
              <a:gd name="connsiteY22" fmla="*/ 1400174 h 1650205"/>
              <a:gd name="connsiteX23" fmla="*/ 1317524 w 1538980"/>
              <a:gd name="connsiteY23" fmla="*/ 1650205 h 1650205"/>
              <a:gd name="connsiteX24" fmla="*/ 1229416 w 1538980"/>
              <a:gd name="connsiteY24" fmla="*/ 1633538 h 1650205"/>
              <a:gd name="connsiteX25" fmla="*/ 1277042 w 1538980"/>
              <a:gd name="connsiteY25" fmla="*/ 1504949 h 1650205"/>
              <a:gd name="connsiteX26" fmla="*/ 1198461 w 1538980"/>
              <a:gd name="connsiteY26" fmla="*/ 1476376 h 1650205"/>
              <a:gd name="connsiteX27" fmla="*/ 1041298 w 1538980"/>
              <a:gd name="connsiteY27" fmla="*/ 1488282 h 1650205"/>
              <a:gd name="connsiteX28" fmla="*/ 1003302 w 1538980"/>
              <a:gd name="connsiteY28" fmla="*/ 1431350 h 1650205"/>
              <a:gd name="connsiteX29" fmla="*/ 858045 w 1538980"/>
              <a:gd name="connsiteY29" fmla="*/ 1247994 h 1650205"/>
              <a:gd name="connsiteX30" fmla="*/ 786608 w 1538980"/>
              <a:gd name="connsiteY30" fmla="*/ 1257518 h 1650205"/>
              <a:gd name="connsiteX31" fmla="*/ 444502 w 1538980"/>
              <a:gd name="connsiteY31" fmla="*/ 1098769 h 1650205"/>
              <a:gd name="connsiteX32" fmla="*/ 485775 w 1538980"/>
              <a:gd name="connsiteY32" fmla="*/ 907474 h 1650205"/>
              <a:gd name="connsiteX33" fmla="*/ 293690 w 1538980"/>
              <a:gd name="connsiteY33" fmla="*/ 931288 h 1650205"/>
              <a:gd name="connsiteX34" fmla="*/ 255590 w 1538980"/>
              <a:gd name="connsiteY34" fmla="*/ 820956 h 1650205"/>
              <a:gd name="connsiteX35" fmla="*/ 85072 w 1538980"/>
              <a:gd name="connsiteY35" fmla="*/ 816522 h 1650205"/>
              <a:gd name="connsiteX36" fmla="*/ 64855 w 1538980"/>
              <a:gd name="connsiteY36" fmla="*/ 710159 h 1650205"/>
              <a:gd name="connsiteX0" fmla="*/ 64855 w 1538980"/>
              <a:gd name="connsiteY0" fmla="*/ 710159 h 1650205"/>
              <a:gd name="connsiteX1" fmla="*/ 0 w 1538980"/>
              <a:gd name="connsiteY1" fmla="*/ 568544 h 1650205"/>
              <a:gd name="connsiteX2" fmla="*/ 48419 w 1538980"/>
              <a:gd name="connsiteY2" fmla="*/ 450274 h 1650205"/>
              <a:gd name="connsiteX3" fmla="*/ 974043 w 1538980"/>
              <a:gd name="connsiteY3" fmla="*/ 128587 h 1650205"/>
              <a:gd name="connsiteX4" fmla="*/ 1207987 w 1538980"/>
              <a:gd name="connsiteY4" fmla="*/ 0 h 1650205"/>
              <a:gd name="connsiteX5" fmla="*/ 1241324 w 1538980"/>
              <a:gd name="connsiteY5" fmla="*/ 52387 h 1650205"/>
              <a:gd name="connsiteX6" fmla="*/ 1084160 w 1538980"/>
              <a:gd name="connsiteY6" fmla="*/ 145256 h 1650205"/>
              <a:gd name="connsiteX7" fmla="*/ 1034154 w 1538980"/>
              <a:gd name="connsiteY7" fmla="*/ 283369 h 1650205"/>
              <a:gd name="connsiteX8" fmla="*/ 1103211 w 1538980"/>
              <a:gd name="connsiteY8" fmla="*/ 426242 h 1650205"/>
              <a:gd name="connsiteX9" fmla="*/ 1084161 w 1538980"/>
              <a:gd name="connsiteY9" fmla="*/ 497679 h 1650205"/>
              <a:gd name="connsiteX10" fmla="*/ 1129405 w 1538980"/>
              <a:gd name="connsiteY10" fmla="*/ 552448 h 1650205"/>
              <a:gd name="connsiteX11" fmla="*/ 1300855 w 1538980"/>
              <a:gd name="connsiteY11" fmla="*/ 545305 h 1650205"/>
              <a:gd name="connsiteX12" fmla="*/ 1353243 w 1538980"/>
              <a:gd name="connsiteY12" fmla="*/ 640555 h 1650205"/>
              <a:gd name="connsiteX13" fmla="*/ 1522310 w 1538980"/>
              <a:gd name="connsiteY13" fmla="*/ 626267 h 1650205"/>
              <a:gd name="connsiteX14" fmla="*/ 1484210 w 1538980"/>
              <a:gd name="connsiteY14" fmla="*/ 800098 h 1650205"/>
              <a:gd name="connsiteX15" fmla="*/ 1529455 w 1538980"/>
              <a:gd name="connsiteY15" fmla="*/ 914399 h 1650205"/>
              <a:gd name="connsiteX16" fmla="*/ 1477067 w 1538980"/>
              <a:gd name="connsiteY16" fmla="*/ 959642 h 1650205"/>
              <a:gd name="connsiteX17" fmla="*/ 1538980 w 1538980"/>
              <a:gd name="connsiteY17" fmla="*/ 1033461 h 1650205"/>
              <a:gd name="connsiteX18" fmla="*/ 1274662 w 1538980"/>
              <a:gd name="connsiteY18" fmla="*/ 1076323 h 1650205"/>
              <a:gd name="connsiteX19" fmla="*/ 1374675 w 1538980"/>
              <a:gd name="connsiteY19" fmla="*/ 1178718 h 1650205"/>
              <a:gd name="connsiteX20" fmla="*/ 1293712 w 1538980"/>
              <a:gd name="connsiteY20" fmla="*/ 1195386 h 1650205"/>
              <a:gd name="connsiteX21" fmla="*/ 1298473 w 1538980"/>
              <a:gd name="connsiteY21" fmla="*/ 1288256 h 1650205"/>
              <a:gd name="connsiteX22" fmla="*/ 1348480 w 1538980"/>
              <a:gd name="connsiteY22" fmla="*/ 1400174 h 1650205"/>
              <a:gd name="connsiteX23" fmla="*/ 1317524 w 1538980"/>
              <a:gd name="connsiteY23" fmla="*/ 1650205 h 1650205"/>
              <a:gd name="connsiteX24" fmla="*/ 1229416 w 1538980"/>
              <a:gd name="connsiteY24" fmla="*/ 1633538 h 1650205"/>
              <a:gd name="connsiteX25" fmla="*/ 1277042 w 1538980"/>
              <a:gd name="connsiteY25" fmla="*/ 1504949 h 1650205"/>
              <a:gd name="connsiteX26" fmla="*/ 1198461 w 1538980"/>
              <a:gd name="connsiteY26" fmla="*/ 1476376 h 1650205"/>
              <a:gd name="connsiteX27" fmla="*/ 1041298 w 1538980"/>
              <a:gd name="connsiteY27" fmla="*/ 1488282 h 1650205"/>
              <a:gd name="connsiteX28" fmla="*/ 1003302 w 1538980"/>
              <a:gd name="connsiteY28" fmla="*/ 1431350 h 1650205"/>
              <a:gd name="connsiteX29" fmla="*/ 858045 w 1538980"/>
              <a:gd name="connsiteY29" fmla="*/ 1247994 h 1650205"/>
              <a:gd name="connsiteX30" fmla="*/ 786608 w 1538980"/>
              <a:gd name="connsiteY30" fmla="*/ 1257518 h 1650205"/>
              <a:gd name="connsiteX31" fmla="*/ 444502 w 1538980"/>
              <a:gd name="connsiteY31" fmla="*/ 1098769 h 1650205"/>
              <a:gd name="connsiteX32" fmla="*/ 485775 w 1538980"/>
              <a:gd name="connsiteY32" fmla="*/ 907474 h 1650205"/>
              <a:gd name="connsiteX33" fmla="*/ 293690 w 1538980"/>
              <a:gd name="connsiteY33" fmla="*/ 931288 h 1650205"/>
              <a:gd name="connsiteX34" fmla="*/ 255590 w 1538980"/>
              <a:gd name="connsiteY34" fmla="*/ 820956 h 1650205"/>
              <a:gd name="connsiteX35" fmla="*/ 85072 w 1538980"/>
              <a:gd name="connsiteY35" fmla="*/ 816522 h 1650205"/>
              <a:gd name="connsiteX36" fmla="*/ 64855 w 1538980"/>
              <a:gd name="connsiteY36" fmla="*/ 710159 h 1650205"/>
              <a:gd name="connsiteX0" fmla="*/ 64855 w 1538980"/>
              <a:gd name="connsiteY0" fmla="*/ 710159 h 1650205"/>
              <a:gd name="connsiteX1" fmla="*/ 0 w 1538980"/>
              <a:gd name="connsiteY1" fmla="*/ 568544 h 1650205"/>
              <a:gd name="connsiteX2" fmla="*/ 48419 w 1538980"/>
              <a:gd name="connsiteY2" fmla="*/ 450274 h 1650205"/>
              <a:gd name="connsiteX3" fmla="*/ 129493 w 1538980"/>
              <a:gd name="connsiteY3" fmla="*/ 417512 h 1650205"/>
              <a:gd name="connsiteX4" fmla="*/ 1207987 w 1538980"/>
              <a:gd name="connsiteY4" fmla="*/ 0 h 1650205"/>
              <a:gd name="connsiteX5" fmla="*/ 1241324 w 1538980"/>
              <a:gd name="connsiteY5" fmla="*/ 52387 h 1650205"/>
              <a:gd name="connsiteX6" fmla="*/ 1084160 w 1538980"/>
              <a:gd name="connsiteY6" fmla="*/ 145256 h 1650205"/>
              <a:gd name="connsiteX7" fmla="*/ 1034154 w 1538980"/>
              <a:gd name="connsiteY7" fmla="*/ 283369 h 1650205"/>
              <a:gd name="connsiteX8" fmla="*/ 1103211 w 1538980"/>
              <a:gd name="connsiteY8" fmla="*/ 426242 h 1650205"/>
              <a:gd name="connsiteX9" fmla="*/ 1084161 w 1538980"/>
              <a:gd name="connsiteY9" fmla="*/ 497679 h 1650205"/>
              <a:gd name="connsiteX10" fmla="*/ 1129405 w 1538980"/>
              <a:gd name="connsiteY10" fmla="*/ 552448 h 1650205"/>
              <a:gd name="connsiteX11" fmla="*/ 1300855 w 1538980"/>
              <a:gd name="connsiteY11" fmla="*/ 545305 h 1650205"/>
              <a:gd name="connsiteX12" fmla="*/ 1353243 w 1538980"/>
              <a:gd name="connsiteY12" fmla="*/ 640555 h 1650205"/>
              <a:gd name="connsiteX13" fmla="*/ 1522310 w 1538980"/>
              <a:gd name="connsiteY13" fmla="*/ 626267 h 1650205"/>
              <a:gd name="connsiteX14" fmla="*/ 1484210 w 1538980"/>
              <a:gd name="connsiteY14" fmla="*/ 800098 h 1650205"/>
              <a:gd name="connsiteX15" fmla="*/ 1529455 w 1538980"/>
              <a:gd name="connsiteY15" fmla="*/ 914399 h 1650205"/>
              <a:gd name="connsiteX16" fmla="*/ 1477067 w 1538980"/>
              <a:gd name="connsiteY16" fmla="*/ 959642 h 1650205"/>
              <a:gd name="connsiteX17" fmla="*/ 1538980 w 1538980"/>
              <a:gd name="connsiteY17" fmla="*/ 1033461 h 1650205"/>
              <a:gd name="connsiteX18" fmla="*/ 1274662 w 1538980"/>
              <a:gd name="connsiteY18" fmla="*/ 1076323 h 1650205"/>
              <a:gd name="connsiteX19" fmla="*/ 1374675 w 1538980"/>
              <a:gd name="connsiteY19" fmla="*/ 1178718 h 1650205"/>
              <a:gd name="connsiteX20" fmla="*/ 1293712 w 1538980"/>
              <a:gd name="connsiteY20" fmla="*/ 1195386 h 1650205"/>
              <a:gd name="connsiteX21" fmla="*/ 1298473 w 1538980"/>
              <a:gd name="connsiteY21" fmla="*/ 1288256 h 1650205"/>
              <a:gd name="connsiteX22" fmla="*/ 1348480 w 1538980"/>
              <a:gd name="connsiteY22" fmla="*/ 1400174 h 1650205"/>
              <a:gd name="connsiteX23" fmla="*/ 1317524 w 1538980"/>
              <a:gd name="connsiteY23" fmla="*/ 1650205 h 1650205"/>
              <a:gd name="connsiteX24" fmla="*/ 1229416 w 1538980"/>
              <a:gd name="connsiteY24" fmla="*/ 1633538 h 1650205"/>
              <a:gd name="connsiteX25" fmla="*/ 1277042 w 1538980"/>
              <a:gd name="connsiteY25" fmla="*/ 1504949 h 1650205"/>
              <a:gd name="connsiteX26" fmla="*/ 1198461 w 1538980"/>
              <a:gd name="connsiteY26" fmla="*/ 1476376 h 1650205"/>
              <a:gd name="connsiteX27" fmla="*/ 1041298 w 1538980"/>
              <a:gd name="connsiteY27" fmla="*/ 1488282 h 1650205"/>
              <a:gd name="connsiteX28" fmla="*/ 1003302 w 1538980"/>
              <a:gd name="connsiteY28" fmla="*/ 1431350 h 1650205"/>
              <a:gd name="connsiteX29" fmla="*/ 858045 w 1538980"/>
              <a:gd name="connsiteY29" fmla="*/ 1247994 h 1650205"/>
              <a:gd name="connsiteX30" fmla="*/ 786608 w 1538980"/>
              <a:gd name="connsiteY30" fmla="*/ 1257518 h 1650205"/>
              <a:gd name="connsiteX31" fmla="*/ 444502 w 1538980"/>
              <a:gd name="connsiteY31" fmla="*/ 1098769 h 1650205"/>
              <a:gd name="connsiteX32" fmla="*/ 485775 w 1538980"/>
              <a:gd name="connsiteY32" fmla="*/ 907474 h 1650205"/>
              <a:gd name="connsiteX33" fmla="*/ 293690 w 1538980"/>
              <a:gd name="connsiteY33" fmla="*/ 931288 h 1650205"/>
              <a:gd name="connsiteX34" fmla="*/ 255590 w 1538980"/>
              <a:gd name="connsiteY34" fmla="*/ 820956 h 1650205"/>
              <a:gd name="connsiteX35" fmla="*/ 85072 w 1538980"/>
              <a:gd name="connsiteY35" fmla="*/ 816522 h 1650205"/>
              <a:gd name="connsiteX36" fmla="*/ 64855 w 1538980"/>
              <a:gd name="connsiteY36" fmla="*/ 710159 h 1650205"/>
              <a:gd name="connsiteX0" fmla="*/ 64855 w 1538980"/>
              <a:gd name="connsiteY0" fmla="*/ 657772 h 1597818"/>
              <a:gd name="connsiteX1" fmla="*/ 0 w 1538980"/>
              <a:gd name="connsiteY1" fmla="*/ 516157 h 1597818"/>
              <a:gd name="connsiteX2" fmla="*/ 48419 w 1538980"/>
              <a:gd name="connsiteY2" fmla="*/ 397887 h 1597818"/>
              <a:gd name="connsiteX3" fmla="*/ 129493 w 1538980"/>
              <a:gd name="connsiteY3" fmla="*/ 365125 h 1597818"/>
              <a:gd name="connsiteX4" fmla="*/ 112612 w 1538980"/>
              <a:gd name="connsiteY4" fmla="*/ 487363 h 1597818"/>
              <a:gd name="connsiteX5" fmla="*/ 1241324 w 1538980"/>
              <a:gd name="connsiteY5" fmla="*/ 0 h 1597818"/>
              <a:gd name="connsiteX6" fmla="*/ 1084160 w 1538980"/>
              <a:gd name="connsiteY6" fmla="*/ 92869 h 1597818"/>
              <a:gd name="connsiteX7" fmla="*/ 1034154 w 1538980"/>
              <a:gd name="connsiteY7" fmla="*/ 230982 h 1597818"/>
              <a:gd name="connsiteX8" fmla="*/ 1103211 w 1538980"/>
              <a:gd name="connsiteY8" fmla="*/ 373855 h 1597818"/>
              <a:gd name="connsiteX9" fmla="*/ 1084161 w 1538980"/>
              <a:gd name="connsiteY9" fmla="*/ 445292 h 1597818"/>
              <a:gd name="connsiteX10" fmla="*/ 1129405 w 1538980"/>
              <a:gd name="connsiteY10" fmla="*/ 500061 h 1597818"/>
              <a:gd name="connsiteX11" fmla="*/ 1300855 w 1538980"/>
              <a:gd name="connsiteY11" fmla="*/ 492918 h 1597818"/>
              <a:gd name="connsiteX12" fmla="*/ 1353243 w 1538980"/>
              <a:gd name="connsiteY12" fmla="*/ 588168 h 1597818"/>
              <a:gd name="connsiteX13" fmla="*/ 1522310 w 1538980"/>
              <a:gd name="connsiteY13" fmla="*/ 573880 h 1597818"/>
              <a:gd name="connsiteX14" fmla="*/ 1484210 w 1538980"/>
              <a:gd name="connsiteY14" fmla="*/ 747711 h 1597818"/>
              <a:gd name="connsiteX15" fmla="*/ 1529455 w 1538980"/>
              <a:gd name="connsiteY15" fmla="*/ 862012 h 1597818"/>
              <a:gd name="connsiteX16" fmla="*/ 1477067 w 1538980"/>
              <a:gd name="connsiteY16" fmla="*/ 907255 h 1597818"/>
              <a:gd name="connsiteX17" fmla="*/ 1538980 w 1538980"/>
              <a:gd name="connsiteY17" fmla="*/ 981074 h 1597818"/>
              <a:gd name="connsiteX18" fmla="*/ 1274662 w 1538980"/>
              <a:gd name="connsiteY18" fmla="*/ 1023936 h 1597818"/>
              <a:gd name="connsiteX19" fmla="*/ 1374675 w 1538980"/>
              <a:gd name="connsiteY19" fmla="*/ 1126331 h 1597818"/>
              <a:gd name="connsiteX20" fmla="*/ 1293712 w 1538980"/>
              <a:gd name="connsiteY20" fmla="*/ 1142999 h 1597818"/>
              <a:gd name="connsiteX21" fmla="*/ 1298473 w 1538980"/>
              <a:gd name="connsiteY21" fmla="*/ 1235869 h 1597818"/>
              <a:gd name="connsiteX22" fmla="*/ 1348480 w 1538980"/>
              <a:gd name="connsiteY22" fmla="*/ 1347787 h 1597818"/>
              <a:gd name="connsiteX23" fmla="*/ 1317524 w 1538980"/>
              <a:gd name="connsiteY23" fmla="*/ 1597818 h 1597818"/>
              <a:gd name="connsiteX24" fmla="*/ 1229416 w 1538980"/>
              <a:gd name="connsiteY24" fmla="*/ 1581151 h 1597818"/>
              <a:gd name="connsiteX25" fmla="*/ 1277042 w 1538980"/>
              <a:gd name="connsiteY25" fmla="*/ 1452562 h 1597818"/>
              <a:gd name="connsiteX26" fmla="*/ 1198461 w 1538980"/>
              <a:gd name="connsiteY26" fmla="*/ 1423989 h 1597818"/>
              <a:gd name="connsiteX27" fmla="*/ 1041298 w 1538980"/>
              <a:gd name="connsiteY27" fmla="*/ 1435895 h 1597818"/>
              <a:gd name="connsiteX28" fmla="*/ 1003302 w 1538980"/>
              <a:gd name="connsiteY28" fmla="*/ 1378963 h 1597818"/>
              <a:gd name="connsiteX29" fmla="*/ 858045 w 1538980"/>
              <a:gd name="connsiteY29" fmla="*/ 1195607 h 1597818"/>
              <a:gd name="connsiteX30" fmla="*/ 786608 w 1538980"/>
              <a:gd name="connsiteY30" fmla="*/ 1205131 h 1597818"/>
              <a:gd name="connsiteX31" fmla="*/ 444502 w 1538980"/>
              <a:gd name="connsiteY31" fmla="*/ 1046382 h 1597818"/>
              <a:gd name="connsiteX32" fmla="*/ 485775 w 1538980"/>
              <a:gd name="connsiteY32" fmla="*/ 855087 h 1597818"/>
              <a:gd name="connsiteX33" fmla="*/ 293690 w 1538980"/>
              <a:gd name="connsiteY33" fmla="*/ 878901 h 1597818"/>
              <a:gd name="connsiteX34" fmla="*/ 255590 w 1538980"/>
              <a:gd name="connsiteY34" fmla="*/ 768569 h 1597818"/>
              <a:gd name="connsiteX35" fmla="*/ 85072 w 1538980"/>
              <a:gd name="connsiteY35" fmla="*/ 764135 h 1597818"/>
              <a:gd name="connsiteX36" fmla="*/ 64855 w 1538980"/>
              <a:gd name="connsiteY36" fmla="*/ 657772 h 1597818"/>
              <a:gd name="connsiteX0" fmla="*/ 64855 w 1538980"/>
              <a:gd name="connsiteY0" fmla="*/ 657772 h 1597818"/>
              <a:gd name="connsiteX1" fmla="*/ 0 w 1538980"/>
              <a:gd name="connsiteY1" fmla="*/ 516157 h 1597818"/>
              <a:gd name="connsiteX2" fmla="*/ 48419 w 1538980"/>
              <a:gd name="connsiteY2" fmla="*/ 397887 h 1597818"/>
              <a:gd name="connsiteX3" fmla="*/ 129493 w 1538980"/>
              <a:gd name="connsiteY3" fmla="*/ 365125 h 1597818"/>
              <a:gd name="connsiteX4" fmla="*/ 103087 w 1538980"/>
              <a:gd name="connsiteY4" fmla="*/ 439738 h 1597818"/>
              <a:gd name="connsiteX5" fmla="*/ 1241324 w 1538980"/>
              <a:gd name="connsiteY5" fmla="*/ 0 h 1597818"/>
              <a:gd name="connsiteX6" fmla="*/ 1084160 w 1538980"/>
              <a:gd name="connsiteY6" fmla="*/ 92869 h 1597818"/>
              <a:gd name="connsiteX7" fmla="*/ 1034154 w 1538980"/>
              <a:gd name="connsiteY7" fmla="*/ 230982 h 1597818"/>
              <a:gd name="connsiteX8" fmla="*/ 1103211 w 1538980"/>
              <a:gd name="connsiteY8" fmla="*/ 373855 h 1597818"/>
              <a:gd name="connsiteX9" fmla="*/ 1084161 w 1538980"/>
              <a:gd name="connsiteY9" fmla="*/ 445292 h 1597818"/>
              <a:gd name="connsiteX10" fmla="*/ 1129405 w 1538980"/>
              <a:gd name="connsiteY10" fmla="*/ 500061 h 1597818"/>
              <a:gd name="connsiteX11" fmla="*/ 1300855 w 1538980"/>
              <a:gd name="connsiteY11" fmla="*/ 492918 h 1597818"/>
              <a:gd name="connsiteX12" fmla="*/ 1353243 w 1538980"/>
              <a:gd name="connsiteY12" fmla="*/ 588168 h 1597818"/>
              <a:gd name="connsiteX13" fmla="*/ 1522310 w 1538980"/>
              <a:gd name="connsiteY13" fmla="*/ 573880 h 1597818"/>
              <a:gd name="connsiteX14" fmla="*/ 1484210 w 1538980"/>
              <a:gd name="connsiteY14" fmla="*/ 747711 h 1597818"/>
              <a:gd name="connsiteX15" fmla="*/ 1529455 w 1538980"/>
              <a:gd name="connsiteY15" fmla="*/ 862012 h 1597818"/>
              <a:gd name="connsiteX16" fmla="*/ 1477067 w 1538980"/>
              <a:gd name="connsiteY16" fmla="*/ 907255 h 1597818"/>
              <a:gd name="connsiteX17" fmla="*/ 1538980 w 1538980"/>
              <a:gd name="connsiteY17" fmla="*/ 981074 h 1597818"/>
              <a:gd name="connsiteX18" fmla="*/ 1274662 w 1538980"/>
              <a:gd name="connsiteY18" fmla="*/ 1023936 h 1597818"/>
              <a:gd name="connsiteX19" fmla="*/ 1374675 w 1538980"/>
              <a:gd name="connsiteY19" fmla="*/ 1126331 h 1597818"/>
              <a:gd name="connsiteX20" fmla="*/ 1293712 w 1538980"/>
              <a:gd name="connsiteY20" fmla="*/ 1142999 h 1597818"/>
              <a:gd name="connsiteX21" fmla="*/ 1298473 w 1538980"/>
              <a:gd name="connsiteY21" fmla="*/ 1235869 h 1597818"/>
              <a:gd name="connsiteX22" fmla="*/ 1348480 w 1538980"/>
              <a:gd name="connsiteY22" fmla="*/ 1347787 h 1597818"/>
              <a:gd name="connsiteX23" fmla="*/ 1317524 w 1538980"/>
              <a:gd name="connsiteY23" fmla="*/ 1597818 h 1597818"/>
              <a:gd name="connsiteX24" fmla="*/ 1229416 w 1538980"/>
              <a:gd name="connsiteY24" fmla="*/ 1581151 h 1597818"/>
              <a:gd name="connsiteX25" fmla="*/ 1277042 w 1538980"/>
              <a:gd name="connsiteY25" fmla="*/ 1452562 h 1597818"/>
              <a:gd name="connsiteX26" fmla="*/ 1198461 w 1538980"/>
              <a:gd name="connsiteY26" fmla="*/ 1423989 h 1597818"/>
              <a:gd name="connsiteX27" fmla="*/ 1041298 w 1538980"/>
              <a:gd name="connsiteY27" fmla="*/ 1435895 h 1597818"/>
              <a:gd name="connsiteX28" fmla="*/ 1003302 w 1538980"/>
              <a:gd name="connsiteY28" fmla="*/ 1378963 h 1597818"/>
              <a:gd name="connsiteX29" fmla="*/ 858045 w 1538980"/>
              <a:gd name="connsiteY29" fmla="*/ 1195607 h 1597818"/>
              <a:gd name="connsiteX30" fmla="*/ 786608 w 1538980"/>
              <a:gd name="connsiteY30" fmla="*/ 1205131 h 1597818"/>
              <a:gd name="connsiteX31" fmla="*/ 444502 w 1538980"/>
              <a:gd name="connsiteY31" fmla="*/ 1046382 h 1597818"/>
              <a:gd name="connsiteX32" fmla="*/ 485775 w 1538980"/>
              <a:gd name="connsiteY32" fmla="*/ 855087 h 1597818"/>
              <a:gd name="connsiteX33" fmla="*/ 293690 w 1538980"/>
              <a:gd name="connsiteY33" fmla="*/ 878901 h 1597818"/>
              <a:gd name="connsiteX34" fmla="*/ 255590 w 1538980"/>
              <a:gd name="connsiteY34" fmla="*/ 768569 h 1597818"/>
              <a:gd name="connsiteX35" fmla="*/ 85072 w 1538980"/>
              <a:gd name="connsiteY35" fmla="*/ 764135 h 1597818"/>
              <a:gd name="connsiteX36" fmla="*/ 64855 w 1538980"/>
              <a:gd name="connsiteY36" fmla="*/ 657772 h 1597818"/>
              <a:gd name="connsiteX0" fmla="*/ 64855 w 1538980"/>
              <a:gd name="connsiteY0" fmla="*/ 564903 h 1504949"/>
              <a:gd name="connsiteX1" fmla="*/ 0 w 1538980"/>
              <a:gd name="connsiteY1" fmla="*/ 423288 h 1504949"/>
              <a:gd name="connsiteX2" fmla="*/ 48419 w 1538980"/>
              <a:gd name="connsiteY2" fmla="*/ 305018 h 1504949"/>
              <a:gd name="connsiteX3" fmla="*/ 129493 w 1538980"/>
              <a:gd name="connsiteY3" fmla="*/ 272256 h 1504949"/>
              <a:gd name="connsiteX4" fmla="*/ 103087 w 1538980"/>
              <a:gd name="connsiteY4" fmla="*/ 346869 h 1504949"/>
              <a:gd name="connsiteX5" fmla="*/ 234849 w 1538980"/>
              <a:gd name="connsiteY5" fmla="*/ 250031 h 1504949"/>
              <a:gd name="connsiteX6" fmla="*/ 1084160 w 1538980"/>
              <a:gd name="connsiteY6" fmla="*/ 0 h 1504949"/>
              <a:gd name="connsiteX7" fmla="*/ 1034154 w 1538980"/>
              <a:gd name="connsiteY7" fmla="*/ 138113 h 1504949"/>
              <a:gd name="connsiteX8" fmla="*/ 1103211 w 1538980"/>
              <a:gd name="connsiteY8" fmla="*/ 280986 h 1504949"/>
              <a:gd name="connsiteX9" fmla="*/ 1084161 w 1538980"/>
              <a:gd name="connsiteY9" fmla="*/ 352423 h 1504949"/>
              <a:gd name="connsiteX10" fmla="*/ 1129405 w 1538980"/>
              <a:gd name="connsiteY10" fmla="*/ 407192 h 1504949"/>
              <a:gd name="connsiteX11" fmla="*/ 1300855 w 1538980"/>
              <a:gd name="connsiteY11" fmla="*/ 400049 h 1504949"/>
              <a:gd name="connsiteX12" fmla="*/ 1353243 w 1538980"/>
              <a:gd name="connsiteY12" fmla="*/ 495299 h 1504949"/>
              <a:gd name="connsiteX13" fmla="*/ 1522310 w 1538980"/>
              <a:gd name="connsiteY13" fmla="*/ 481011 h 1504949"/>
              <a:gd name="connsiteX14" fmla="*/ 1484210 w 1538980"/>
              <a:gd name="connsiteY14" fmla="*/ 654842 h 1504949"/>
              <a:gd name="connsiteX15" fmla="*/ 1529455 w 1538980"/>
              <a:gd name="connsiteY15" fmla="*/ 769143 h 1504949"/>
              <a:gd name="connsiteX16" fmla="*/ 1477067 w 1538980"/>
              <a:gd name="connsiteY16" fmla="*/ 814386 h 1504949"/>
              <a:gd name="connsiteX17" fmla="*/ 1538980 w 1538980"/>
              <a:gd name="connsiteY17" fmla="*/ 888205 h 1504949"/>
              <a:gd name="connsiteX18" fmla="*/ 1274662 w 1538980"/>
              <a:gd name="connsiteY18" fmla="*/ 931067 h 1504949"/>
              <a:gd name="connsiteX19" fmla="*/ 1374675 w 1538980"/>
              <a:gd name="connsiteY19" fmla="*/ 1033462 h 1504949"/>
              <a:gd name="connsiteX20" fmla="*/ 1293712 w 1538980"/>
              <a:gd name="connsiteY20" fmla="*/ 1050130 h 1504949"/>
              <a:gd name="connsiteX21" fmla="*/ 1298473 w 1538980"/>
              <a:gd name="connsiteY21" fmla="*/ 1143000 h 1504949"/>
              <a:gd name="connsiteX22" fmla="*/ 1348480 w 1538980"/>
              <a:gd name="connsiteY22" fmla="*/ 1254918 h 1504949"/>
              <a:gd name="connsiteX23" fmla="*/ 1317524 w 1538980"/>
              <a:gd name="connsiteY23" fmla="*/ 1504949 h 1504949"/>
              <a:gd name="connsiteX24" fmla="*/ 1229416 w 1538980"/>
              <a:gd name="connsiteY24" fmla="*/ 1488282 h 1504949"/>
              <a:gd name="connsiteX25" fmla="*/ 1277042 w 1538980"/>
              <a:gd name="connsiteY25" fmla="*/ 1359693 h 1504949"/>
              <a:gd name="connsiteX26" fmla="*/ 1198461 w 1538980"/>
              <a:gd name="connsiteY26" fmla="*/ 1331120 h 1504949"/>
              <a:gd name="connsiteX27" fmla="*/ 1041298 w 1538980"/>
              <a:gd name="connsiteY27" fmla="*/ 1343026 h 1504949"/>
              <a:gd name="connsiteX28" fmla="*/ 1003302 w 1538980"/>
              <a:gd name="connsiteY28" fmla="*/ 1286094 h 1504949"/>
              <a:gd name="connsiteX29" fmla="*/ 858045 w 1538980"/>
              <a:gd name="connsiteY29" fmla="*/ 1102738 h 1504949"/>
              <a:gd name="connsiteX30" fmla="*/ 786608 w 1538980"/>
              <a:gd name="connsiteY30" fmla="*/ 1112262 h 1504949"/>
              <a:gd name="connsiteX31" fmla="*/ 444502 w 1538980"/>
              <a:gd name="connsiteY31" fmla="*/ 953513 h 1504949"/>
              <a:gd name="connsiteX32" fmla="*/ 485775 w 1538980"/>
              <a:gd name="connsiteY32" fmla="*/ 762218 h 1504949"/>
              <a:gd name="connsiteX33" fmla="*/ 293690 w 1538980"/>
              <a:gd name="connsiteY33" fmla="*/ 786032 h 1504949"/>
              <a:gd name="connsiteX34" fmla="*/ 255590 w 1538980"/>
              <a:gd name="connsiteY34" fmla="*/ 675700 h 1504949"/>
              <a:gd name="connsiteX35" fmla="*/ 85072 w 1538980"/>
              <a:gd name="connsiteY35" fmla="*/ 671266 h 1504949"/>
              <a:gd name="connsiteX36" fmla="*/ 64855 w 1538980"/>
              <a:gd name="connsiteY36" fmla="*/ 564903 h 1504949"/>
              <a:gd name="connsiteX0" fmla="*/ 64855 w 1538980"/>
              <a:gd name="connsiteY0" fmla="*/ 426790 h 1366836"/>
              <a:gd name="connsiteX1" fmla="*/ 0 w 1538980"/>
              <a:gd name="connsiteY1" fmla="*/ 285175 h 1366836"/>
              <a:gd name="connsiteX2" fmla="*/ 48419 w 1538980"/>
              <a:gd name="connsiteY2" fmla="*/ 166905 h 1366836"/>
              <a:gd name="connsiteX3" fmla="*/ 129493 w 1538980"/>
              <a:gd name="connsiteY3" fmla="*/ 134143 h 1366836"/>
              <a:gd name="connsiteX4" fmla="*/ 103087 w 1538980"/>
              <a:gd name="connsiteY4" fmla="*/ 208756 h 1366836"/>
              <a:gd name="connsiteX5" fmla="*/ 234849 w 1538980"/>
              <a:gd name="connsiteY5" fmla="*/ 111918 h 1366836"/>
              <a:gd name="connsiteX6" fmla="*/ 261835 w 1538980"/>
              <a:gd name="connsiteY6" fmla="*/ 11112 h 1366836"/>
              <a:gd name="connsiteX7" fmla="*/ 1034154 w 1538980"/>
              <a:gd name="connsiteY7" fmla="*/ 0 h 1366836"/>
              <a:gd name="connsiteX8" fmla="*/ 1103211 w 1538980"/>
              <a:gd name="connsiteY8" fmla="*/ 142873 h 1366836"/>
              <a:gd name="connsiteX9" fmla="*/ 1084161 w 1538980"/>
              <a:gd name="connsiteY9" fmla="*/ 214310 h 1366836"/>
              <a:gd name="connsiteX10" fmla="*/ 1129405 w 1538980"/>
              <a:gd name="connsiteY10" fmla="*/ 269079 h 1366836"/>
              <a:gd name="connsiteX11" fmla="*/ 1300855 w 1538980"/>
              <a:gd name="connsiteY11" fmla="*/ 261936 h 1366836"/>
              <a:gd name="connsiteX12" fmla="*/ 1353243 w 1538980"/>
              <a:gd name="connsiteY12" fmla="*/ 357186 h 1366836"/>
              <a:gd name="connsiteX13" fmla="*/ 1522310 w 1538980"/>
              <a:gd name="connsiteY13" fmla="*/ 342898 h 1366836"/>
              <a:gd name="connsiteX14" fmla="*/ 1484210 w 1538980"/>
              <a:gd name="connsiteY14" fmla="*/ 516729 h 1366836"/>
              <a:gd name="connsiteX15" fmla="*/ 1529455 w 1538980"/>
              <a:gd name="connsiteY15" fmla="*/ 631030 h 1366836"/>
              <a:gd name="connsiteX16" fmla="*/ 1477067 w 1538980"/>
              <a:gd name="connsiteY16" fmla="*/ 676273 h 1366836"/>
              <a:gd name="connsiteX17" fmla="*/ 1538980 w 1538980"/>
              <a:gd name="connsiteY17" fmla="*/ 750092 h 1366836"/>
              <a:gd name="connsiteX18" fmla="*/ 1274662 w 1538980"/>
              <a:gd name="connsiteY18" fmla="*/ 792954 h 1366836"/>
              <a:gd name="connsiteX19" fmla="*/ 1374675 w 1538980"/>
              <a:gd name="connsiteY19" fmla="*/ 895349 h 1366836"/>
              <a:gd name="connsiteX20" fmla="*/ 1293712 w 1538980"/>
              <a:gd name="connsiteY20" fmla="*/ 912017 h 1366836"/>
              <a:gd name="connsiteX21" fmla="*/ 1298473 w 1538980"/>
              <a:gd name="connsiteY21" fmla="*/ 1004887 h 1366836"/>
              <a:gd name="connsiteX22" fmla="*/ 1348480 w 1538980"/>
              <a:gd name="connsiteY22" fmla="*/ 1116805 h 1366836"/>
              <a:gd name="connsiteX23" fmla="*/ 1317524 w 1538980"/>
              <a:gd name="connsiteY23" fmla="*/ 1366836 h 1366836"/>
              <a:gd name="connsiteX24" fmla="*/ 1229416 w 1538980"/>
              <a:gd name="connsiteY24" fmla="*/ 1350169 h 1366836"/>
              <a:gd name="connsiteX25" fmla="*/ 1277042 w 1538980"/>
              <a:gd name="connsiteY25" fmla="*/ 1221580 h 1366836"/>
              <a:gd name="connsiteX26" fmla="*/ 1198461 w 1538980"/>
              <a:gd name="connsiteY26" fmla="*/ 1193007 h 1366836"/>
              <a:gd name="connsiteX27" fmla="*/ 1041298 w 1538980"/>
              <a:gd name="connsiteY27" fmla="*/ 1204913 h 1366836"/>
              <a:gd name="connsiteX28" fmla="*/ 1003302 w 1538980"/>
              <a:gd name="connsiteY28" fmla="*/ 1147981 h 1366836"/>
              <a:gd name="connsiteX29" fmla="*/ 858045 w 1538980"/>
              <a:gd name="connsiteY29" fmla="*/ 964625 h 1366836"/>
              <a:gd name="connsiteX30" fmla="*/ 786608 w 1538980"/>
              <a:gd name="connsiteY30" fmla="*/ 974149 h 1366836"/>
              <a:gd name="connsiteX31" fmla="*/ 444502 w 1538980"/>
              <a:gd name="connsiteY31" fmla="*/ 815400 h 1366836"/>
              <a:gd name="connsiteX32" fmla="*/ 485775 w 1538980"/>
              <a:gd name="connsiteY32" fmla="*/ 624105 h 1366836"/>
              <a:gd name="connsiteX33" fmla="*/ 293690 w 1538980"/>
              <a:gd name="connsiteY33" fmla="*/ 647919 h 1366836"/>
              <a:gd name="connsiteX34" fmla="*/ 255590 w 1538980"/>
              <a:gd name="connsiteY34" fmla="*/ 537587 h 1366836"/>
              <a:gd name="connsiteX35" fmla="*/ 85072 w 1538980"/>
              <a:gd name="connsiteY35" fmla="*/ 533153 h 1366836"/>
              <a:gd name="connsiteX36" fmla="*/ 64855 w 1538980"/>
              <a:gd name="connsiteY36" fmla="*/ 426790 h 1366836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1103211 w 1538980"/>
              <a:gd name="connsiteY8" fmla="*/ 146048 h 1370011"/>
              <a:gd name="connsiteX9" fmla="*/ 1084161 w 1538980"/>
              <a:gd name="connsiteY9" fmla="*/ 217485 h 1370011"/>
              <a:gd name="connsiteX10" fmla="*/ 1129405 w 1538980"/>
              <a:gd name="connsiteY10" fmla="*/ 272254 h 1370011"/>
              <a:gd name="connsiteX11" fmla="*/ 1300855 w 1538980"/>
              <a:gd name="connsiteY11" fmla="*/ 265111 h 1370011"/>
              <a:gd name="connsiteX12" fmla="*/ 1353243 w 1538980"/>
              <a:gd name="connsiteY12" fmla="*/ 360361 h 1370011"/>
              <a:gd name="connsiteX13" fmla="*/ 1522310 w 1538980"/>
              <a:gd name="connsiteY13" fmla="*/ 346073 h 1370011"/>
              <a:gd name="connsiteX14" fmla="*/ 1484210 w 1538980"/>
              <a:gd name="connsiteY14" fmla="*/ 519904 h 1370011"/>
              <a:gd name="connsiteX15" fmla="*/ 1529455 w 1538980"/>
              <a:gd name="connsiteY15" fmla="*/ 634205 h 1370011"/>
              <a:gd name="connsiteX16" fmla="*/ 1477067 w 1538980"/>
              <a:gd name="connsiteY16" fmla="*/ 679448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258661 w 1538980"/>
              <a:gd name="connsiteY8" fmla="*/ 282573 h 1370011"/>
              <a:gd name="connsiteX9" fmla="*/ 1084161 w 1538980"/>
              <a:gd name="connsiteY9" fmla="*/ 217485 h 1370011"/>
              <a:gd name="connsiteX10" fmla="*/ 1129405 w 1538980"/>
              <a:gd name="connsiteY10" fmla="*/ 272254 h 1370011"/>
              <a:gd name="connsiteX11" fmla="*/ 1300855 w 1538980"/>
              <a:gd name="connsiteY11" fmla="*/ 265111 h 1370011"/>
              <a:gd name="connsiteX12" fmla="*/ 1353243 w 1538980"/>
              <a:gd name="connsiteY12" fmla="*/ 360361 h 1370011"/>
              <a:gd name="connsiteX13" fmla="*/ 1522310 w 1538980"/>
              <a:gd name="connsiteY13" fmla="*/ 346073 h 1370011"/>
              <a:gd name="connsiteX14" fmla="*/ 1484210 w 1538980"/>
              <a:gd name="connsiteY14" fmla="*/ 519904 h 1370011"/>
              <a:gd name="connsiteX15" fmla="*/ 1529455 w 1538980"/>
              <a:gd name="connsiteY15" fmla="*/ 634205 h 1370011"/>
              <a:gd name="connsiteX16" fmla="*/ 1477067 w 1538980"/>
              <a:gd name="connsiteY16" fmla="*/ 679448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274536 w 1538980"/>
              <a:gd name="connsiteY8" fmla="*/ 117473 h 1370011"/>
              <a:gd name="connsiteX9" fmla="*/ 1084161 w 1538980"/>
              <a:gd name="connsiteY9" fmla="*/ 217485 h 1370011"/>
              <a:gd name="connsiteX10" fmla="*/ 1129405 w 1538980"/>
              <a:gd name="connsiteY10" fmla="*/ 272254 h 1370011"/>
              <a:gd name="connsiteX11" fmla="*/ 1300855 w 1538980"/>
              <a:gd name="connsiteY11" fmla="*/ 265111 h 1370011"/>
              <a:gd name="connsiteX12" fmla="*/ 1353243 w 1538980"/>
              <a:gd name="connsiteY12" fmla="*/ 360361 h 1370011"/>
              <a:gd name="connsiteX13" fmla="*/ 1522310 w 1538980"/>
              <a:gd name="connsiteY13" fmla="*/ 346073 h 1370011"/>
              <a:gd name="connsiteX14" fmla="*/ 1484210 w 1538980"/>
              <a:gd name="connsiteY14" fmla="*/ 519904 h 1370011"/>
              <a:gd name="connsiteX15" fmla="*/ 1529455 w 1538980"/>
              <a:gd name="connsiteY15" fmla="*/ 634205 h 1370011"/>
              <a:gd name="connsiteX16" fmla="*/ 1477067 w 1538980"/>
              <a:gd name="connsiteY16" fmla="*/ 679448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274536 w 1538980"/>
              <a:gd name="connsiteY8" fmla="*/ 117473 h 1370011"/>
              <a:gd name="connsiteX9" fmla="*/ 363436 w 1538980"/>
              <a:gd name="connsiteY9" fmla="*/ 128585 h 1370011"/>
              <a:gd name="connsiteX10" fmla="*/ 1129405 w 1538980"/>
              <a:gd name="connsiteY10" fmla="*/ 272254 h 1370011"/>
              <a:gd name="connsiteX11" fmla="*/ 1300855 w 1538980"/>
              <a:gd name="connsiteY11" fmla="*/ 265111 h 1370011"/>
              <a:gd name="connsiteX12" fmla="*/ 1353243 w 1538980"/>
              <a:gd name="connsiteY12" fmla="*/ 360361 h 1370011"/>
              <a:gd name="connsiteX13" fmla="*/ 1522310 w 1538980"/>
              <a:gd name="connsiteY13" fmla="*/ 346073 h 1370011"/>
              <a:gd name="connsiteX14" fmla="*/ 1484210 w 1538980"/>
              <a:gd name="connsiteY14" fmla="*/ 519904 h 1370011"/>
              <a:gd name="connsiteX15" fmla="*/ 1529455 w 1538980"/>
              <a:gd name="connsiteY15" fmla="*/ 634205 h 1370011"/>
              <a:gd name="connsiteX16" fmla="*/ 1477067 w 1538980"/>
              <a:gd name="connsiteY16" fmla="*/ 679448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274536 w 1538980"/>
              <a:gd name="connsiteY8" fmla="*/ 117473 h 1370011"/>
              <a:gd name="connsiteX9" fmla="*/ 363436 w 1538980"/>
              <a:gd name="connsiteY9" fmla="*/ 128585 h 1370011"/>
              <a:gd name="connsiteX10" fmla="*/ 281680 w 1538980"/>
              <a:gd name="connsiteY10" fmla="*/ 288129 h 1370011"/>
              <a:gd name="connsiteX11" fmla="*/ 1300855 w 1538980"/>
              <a:gd name="connsiteY11" fmla="*/ 265111 h 1370011"/>
              <a:gd name="connsiteX12" fmla="*/ 1353243 w 1538980"/>
              <a:gd name="connsiteY12" fmla="*/ 360361 h 1370011"/>
              <a:gd name="connsiteX13" fmla="*/ 1522310 w 1538980"/>
              <a:gd name="connsiteY13" fmla="*/ 346073 h 1370011"/>
              <a:gd name="connsiteX14" fmla="*/ 1484210 w 1538980"/>
              <a:gd name="connsiteY14" fmla="*/ 519904 h 1370011"/>
              <a:gd name="connsiteX15" fmla="*/ 1529455 w 1538980"/>
              <a:gd name="connsiteY15" fmla="*/ 634205 h 1370011"/>
              <a:gd name="connsiteX16" fmla="*/ 1477067 w 1538980"/>
              <a:gd name="connsiteY16" fmla="*/ 679448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274536 w 1538980"/>
              <a:gd name="connsiteY8" fmla="*/ 117473 h 1370011"/>
              <a:gd name="connsiteX9" fmla="*/ 363436 w 1538980"/>
              <a:gd name="connsiteY9" fmla="*/ 128585 h 1370011"/>
              <a:gd name="connsiteX10" fmla="*/ 434080 w 1538980"/>
              <a:gd name="connsiteY10" fmla="*/ 154779 h 1370011"/>
              <a:gd name="connsiteX11" fmla="*/ 1300855 w 1538980"/>
              <a:gd name="connsiteY11" fmla="*/ 265111 h 1370011"/>
              <a:gd name="connsiteX12" fmla="*/ 1353243 w 1538980"/>
              <a:gd name="connsiteY12" fmla="*/ 360361 h 1370011"/>
              <a:gd name="connsiteX13" fmla="*/ 1522310 w 1538980"/>
              <a:gd name="connsiteY13" fmla="*/ 346073 h 1370011"/>
              <a:gd name="connsiteX14" fmla="*/ 1484210 w 1538980"/>
              <a:gd name="connsiteY14" fmla="*/ 519904 h 1370011"/>
              <a:gd name="connsiteX15" fmla="*/ 1529455 w 1538980"/>
              <a:gd name="connsiteY15" fmla="*/ 634205 h 1370011"/>
              <a:gd name="connsiteX16" fmla="*/ 1477067 w 1538980"/>
              <a:gd name="connsiteY16" fmla="*/ 679448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274536 w 1538980"/>
              <a:gd name="connsiteY8" fmla="*/ 117473 h 1370011"/>
              <a:gd name="connsiteX9" fmla="*/ 363436 w 1538980"/>
              <a:gd name="connsiteY9" fmla="*/ 128585 h 1370011"/>
              <a:gd name="connsiteX10" fmla="*/ 434080 w 1538980"/>
              <a:gd name="connsiteY10" fmla="*/ 154779 h 1370011"/>
              <a:gd name="connsiteX11" fmla="*/ 373755 w 1538980"/>
              <a:gd name="connsiteY11" fmla="*/ 246061 h 1370011"/>
              <a:gd name="connsiteX12" fmla="*/ 1353243 w 1538980"/>
              <a:gd name="connsiteY12" fmla="*/ 360361 h 1370011"/>
              <a:gd name="connsiteX13" fmla="*/ 1522310 w 1538980"/>
              <a:gd name="connsiteY13" fmla="*/ 346073 h 1370011"/>
              <a:gd name="connsiteX14" fmla="*/ 1484210 w 1538980"/>
              <a:gd name="connsiteY14" fmla="*/ 519904 h 1370011"/>
              <a:gd name="connsiteX15" fmla="*/ 1529455 w 1538980"/>
              <a:gd name="connsiteY15" fmla="*/ 634205 h 1370011"/>
              <a:gd name="connsiteX16" fmla="*/ 1477067 w 1538980"/>
              <a:gd name="connsiteY16" fmla="*/ 679448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274536 w 1538980"/>
              <a:gd name="connsiteY8" fmla="*/ 117473 h 1370011"/>
              <a:gd name="connsiteX9" fmla="*/ 363436 w 1538980"/>
              <a:gd name="connsiteY9" fmla="*/ 128585 h 1370011"/>
              <a:gd name="connsiteX10" fmla="*/ 434080 w 1538980"/>
              <a:gd name="connsiteY10" fmla="*/ 154779 h 1370011"/>
              <a:gd name="connsiteX11" fmla="*/ 373755 w 1538980"/>
              <a:gd name="connsiteY11" fmla="*/ 246061 h 1370011"/>
              <a:gd name="connsiteX12" fmla="*/ 581718 w 1538980"/>
              <a:gd name="connsiteY12" fmla="*/ 211136 h 1370011"/>
              <a:gd name="connsiteX13" fmla="*/ 1522310 w 1538980"/>
              <a:gd name="connsiteY13" fmla="*/ 346073 h 1370011"/>
              <a:gd name="connsiteX14" fmla="*/ 1484210 w 1538980"/>
              <a:gd name="connsiteY14" fmla="*/ 519904 h 1370011"/>
              <a:gd name="connsiteX15" fmla="*/ 1529455 w 1538980"/>
              <a:gd name="connsiteY15" fmla="*/ 634205 h 1370011"/>
              <a:gd name="connsiteX16" fmla="*/ 1477067 w 1538980"/>
              <a:gd name="connsiteY16" fmla="*/ 679448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274536 w 1538980"/>
              <a:gd name="connsiteY8" fmla="*/ 117473 h 1370011"/>
              <a:gd name="connsiteX9" fmla="*/ 363436 w 1538980"/>
              <a:gd name="connsiteY9" fmla="*/ 128585 h 1370011"/>
              <a:gd name="connsiteX10" fmla="*/ 434080 w 1538980"/>
              <a:gd name="connsiteY10" fmla="*/ 154779 h 1370011"/>
              <a:gd name="connsiteX11" fmla="*/ 373755 w 1538980"/>
              <a:gd name="connsiteY11" fmla="*/ 246061 h 1370011"/>
              <a:gd name="connsiteX12" fmla="*/ 581718 w 1538980"/>
              <a:gd name="connsiteY12" fmla="*/ 211136 h 1370011"/>
              <a:gd name="connsiteX13" fmla="*/ 560285 w 1538980"/>
              <a:gd name="connsiteY13" fmla="*/ 333373 h 1370011"/>
              <a:gd name="connsiteX14" fmla="*/ 1484210 w 1538980"/>
              <a:gd name="connsiteY14" fmla="*/ 519904 h 1370011"/>
              <a:gd name="connsiteX15" fmla="*/ 1529455 w 1538980"/>
              <a:gd name="connsiteY15" fmla="*/ 634205 h 1370011"/>
              <a:gd name="connsiteX16" fmla="*/ 1477067 w 1538980"/>
              <a:gd name="connsiteY16" fmla="*/ 679448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274536 w 1538980"/>
              <a:gd name="connsiteY8" fmla="*/ 117473 h 1370011"/>
              <a:gd name="connsiteX9" fmla="*/ 363436 w 1538980"/>
              <a:gd name="connsiteY9" fmla="*/ 128585 h 1370011"/>
              <a:gd name="connsiteX10" fmla="*/ 434080 w 1538980"/>
              <a:gd name="connsiteY10" fmla="*/ 154779 h 1370011"/>
              <a:gd name="connsiteX11" fmla="*/ 373755 w 1538980"/>
              <a:gd name="connsiteY11" fmla="*/ 246061 h 1370011"/>
              <a:gd name="connsiteX12" fmla="*/ 581718 w 1538980"/>
              <a:gd name="connsiteY12" fmla="*/ 211136 h 1370011"/>
              <a:gd name="connsiteX13" fmla="*/ 677760 w 1538980"/>
              <a:gd name="connsiteY13" fmla="*/ 263523 h 1370011"/>
              <a:gd name="connsiteX14" fmla="*/ 1484210 w 1538980"/>
              <a:gd name="connsiteY14" fmla="*/ 519904 h 1370011"/>
              <a:gd name="connsiteX15" fmla="*/ 1529455 w 1538980"/>
              <a:gd name="connsiteY15" fmla="*/ 634205 h 1370011"/>
              <a:gd name="connsiteX16" fmla="*/ 1477067 w 1538980"/>
              <a:gd name="connsiteY16" fmla="*/ 679448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274536 w 1538980"/>
              <a:gd name="connsiteY8" fmla="*/ 117473 h 1370011"/>
              <a:gd name="connsiteX9" fmla="*/ 363436 w 1538980"/>
              <a:gd name="connsiteY9" fmla="*/ 128585 h 1370011"/>
              <a:gd name="connsiteX10" fmla="*/ 434080 w 1538980"/>
              <a:gd name="connsiteY10" fmla="*/ 154779 h 1370011"/>
              <a:gd name="connsiteX11" fmla="*/ 373755 w 1538980"/>
              <a:gd name="connsiteY11" fmla="*/ 246061 h 1370011"/>
              <a:gd name="connsiteX12" fmla="*/ 581718 w 1538980"/>
              <a:gd name="connsiteY12" fmla="*/ 211136 h 1370011"/>
              <a:gd name="connsiteX13" fmla="*/ 677760 w 1538980"/>
              <a:gd name="connsiteY13" fmla="*/ 263523 h 1370011"/>
              <a:gd name="connsiteX14" fmla="*/ 817460 w 1538980"/>
              <a:gd name="connsiteY14" fmla="*/ 167479 h 1370011"/>
              <a:gd name="connsiteX15" fmla="*/ 1529455 w 1538980"/>
              <a:gd name="connsiteY15" fmla="*/ 634205 h 1370011"/>
              <a:gd name="connsiteX16" fmla="*/ 1477067 w 1538980"/>
              <a:gd name="connsiteY16" fmla="*/ 679448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274536 w 1538980"/>
              <a:gd name="connsiteY8" fmla="*/ 117473 h 1370011"/>
              <a:gd name="connsiteX9" fmla="*/ 363436 w 1538980"/>
              <a:gd name="connsiteY9" fmla="*/ 128585 h 1370011"/>
              <a:gd name="connsiteX10" fmla="*/ 434080 w 1538980"/>
              <a:gd name="connsiteY10" fmla="*/ 154779 h 1370011"/>
              <a:gd name="connsiteX11" fmla="*/ 373755 w 1538980"/>
              <a:gd name="connsiteY11" fmla="*/ 246061 h 1370011"/>
              <a:gd name="connsiteX12" fmla="*/ 581718 w 1538980"/>
              <a:gd name="connsiteY12" fmla="*/ 211136 h 1370011"/>
              <a:gd name="connsiteX13" fmla="*/ 677760 w 1538980"/>
              <a:gd name="connsiteY13" fmla="*/ 263523 h 1370011"/>
              <a:gd name="connsiteX14" fmla="*/ 817460 w 1538980"/>
              <a:gd name="connsiteY14" fmla="*/ 167479 h 1370011"/>
              <a:gd name="connsiteX15" fmla="*/ 986530 w 1538980"/>
              <a:gd name="connsiteY15" fmla="*/ 192880 h 1370011"/>
              <a:gd name="connsiteX16" fmla="*/ 1477067 w 1538980"/>
              <a:gd name="connsiteY16" fmla="*/ 679448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538980"/>
              <a:gd name="connsiteY0" fmla="*/ 429965 h 1370011"/>
              <a:gd name="connsiteX1" fmla="*/ 0 w 1538980"/>
              <a:gd name="connsiteY1" fmla="*/ 288350 h 1370011"/>
              <a:gd name="connsiteX2" fmla="*/ 48419 w 1538980"/>
              <a:gd name="connsiteY2" fmla="*/ 170080 h 1370011"/>
              <a:gd name="connsiteX3" fmla="*/ 129493 w 1538980"/>
              <a:gd name="connsiteY3" fmla="*/ 137318 h 1370011"/>
              <a:gd name="connsiteX4" fmla="*/ 103087 w 1538980"/>
              <a:gd name="connsiteY4" fmla="*/ 211931 h 1370011"/>
              <a:gd name="connsiteX5" fmla="*/ 234849 w 1538980"/>
              <a:gd name="connsiteY5" fmla="*/ 115093 h 1370011"/>
              <a:gd name="connsiteX6" fmla="*/ 261835 w 1538980"/>
              <a:gd name="connsiteY6" fmla="*/ 14287 h 1370011"/>
              <a:gd name="connsiteX7" fmla="*/ 307079 w 1538980"/>
              <a:gd name="connsiteY7" fmla="*/ 0 h 1370011"/>
              <a:gd name="connsiteX8" fmla="*/ 274536 w 1538980"/>
              <a:gd name="connsiteY8" fmla="*/ 117473 h 1370011"/>
              <a:gd name="connsiteX9" fmla="*/ 363436 w 1538980"/>
              <a:gd name="connsiteY9" fmla="*/ 128585 h 1370011"/>
              <a:gd name="connsiteX10" fmla="*/ 434080 w 1538980"/>
              <a:gd name="connsiteY10" fmla="*/ 154779 h 1370011"/>
              <a:gd name="connsiteX11" fmla="*/ 373755 w 1538980"/>
              <a:gd name="connsiteY11" fmla="*/ 246061 h 1370011"/>
              <a:gd name="connsiteX12" fmla="*/ 581718 w 1538980"/>
              <a:gd name="connsiteY12" fmla="*/ 211136 h 1370011"/>
              <a:gd name="connsiteX13" fmla="*/ 677760 w 1538980"/>
              <a:gd name="connsiteY13" fmla="*/ 263523 h 1370011"/>
              <a:gd name="connsiteX14" fmla="*/ 817460 w 1538980"/>
              <a:gd name="connsiteY14" fmla="*/ 167479 h 1370011"/>
              <a:gd name="connsiteX15" fmla="*/ 986530 w 1538980"/>
              <a:gd name="connsiteY15" fmla="*/ 192880 h 1370011"/>
              <a:gd name="connsiteX16" fmla="*/ 1054792 w 1538980"/>
              <a:gd name="connsiteY16" fmla="*/ 174623 h 1370011"/>
              <a:gd name="connsiteX17" fmla="*/ 1538980 w 1538980"/>
              <a:gd name="connsiteY17" fmla="*/ 753267 h 1370011"/>
              <a:gd name="connsiteX18" fmla="*/ 1274662 w 1538980"/>
              <a:gd name="connsiteY18" fmla="*/ 796129 h 1370011"/>
              <a:gd name="connsiteX19" fmla="*/ 1374675 w 1538980"/>
              <a:gd name="connsiteY19" fmla="*/ 898524 h 1370011"/>
              <a:gd name="connsiteX20" fmla="*/ 1293712 w 1538980"/>
              <a:gd name="connsiteY20" fmla="*/ 915192 h 1370011"/>
              <a:gd name="connsiteX21" fmla="*/ 1298473 w 1538980"/>
              <a:gd name="connsiteY21" fmla="*/ 1008062 h 1370011"/>
              <a:gd name="connsiteX22" fmla="*/ 1348480 w 1538980"/>
              <a:gd name="connsiteY22" fmla="*/ 1119980 h 1370011"/>
              <a:gd name="connsiteX23" fmla="*/ 1317524 w 1538980"/>
              <a:gd name="connsiteY23" fmla="*/ 1370011 h 1370011"/>
              <a:gd name="connsiteX24" fmla="*/ 1229416 w 1538980"/>
              <a:gd name="connsiteY24" fmla="*/ 1353344 h 1370011"/>
              <a:gd name="connsiteX25" fmla="*/ 1277042 w 1538980"/>
              <a:gd name="connsiteY25" fmla="*/ 1224755 h 1370011"/>
              <a:gd name="connsiteX26" fmla="*/ 1198461 w 1538980"/>
              <a:gd name="connsiteY26" fmla="*/ 1196182 h 1370011"/>
              <a:gd name="connsiteX27" fmla="*/ 1041298 w 1538980"/>
              <a:gd name="connsiteY27" fmla="*/ 1208088 h 1370011"/>
              <a:gd name="connsiteX28" fmla="*/ 1003302 w 1538980"/>
              <a:gd name="connsiteY28" fmla="*/ 1151156 h 1370011"/>
              <a:gd name="connsiteX29" fmla="*/ 858045 w 1538980"/>
              <a:gd name="connsiteY29" fmla="*/ 967800 h 1370011"/>
              <a:gd name="connsiteX30" fmla="*/ 786608 w 1538980"/>
              <a:gd name="connsiteY30" fmla="*/ 977324 h 1370011"/>
              <a:gd name="connsiteX31" fmla="*/ 444502 w 1538980"/>
              <a:gd name="connsiteY31" fmla="*/ 818575 h 1370011"/>
              <a:gd name="connsiteX32" fmla="*/ 485775 w 1538980"/>
              <a:gd name="connsiteY32" fmla="*/ 627280 h 1370011"/>
              <a:gd name="connsiteX33" fmla="*/ 293690 w 1538980"/>
              <a:gd name="connsiteY33" fmla="*/ 651094 h 1370011"/>
              <a:gd name="connsiteX34" fmla="*/ 255590 w 1538980"/>
              <a:gd name="connsiteY34" fmla="*/ 540762 h 1370011"/>
              <a:gd name="connsiteX35" fmla="*/ 85072 w 1538980"/>
              <a:gd name="connsiteY35" fmla="*/ 536328 h 1370011"/>
              <a:gd name="connsiteX36" fmla="*/ 64855 w 1538980"/>
              <a:gd name="connsiteY36" fmla="*/ 429965 h 1370011"/>
              <a:gd name="connsiteX0" fmla="*/ 64855 w 1374675"/>
              <a:gd name="connsiteY0" fmla="*/ 429965 h 1370011"/>
              <a:gd name="connsiteX1" fmla="*/ 0 w 1374675"/>
              <a:gd name="connsiteY1" fmla="*/ 288350 h 1370011"/>
              <a:gd name="connsiteX2" fmla="*/ 48419 w 1374675"/>
              <a:gd name="connsiteY2" fmla="*/ 170080 h 1370011"/>
              <a:gd name="connsiteX3" fmla="*/ 129493 w 1374675"/>
              <a:gd name="connsiteY3" fmla="*/ 137318 h 1370011"/>
              <a:gd name="connsiteX4" fmla="*/ 103087 w 1374675"/>
              <a:gd name="connsiteY4" fmla="*/ 211931 h 1370011"/>
              <a:gd name="connsiteX5" fmla="*/ 234849 w 1374675"/>
              <a:gd name="connsiteY5" fmla="*/ 115093 h 1370011"/>
              <a:gd name="connsiteX6" fmla="*/ 261835 w 1374675"/>
              <a:gd name="connsiteY6" fmla="*/ 14287 h 1370011"/>
              <a:gd name="connsiteX7" fmla="*/ 307079 w 1374675"/>
              <a:gd name="connsiteY7" fmla="*/ 0 h 1370011"/>
              <a:gd name="connsiteX8" fmla="*/ 274536 w 1374675"/>
              <a:gd name="connsiteY8" fmla="*/ 117473 h 1370011"/>
              <a:gd name="connsiteX9" fmla="*/ 363436 w 1374675"/>
              <a:gd name="connsiteY9" fmla="*/ 128585 h 1370011"/>
              <a:gd name="connsiteX10" fmla="*/ 434080 w 1374675"/>
              <a:gd name="connsiteY10" fmla="*/ 154779 h 1370011"/>
              <a:gd name="connsiteX11" fmla="*/ 373755 w 1374675"/>
              <a:gd name="connsiteY11" fmla="*/ 246061 h 1370011"/>
              <a:gd name="connsiteX12" fmla="*/ 581718 w 1374675"/>
              <a:gd name="connsiteY12" fmla="*/ 211136 h 1370011"/>
              <a:gd name="connsiteX13" fmla="*/ 677760 w 1374675"/>
              <a:gd name="connsiteY13" fmla="*/ 263523 h 1370011"/>
              <a:gd name="connsiteX14" fmla="*/ 817460 w 1374675"/>
              <a:gd name="connsiteY14" fmla="*/ 167479 h 1370011"/>
              <a:gd name="connsiteX15" fmla="*/ 986530 w 1374675"/>
              <a:gd name="connsiteY15" fmla="*/ 192880 h 1370011"/>
              <a:gd name="connsiteX16" fmla="*/ 1054792 w 1374675"/>
              <a:gd name="connsiteY16" fmla="*/ 174623 h 1370011"/>
              <a:gd name="connsiteX17" fmla="*/ 703955 w 1374675"/>
              <a:gd name="connsiteY17" fmla="*/ 492917 h 1370011"/>
              <a:gd name="connsiteX18" fmla="*/ 1274662 w 1374675"/>
              <a:gd name="connsiteY18" fmla="*/ 796129 h 1370011"/>
              <a:gd name="connsiteX19" fmla="*/ 1374675 w 1374675"/>
              <a:gd name="connsiteY19" fmla="*/ 898524 h 1370011"/>
              <a:gd name="connsiteX20" fmla="*/ 1293712 w 1374675"/>
              <a:gd name="connsiteY20" fmla="*/ 915192 h 1370011"/>
              <a:gd name="connsiteX21" fmla="*/ 1298473 w 1374675"/>
              <a:gd name="connsiteY21" fmla="*/ 1008062 h 1370011"/>
              <a:gd name="connsiteX22" fmla="*/ 1348480 w 1374675"/>
              <a:gd name="connsiteY22" fmla="*/ 1119980 h 1370011"/>
              <a:gd name="connsiteX23" fmla="*/ 1317524 w 1374675"/>
              <a:gd name="connsiteY23" fmla="*/ 1370011 h 1370011"/>
              <a:gd name="connsiteX24" fmla="*/ 1229416 w 1374675"/>
              <a:gd name="connsiteY24" fmla="*/ 1353344 h 1370011"/>
              <a:gd name="connsiteX25" fmla="*/ 1277042 w 1374675"/>
              <a:gd name="connsiteY25" fmla="*/ 1224755 h 1370011"/>
              <a:gd name="connsiteX26" fmla="*/ 1198461 w 1374675"/>
              <a:gd name="connsiteY26" fmla="*/ 1196182 h 1370011"/>
              <a:gd name="connsiteX27" fmla="*/ 1041298 w 1374675"/>
              <a:gd name="connsiteY27" fmla="*/ 1208088 h 1370011"/>
              <a:gd name="connsiteX28" fmla="*/ 1003302 w 1374675"/>
              <a:gd name="connsiteY28" fmla="*/ 1151156 h 1370011"/>
              <a:gd name="connsiteX29" fmla="*/ 858045 w 1374675"/>
              <a:gd name="connsiteY29" fmla="*/ 967800 h 1370011"/>
              <a:gd name="connsiteX30" fmla="*/ 786608 w 1374675"/>
              <a:gd name="connsiteY30" fmla="*/ 977324 h 1370011"/>
              <a:gd name="connsiteX31" fmla="*/ 444502 w 1374675"/>
              <a:gd name="connsiteY31" fmla="*/ 818575 h 1370011"/>
              <a:gd name="connsiteX32" fmla="*/ 485775 w 1374675"/>
              <a:gd name="connsiteY32" fmla="*/ 627280 h 1370011"/>
              <a:gd name="connsiteX33" fmla="*/ 293690 w 1374675"/>
              <a:gd name="connsiteY33" fmla="*/ 651094 h 1370011"/>
              <a:gd name="connsiteX34" fmla="*/ 255590 w 1374675"/>
              <a:gd name="connsiteY34" fmla="*/ 540762 h 1370011"/>
              <a:gd name="connsiteX35" fmla="*/ 85072 w 1374675"/>
              <a:gd name="connsiteY35" fmla="*/ 536328 h 1370011"/>
              <a:gd name="connsiteX36" fmla="*/ 64855 w 1374675"/>
              <a:gd name="connsiteY36" fmla="*/ 429965 h 1370011"/>
              <a:gd name="connsiteX0" fmla="*/ 64855 w 1374675"/>
              <a:gd name="connsiteY0" fmla="*/ 429965 h 1370011"/>
              <a:gd name="connsiteX1" fmla="*/ 0 w 1374675"/>
              <a:gd name="connsiteY1" fmla="*/ 288350 h 1370011"/>
              <a:gd name="connsiteX2" fmla="*/ 48419 w 1374675"/>
              <a:gd name="connsiteY2" fmla="*/ 170080 h 1370011"/>
              <a:gd name="connsiteX3" fmla="*/ 129493 w 1374675"/>
              <a:gd name="connsiteY3" fmla="*/ 137318 h 1370011"/>
              <a:gd name="connsiteX4" fmla="*/ 103087 w 1374675"/>
              <a:gd name="connsiteY4" fmla="*/ 211931 h 1370011"/>
              <a:gd name="connsiteX5" fmla="*/ 234849 w 1374675"/>
              <a:gd name="connsiteY5" fmla="*/ 115093 h 1370011"/>
              <a:gd name="connsiteX6" fmla="*/ 261835 w 1374675"/>
              <a:gd name="connsiteY6" fmla="*/ 14287 h 1370011"/>
              <a:gd name="connsiteX7" fmla="*/ 307079 w 1374675"/>
              <a:gd name="connsiteY7" fmla="*/ 0 h 1370011"/>
              <a:gd name="connsiteX8" fmla="*/ 274536 w 1374675"/>
              <a:gd name="connsiteY8" fmla="*/ 117473 h 1370011"/>
              <a:gd name="connsiteX9" fmla="*/ 363436 w 1374675"/>
              <a:gd name="connsiteY9" fmla="*/ 128585 h 1370011"/>
              <a:gd name="connsiteX10" fmla="*/ 434080 w 1374675"/>
              <a:gd name="connsiteY10" fmla="*/ 154779 h 1370011"/>
              <a:gd name="connsiteX11" fmla="*/ 373755 w 1374675"/>
              <a:gd name="connsiteY11" fmla="*/ 246061 h 1370011"/>
              <a:gd name="connsiteX12" fmla="*/ 581718 w 1374675"/>
              <a:gd name="connsiteY12" fmla="*/ 211136 h 1370011"/>
              <a:gd name="connsiteX13" fmla="*/ 677760 w 1374675"/>
              <a:gd name="connsiteY13" fmla="*/ 263523 h 1370011"/>
              <a:gd name="connsiteX14" fmla="*/ 817460 w 1374675"/>
              <a:gd name="connsiteY14" fmla="*/ 167479 h 1370011"/>
              <a:gd name="connsiteX15" fmla="*/ 986530 w 1374675"/>
              <a:gd name="connsiteY15" fmla="*/ 192880 h 1370011"/>
              <a:gd name="connsiteX16" fmla="*/ 1054792 w 1374675"/>
              <a:gd name="connsiteY16" fmla="*/ 174623 h 1370011"/>
              <a:gd name="connsiteX17" fmla="*/ 1008755 w 1374675"/>
              <a:gd name="connsiteY17" fmla="*/ 280192 h 1370011"/>
              <a:gd name="connsiteX18" fmla="*/ 1274662 w 1374675"/>
              <a:gd name="connsiteY18" fmla="*/ 796129 h 1370011"/>
              <a:gd name="connsiteX19" fmla="*/ 1374675 w 1374675"/>
              <a:gd name="connsiteY19" fmla="*/ 898524 h 1370011"/>
              <a:gd name="connsiteX20" fmla="*/ 1293712 w 1374675"/>
              <a:gd name="connsiteY20" fmla="*/ 915192 h 1370011"/>
              <a:gd name="connsiteX21" fmla="*/ 1298473 w 1374675"/>
              <a:gd name="connsiteY21" fmla="*/ 1008062 h 1370011"/>
              <a:gd name="connsiteX22" fmla="*/ 1348480 w 1374675"/>
              <a:gd name="connsiteY22" fmla="*/ 1119980 h 1370011"/>
              <a:gd name="connsiteX23" fmla="*/ 1317524 w 1374675"/>
              <a:gd name="connsiteY23" fmla="*/ 1370011 h 1370011"/>
              <a:gd name="connsiteX24" fmla="*/ 1229416 w 1374675"/>
              <a:gd name="connsiteY24" fmla="*/ 1353344 h 1370011"/>
              <a:gd name="connsiteX25" fmla="*/ 1277042 w 1374675"/>
              <a:gd name="connsiteY25" fmla="*/ 1224755 h 1370011"/>
              <a:gd name="connsiteX26" fmla="*/ 1198461 w 1374675"/>
              <a:gd name="connsiteY26" fmla="*/ 1196182 h 1370011"/>
              <a:gd name="connsiteX27" fmla="*/ 1041298 w 1374675"/>
              <a:gd name="connsiteY27" fmla="*/ 1208088 h 1370011"/>
              <a:gd name="connsiteX28" fmla="*/ 1003302 w 1374675"/>
              <a:gd name="connsiteY28" fmla="*/ 1151156 h 1370011"/>
              <a:gd name="connsiteX29" fmla="*/ 858045 w 1374675"/>
              <a:gd name="connsiteY29" fmla="*/ 967800 h 1370011"/>
              <a:gd name="connsiteX30" fmla="*/ 786608 w 1374675"/>
              <a:gd name="connsiteY30" fmla="*/ 977324 h 1370011"/>
              <a:gd name="connsiteX31" fmla="*/ 444502 w 1374675"/>
              <a:gd name="connsiteY31" fmla="*/ 818575 h 1370011"/>
              <a:gd name="connsiteX32" fmla="*/ 485775 w 1374675"/>
              <a:gd name="connsiteY32" fmla="*/ 627280 h 1370011"/>
              <a:gd name="connsiteX33" fmla="*/ 293690 w 1374675"/>
              <a:gd name="connsiteY33" fmla="*/ 651094 h 1370011"/>
              <a:gd name="connsiteX34" fmla="*/ 255590 w 1374675"/>
              <a:gd name="connsiteY34" fmla="*/ 540762 h 1370011"/>
              <a:gd name="connsiteX35" fmla="*/ 85072 w 1374675"/>
              <a:gd name="connsiteY35" fmla="*/ 536328 h 1370011"/>
              <a:gd name="connsiteX36" fmla="*/ 64855 w 1374675"/>
              <a:gd name="connsiteY36" fmla="*/ 429965 h 1370011"/>
              <a:gd name="connsiteX0" fmla="*/ 64855 w 1374675"/>
              <a:gd name="connsiteY0" fmla="*/ 429965 h 1370011"/>
              <a:gd name="connsiteX1" fmla="*/ 0 w 1374675"/>
              <a:gd name="connsiteY1" fmla="*/ 288350 h 1370011"/>
              <a:gd name="connsiteX2" fmla="*/ 48419 w 1374675"/>
              <a:gd name="connsiteY2" fmla="*/ 170080 h 1370011"/>
              <a:gd name="connsiteX3" fmla="*/ 129493 w 1374675"/>
              <a:gd name="connsiteY3" fmla="*/ 137318 h 1370011"/>
              <a:gd name="connsiteX4" fmla="*/ 103087 w 1374675"/>
              <a:gd name="connsiteY4" fmla="*/ 211931 h 1370011"/>
              <a:gd name="connsiteX5" fmla="*/ 234849 w 1374675"/>
              <a:gd name="connsiteY5" fmla="*/ 115093 h 1370011"/>
              <a:gd name="connsiteX6" fmla="*/ 261835 w 1374675"/>
              <a:gd name="connsiteY6" fmla="*/ 14287 h 1370011"/>
              <a:gd name="connsiteX7" fmla="*/ 307079 w 1374675"/>
              <a:gd name="connsiteY7" fmla="*/ 0 h 1370011"/>
              <a:gd name="connsiteX8" fmla="*/ 274536 w 1374675"/>
              <a:gd name="connsiteY8" fmla="*/ 117473 h 1370011"/>
              <a:gd name="connsiteX9" fmla="*/ 363436 w 1374675"/>
              <a:gd name="connsiteY9" fmla="*/ 128585 h 1370011"/>
              <a:gd name="connsiteX10" fmla="*/ 434080 w 1374675"/>
              <a:gd name="connsiteY10" fmla="*/ 154779 h 1370011"/>
              <a:gd name="connsiteX11" fmla="*/ 373755 w 1374675"/>
              <a:gd name="connsiteY11" fmla="*/ 246061 h 1370011"/>
              <a:gd name="connsiteX12" fmla="*/ 581718 w 1374675"/>
              <a:gd name="connsiteY12" fmla="*/ 211136 h 1370011"/>
              <a:gd name="connsiteX13" fmla="*/ 677760 w 1374675"/>
              <a:gd name="connsiteY13" fmla="*/ 263523 h 1370011"/>
              <a:gd name="connsiteX14" fmla="*/ 817460 w 1374675"/>
              <a:gd name="connsiteY14" fmla="*/ 167479 h 1370011"/>
              <a:gd name="connsiteX15" fmla="*/ 986530 w 1374675"/>
              <a:gd name="connsiteY15" fmla="*/ 192880 h 1370011"/>
              <a:gd name="connsiteX16" fmla="*/ 1054792 w 1374675"/>
              <a:gd name="connsiteY16" fmla="*/ 174623 h 1370011"/>
              <a:gd name="connsiteX17" fmla="*/ 1008755 w 1374675"/>
              <a:gd name="connsiteY17" fmla="*/ 280192 h 1370011"/>
              <a:gd name="connsiteX18" fmla="*/ 1074637 w 1374675"/>
              <a:gd name="connsiteY18" fmla="*/ 300829 h 1370011"/>
              <a:gd name="connsiteX19" fmla="*/ 1374675 w 1374675"/>
              <a:gd name="connsiteY19" fmla="*/ 898524 h 1370011"/>
              <a:gd name="connsiteX20" fmla="*/ 1293712 w 1374675"/>
              <a:gd name="connsiteY20" fmla="*/ 915192 h 1370011"/>
              <a:gd name="connsiteX21" fmla="*/ 1298473 w 1374675"/>
              <a:gd name="connsiteY21" fmla="*/ 1008062 h 1370011"/>
              <a:gd name="connsiteX22" fmla="*/ 1348480 w 1374675"/>
              <a:gd name="connsiteY22" fmla="*/ 1119980 h 1370011"/>
              <a:gd name="connsiteX23" fmla="*/ 1317524 w 1374675"/>
              <a:gd name="connsiteY23" fmla="*/ 1370011 h 1370011"/>
              <a:gd name="connsiteX24" fmla="*/ 1229416 w 1374675"/>
              <a:gd name="connsiteY24" fmla="*/ 1353344 h 1370011"/>
              <a:gd name="connsiteX25" fmla="*/ 1277042 w 1374675"/>
              <a:gd name="connsiteY25" fmla="*/ 1224755 h 1370011"/>
              <a:gd name="connsiteX26" fmla="*/ 1198461 w 1374675"/>
              <a:gd name="connsiteY26" fmla="*/ 1196182 h 1370011"/>
              <a:gd name="connsiteX27" fmla="*/ 1041298 w 1374675"/>
              <a:gd name="connsiteY27" fmla="*/ 1208088 h 1370011"/>
              <a:gd name="connsiteX28" fmla="*/ 1003302 w 1374675"/>
              <a:gd name="connsiteY28" fmla="*/ 1151156 h 1370011"/>
              <a:gd name="connsiteX29" fmla="*/ 858045 w 1374675"/>
              <a:gd name="connsiteY29" fmla="*/ 967800 h 1370011"/>
              <a:gd name="connsiteX30" fmla="*/ 786608 w 1374675"/>
              <a:gd name="connsiteY30" fmla="*/ 977324 h 1370011"/>
              <a:gd name="connsiteX31" fmla="*/ 444502 w 1374675"/>
              <a:gd name="connsiteY31" fmla="*/ 818575 h 1370011"/>
              <a:gd name="connsiteX32" fmla="*/ 485775 w 1374675"/>
              <a:gd name="connsiteY32" fmla="*/ 627280 h 1370011"/>
              <a:gd name="connsiteX33" fmla="*/ 293690 w 1374675"/>
              <a:gd name="connsiteY33" fmla="*/ 651094 h 1370011"/>
              <a:gd name="connsiteX34" fmla="*/ 255590 w 1374675"/>
              <a:gd name="connsiteY34" fmla="*/ 540762 h 1370011"/>
              <a:gd name="connsiteX35" fmla="*/ 85072 w 1374675"/>
              <a:gd name="connsiteY35" fmla="*/ 536328 h 1370011"/>
              <a:gd name="connsiteX36" fmla="*/ 64855 w 1374675"/>
              <a:gd name="connsiteY36" fmla="*/ 429965 h 1370011"/>
              <a:gd name="connsiteX0" fmla="*/ 64855 w 1348480"/>
              <a:gd name="connsiteY0" fmla="*/ 429965 h 1370011"/>
              <a:gd name="connsiteX1" fmla="*/ 0 w 1348480"/>
              <a:gd name="connsiteY1" fmla="*/ 288350 h 1370011"/>
              <a:gd name="connsiteX2" fmla="*/ 48419 w 1348480"/>
              <a:gd name="connsiteY2" fmla="*/ 170080 h 1370011"/>
              <a:gd name="connsiteX3" fmla="*/ 129493 w 1348480"/>
              <a:gd name="connsiteY3" fmla="*/ 137318 h 1370011"/>
              <a:gd name="connsiteX4" fmla="*/ 103087 w 1348480"/>
              <a:gd name="connsiteY4" fmla="*/ 211931 h 1370011"/>
              <a:gd name="connsiteX5" fmla="*/ 234849 w 1348480"/>
              <a:gd name="connsiteY5" fmla="*/ 115093 h 1370011"/>
              <a:gd name="connsiteX6" fmla="*/ 261835 w 1348480"/>
              <a:gd name="connsiteY6" fmla="*/ 14287 h 1370011"/>
              <a:gd name="connsiteX7" fmla="*/ 307079 w 1348480"/>
              <a:gd name="connsiteY7" fmla="*/ 0 h 1370011"/>
              <a:gd name="connsiteX8" fmla="*/ 274536 w 1348480"/>
              <a:gd name="connsiteY8" fmla="*/ 117473 h 1370011"/>
              <a:gd name="connsiteX9" fmla="*/ 363436 w 1348480"/>
              <a:gd name="connsiteY9" fmla="*/ 128585 h 1370011"/>
              <a:gd name="connsiteX10" fmla="*/ 434080 w 1348480"/>
              <a:gd name="connsiteY10" fmla="*/ 154779 h 1370011"/>
              <a:gd name="connsiteX11" fmla="*/ 373755 w 1348480"/>
              <a:gd name="connsiteY11" fmla="*/ 246061 h 1370011"/>
              <a:gd name="connsiteX12" fmla="*/ 581718 w 1348480"/>
              <a:gd name="connsiteY12" fmla="*/ 211136 h 1370011"/>
              <a:gd name="connsiteX13" fmla="*/ 677760 w 1348480"/>
              <a:gd name="connsiteY13" fmla="*/ 263523 h 1370011"/>
              <a:gd name="connsiteX14" fmla="*/ 817460 w 1348480"/>
              <a:gd name="connsiteY14" fmla="*/ 167479 h 1370011"/>
              <a:gd name="connsiteX15" fmla="*/ 986530 w 1348480"/>
              <a:gd name="connsiteY15" fmla="*/ 192880 h 1370011"/>
              <a:gd name="connsiteX16" fmla="*/ 1054792 w 1348480"/>
              <a:gd name="connsiteY16" fmla="*/ 174623 h 1370011"/>
              <a:gd name="connsiteX17" fmla="*/ 1008755 w 1348480"/>
              <a:gd name="connsiteY17" fmla="*/ 280192 h 1370011"/>
              <a:gd name="connsiteX18" fmla="*/ 1074637 w 1348480"/>
              <a:gd name="connsiteY18" fmla="*/ 300829 h 1370011"/>
              <a:gd name="connsiteX19" fmla="*/ 863500 w 1348480"/>
              <a:gd name="connsiteY19" fmla="*/ 482599 h 1370011"/>
              <a:gd name="connsiteX20" fmla="*/ 1293712 w 1348480"/>
              <a:gd name="connsiteY20" fmla="*/ 915192 h 1370011"/>
              <a:gd name="connsiteX21" fmla="*/ 1298473 w 1348480"/>
              <a:gd name="connsiteY21" fmla="*/ 1008062 h 1370011"/>
              <a:gd name="connsiteX22" fmla="*/ 1348480 w 1348480"/>
              <a:gd name="connsiteY22" fmla="*/ 1119980 h 1370011"/>
              <a:gd name="connsiteX23" fmla="*/ 1317524 w 1348480"/>
              <a:gd name="connsiteY23" fmla="*/ 1370011 h 1370011"/>
              <a:gd name="connsiteX24" fmla="*/ 1229416 w 1348480"/>
              <a:gd name="connsiteY24" fmla="*/ 1353344 h 1370011"/>
              <a:gd name="connsiteX25" fmla="*/ 1277042 w 1348480"/>
              <a:gd name="connsiteY25" fmla="*/ 1224755 h 1370011"/>
              <a:gd name="connsiteX26" fmla="*/ 1198461 w 1348480"/>
              <a:gd name="connsiteY26" fmla="*/ 1196182 h 1370011"/>
              <a:gd name="connsiteX27" fmla="*/ 1041298 w 1348480"/>
              <a:gd name="connsiteY27" fmla="*/ 1208088 h 1370011"/>
              <a:gd name="connsiteX28" fmla="*/ 1003302 w 1348480"/>
              <a:gd name="connsiteY28" fmla="*/ 1151156 h 1370011"/>
              <a:gd name="connsiteX29" fmla="*/ 858045 w 1348480"/>
              <a:gd name="connsiteY29" fmla="*/ 967800 h 1370011"/>
              <a:gd name="connsiteX30" fmla="*/ 786608 w 1348480"/>
              <a:gd name="connsiteY30" fmla="*/ 977324 h 1370011"/>
              <a:gd name="connsiteX31" fmla="*/ 444502 w 1348480"/>
              <a:gd name="connsiteY31" fmla="*/ 818575 h 1370011"/>
              <a:gd name="connsiteX32" fmla="*/ 485775 w 1348480"/>
              <a:gd name="connsiteY32" fmla="*/ 627280 h 1370011"/>
              <a:gd name="connsiteX33" fmla="*/ 293690 w 1348480"/>
              <a:gd name="connsiteY33" fmla="*/ 651094 h 1370011"/>
              <a:gd name="connsiteX34" fmla="*/ 255590 w 1348480"/>
              <a:gd name="connsiteY34" fmla="*/ 540762 h 1370011"/>
              <a:gd name="connsiteX35" fmla="*/ 85072 w 1348480"/>
              <a:gd name="connsiteY35" fmla="*/ 536328 h 1370011"/>
              <a:gd name="connsiteX36" fmla="*/ 64855 w 1348480"/>
              <a:gd name="connsiteY36" fmla="*/ 429965 h 1370011"/>
              <a:gd name="connsiteX0" fmla="*/ 64855 w 1348480"/>
              <a:gd name="connsiteY0" fmla="*/ 429965 h 1370011"/>
              <a:gd name="connsiteX1" fmla="*/ 0 w 1348480"/>
              <a:gd name="connsiteY1" fmla="*/ 288350 h 1370011"/>
              <a:gd name="connsiteX2" fmla="*/ 48419 w 1348480"/>
              <a:gd name="connsiteY2" fmla="*/ 170080 h 1370011"/>
              <a:gd name="connsiteX3" fmla="*/ 129493 w 1348480"/>
              <a:gd name="connsiteY3" fmla="*/ 137318 h 1370011"/>
              <a:gd name="connsiteX4" fmla="*/ 103087 w 1348480"/>
              <a:gd name="connsiteY4" fmla="*/ 211931 h 1370011"/>
              <a:gd name="connsiteX5" fmla="*/ 234849 w 1348480"/>
              <a:gd name="connsiteY5" fmla="*/ 115093 h 1370011"/>
              <a:gd name="connsiteX6" fmla="*/ 261835 w 1348480"/>
              <a:gd name="connsiteY6" fmla="*/ 14287 h 1370011"/>
              <a:gd name="connsiteX7" fmla="*/ 307079 w 1348480"/>
              <a:gd name="connsiteY7" fmla="*/ 0 h 1370011"/>
              <a:gd name="connsiteX8" fmla="*/ 274536 w 1348480"/>
              <a:gd name="connsiteY8" fmla="*/ 117473 h 1370011"/>
              <a:gd name="connsiteX9" fmla="*/ 363436 w 1348480"/>
              <a:gd name="connsiteY9" fmla="*/ 128585 h 1370011"/>
              <a:gd name="connsiteX10" fmla="*/ 434080 w 1348480"/>
              <a:gd name="connsiteY10" fmla="*/ 154779 h 1370011"/>
              <a:gd name="connsiteX11" fmla="*/ 373755 w 1348480"/>
              <a:gd name="connsiteY11" fmla="*/ 246061 h 1370011"/>
              <a:gd name="connsiteX12" fmla="*/ 581718 w 1348480"/>
              <a:gd name="connsiteY12" fmla="*/ 211136 h 1370011"/>
              <a:gd name="connsiteX13" fmla="*/ 677760 w 1348480"/>
              <a:gd name="connsiteY13" fmla="*/ 263523 h 1370011"/>
              <a:gd name="connsiteX14" fmla="*/ 817460 w 1348480"/>
              <a:gd name="connsiteY14" fmla="*/ 167479 h 1370011"/>
              <a:gd name="connsiteX15" fmla="*/ 986530 w 1348480"/>
              <a:gd name="connsiteY15" fmla="*/ 192880 h 1370011"/>
              <a:gd name="connsiteX16" fmla="*/ 1054792 w 1348480"/>
              <a:gd name="connsiteY16" fmla="*/ 174623 h 1370011"/>
              <a:gd name="connsiteX17" fmla="*/ 1008755 w 1348480"/>
              <a:gd name="connsiteY17" fmla="*/ 280192 h 1370011"/>
              <a:gd name="connsiteX18" fmla="*/ 1074637 w 1348480"/>
              <a:gd name="connsiteY18" fmla="*/ 300829 h 1370011"/>
              <a:gd name="connsiteX19" fmla="*/ 1069875 w 1348480"/>
              <a:gd name="connsiteY19" fmla="*/ 393699 h 1370011"/>
              <a:gd name="connsiteX20" fmla="*/ 1293712 w 1348480"/>
              <a:gd name="connsiteY20" fmla="*/ 915192 h 1370011"/>
              <a:gd name="connsiteX21" fmla="*/ 1298473 w 1348480"/>
              <a:gd name="connsiteY21" fmla="*/ 1008062 h 1370011"/>
              <a:gd name="connsiteX22" fmla="*/ 1348480 w 1348480"/>
              <a:gd name="connsiteY22" fmla="*/ 1119980 h 1370011"/>
              <a:gd name="connsiteX23" fmla="*/ 1317524 w 1348480"/>
              <a:gd name="connsiteY23" fmla="*/ 1370011 h 1370011"/>
              <a:gd name="connsiteX24" fmla="*/ 1229416 w 1348480"/>
              <a:gd name="connsiteY24" fmla="*/ 1353344 h 1370011"/>
              <a:gd name="connsiteX25" fmla="*/ 1277042 w 1348480"/>
              <a:gd name="connsiteY25" fmla="*/ 1224755 h 1370011"/>
              <a:gd name="connsiteX26" fmla="*/ 1198461 w 1348480"/>
              <a:gd name="connsiteY26" fmla="*/ 1196182 h 1370011"/>
              <a:gd name="connsiteX27" fmla="*/ 1041298 w 1348480"/>
              <a:gd name="connsiteY27" fmla="*/ 1208088 h 1370011"/>
              <a:gd name="connsiteX28" fmla="*/ 1003302 w 1348480"/>
              <a:gd name="connsiteY28" fmla="*/ 1151156 h 1370011"/>
              <a:gd name="connsiteX29" fmla="*/ 858045 w 1348480"/>
              <a:gd name="connsiteY29" fmla="*/ 967800 h 1370011"/>
              <a:gd name="connsiteX30" fmla="*/ 786608 w 1348480"/>
              <a:gd name="connsiteY30" fmla="*/ 977324 h 1370011"/>
              <a:gd name="connsiteX31" fmla="*/ 444502 w 1348480"/>
              <a:gd name="connsiteY31" fmla="*/ 818575 h 1370011"/>
              <a:gd name="connsiteX32" fmla="*/ 485775 w 1348480"/>
              <a:gd name="connsiteY32" fmla="*/ 627280 h 1370011"/>
              <a:gd name="connsiteX33" fmla="*/ 293690 w 1348480"/>
              <a:gd name="connsiteY33" fmla="*/ 651094 h 1370011"/>
              <a:gd name="connsiteX34" fmla="*/ 255590 w 1348480"/>
              <a:gd name="connsiteY34" fmla="*/ 540762 h 1370011"/>
              <a:gd name="connsiteX35" fmla="*/ 85072 w 1348480"/>
              <a:gd name="connsiteY35" fmla="*/ 536328 h 1370011"/>
              <a:gd name="connsiteX36" fmla="*/ 64855 w 1348480"/>
              <a:gd name="connsiteY36" fmla="*/ 429965 h 1370011"/>
              <a:gd name="connsiteX0" fmla="*/ 64855 w 1348480"/>
              <a:gd name="connsiteY0" fmla="*/ 429965 h 1370011"/>
              <a:gd name="connsiteX1" fmla="*/ 0 w 1348480"/>
              <a:gd name="connsiteY1" fmla="*/ 288350 h 1370011"/>
              <a:gd name="connsiteX2" fmla="*/ 48419 w 1348480"/>
              <a:gd name="connsiteY2" fmla="*/ 170080 h 1370011"/>
              <a:gd name="connsiteX3" fmla="*/ 129493 w 1348480"/>
              <a:gd name="connsiteY3" fmla="*/ 137318 h 1370011"/>
              <a:gd name="connsiteX4" fmla="*/ 103087 w 1348480"/>
              <a:gd name="connsiteY4" fmla="*/ 211931 h 1370011"/>
              <a:gd name="connsiteX5" fmla="*/ 234849 w 1348480"/>
              <a:gd name="connsiteY5" fmla="*/ 115093 h 1370011"/>
              <a:gd name="connsiteX6" fmla="*/ 261835 w 1348480"/>
              <a:gd name="connsiteY6" fmla="*/ 14287 h 1370011"/>
              <a:gd name="connsiteX7" fmla="*/ 307079 w 1348480"/>
              <a:gd name="connsiteY7" fmla="*/ 0 h 1370011"/>
              <a:gd name="connsiteX8" fmla="*/ 274536 w 1348480"/>
              <a:gd name="connsiteY8" fmla="*/ 117473 h 1370011"/>
              <a:gd name="connsiteX9" fmla="*/ 363436 w 1348480"/>
              <a:gd name="connsiteY9" fmla="*/ 128585 h 1370011"/>
              <a:gd name="connsiteX10" fmla="*/ 434080 w 1348480"/>
              <a:gd name="connsiteY10" fmla="*/ 154779 h 1370011"/>
              <a:gd name="connsiteX11" fmla="*/ 373755 w 1348480"/>
              <a:gd name="connsiteY11" fmla="*/ 246061 h 1370011"/>
              <a:gd name="connsiteX12" fmla="*/ 581718 w 1348480"/>
              <a:gd name="connsiteY12" fmla="*/ 211136 h 1370011"/>
              <a:gd name="connsiteX13" fmla="*/ 677760 w 1348480"/>
              <a:gd name="connsiteY13" fmla="*/ 263523 h 1370011"/>
              <a:gd name="connsiteX14" fmla="*/ 817460 w 1348480"/>
              <a:gd name="connsiteY14" fmla="*/ 167479 h 1370011"/>
              <a:gd name="connsiteX15" fmla="*/ 986530 w 1348480"/>
              <a:gd name="connsiteY15" fmla="*/ 192880 h 1370011"/>
              <a:gd name="connsiteX16" fmla="*/ 1054792 w 1348480"/>
              <a:gd name="connsiteY16" fmla="*/ 174623 h 1370011"/>
              <a:gd name="connsiteX17" fmla="*/ 1008755 w 1348480"/>
              <a:gd name="connsiteY17" fmla="*/ 280192 h 1370011"/>
              <a:gd name="connsiteX18" fmla="*/ 1074637 w 1348480"/>
              <a:gd name="connsiteY18" fmla="*/ 300829 h 1370011"/>
              <a:gd name="connsiteX19" fmla="*/ 1069875 w 1348480"/>
              <a:gd name="connsiteY19" fmla="*/ 393699 h 1370011"/>
              <a:gd name="connsiteX20" fmla="*/ 1154012 w 1348480"/>
              <a:gd name="connsiteY20" fmla="*/ 432592 h 1370011"/>
              <a:gd name="connsiteX21" fmla="*/ 1298473 w 1348480"/>
              <a:gd name="connsiteY21" fmla="*/ 1008062 h 1370011"/>
              <a:gd name="connsiteX22" fmla="*/ 1348480 w 1348480"/>
              <a:gd name="connsiteY22" fmla="*/ 1119980 h 1370011"/>
              <a:gd name="connsiteX23" fmla="*/ 1317524 w 1348480"/>
              <a:gd name="connsiteY23" fmla="*/ 1370011 h 1370011"/>
              <a:gd name="connsiteX24" fmla="*/ 1229416 w 1348480"/>
              <a:gd name="connsiteY24" fmla="*/ 1353344 h 1370011"/>
              <a:gd name="connsiteX25" fmla="*/ 1277042 w 1348480"/>
              <a:gd name="connsiteY25" fmla="*/ 1224755 h 1370011"/>
              <a:gd name="connsiteX26" fmla="*/ 1198461 w 1348480"/>
              <a:gd name="connsiteY26" fmla="*/ 1196182 h 1370011"/>
              <a:gd name="connsiteX27" fmla="*/ 1041298 w 1348480"/>
              <a:gd name="connsiteY27" fmla="*/ 1208088 h 1370011"/>
              <a:gd name="connsiteX28" fmla="*/ 1003302 w 1348480"/>
              <a:gd name="connsiteY28" fmla="*/ 1151156 h 1370011"/>
              <a:gd name="connsiteX29" fmla="*/ 858045 w 1348480"/>
              <a:gd name="connsiteY29" fmla="*/ 967800 h 1370011"/>
              <a:gd name="connsiteX30" fmla="*/ 786608 w 1348480"/>
              <a:gd name="connsiteY30" fmla="*/ 977324 h 1370011"/>
              <a:gd name="connsiteX31" fmla="*/ 444502 w 1348480"/>
              <a:gd name="connsiteY31" fmla="*/ 818575 h 1370011"/>
              <a:gd name="connsiteX32" fmla="*/ 485775 w 1348480"/>
              <a:gd name="connsiteY32" fmla="*/ 627280 h 1370011"/>
              <a:gd name="connsiteX33" fmla="*/ 293690 w 1348480"/>
              <a:gd name="connsiteY33" fmla="*/ 651094 h 1370011"/>
              <a:gd name="connsiteX34" fmla="*/ 255590 w 1348480"/>
              <a:gd name="connsiteY34" fmla="*/ 540762 h 1370011"/>
              <a:gd name="connsiteX35" fmla="*/ 85072 w 1348480"/>
              <a:gd name="connsiteY35" fmla="*/ 536328 h 1370011"/>
              <a:gd name="connsiteX36" fmla="*/ 64855 w 1348480"/>
              <a:gd name="connsiteY36" fmla="*/ 429965 h 1370011"/>
              <a:gd name="connsiteX0" fmla="*/ 64855 w 1348480"/>
              <a:gd name="connsiteY0" fmla="*/ 429965 h 1370011"/>
              <a:gd name="connsiteX1" fmla="*/ 0 w 1348480"/>
              <a:gd name="connsiteY1" fmla="*/ 288350 h 1370011"/>
              <a:gd name="connsiteX2" fmla="*/ 48419 w 1348480"/>
              <a:gd name="connsiteY2" fmla="*/ 170080 h 1370011"/>
              <a:gd name="connsiteX3" fmla="*/ 129493 w 1348480"/>
              <a:gd name="connsiteY3" fmla="*/ 137318 h 1370011"/>
              <a:gd name="connsiteX4" fmla="*/ 103087 w 1348480"/>
              <a:gd name="connsiteY4" fmla="*/ 211931 h 1370011"/>
              <a:gd name="connsiteX5" fmla="*/ 234849 w 1348480"/>
              <a:gd name="connsiteY5" fmla="*/ 115093 h 1370011"/>
              <a:gd name="connsiteX6" fmla="*/ 261835 w 1348480"/>
              <a:gd name="connsiteY6" fmla="*/ 14287 h 1370011"/>
              <a:gd name="connsiteX7" fmla="*/ 307079 w 1348480"/>
              <a:gd name="connsiteY7" fmla="*/ 0 h 1370011"/>
              <a:gd name="connsiteX8" fmla="*/ 274536 w 1348480"/>
              <a:gd name="connsiteY8" fmla="*/ 117473 h 1370011"/>
              <a:gd name="connsiteX9" fmla="*/ 363436 w 1348480"/>
              <a:gd name="connsiteY9" fmla="*/ 128585 h 1370011"/>
              <a:gd name="connsiteX10" fmla="*/ 434080 w 1348480"/>
              <a:gd name="connsiteY10" fmla="*/ 154779 h 1370011"/>
              <a:gd name="connsiteX11" fmla="*/ 373755 w 1348480"/>
              <a:gd name="connsiteY11" fmla="*/ 246061 h 1370011"/>
              <a:gd name="connsiteX12" fmla="*/ 581718 w 1348480"/>
              <a:gd name="connsiteY12" fmla="*/ 211136 h 1370011"/>
              <a:gd name="connsiteX13" fmla="*/ 677760 w 1348480"/>
              <a:gd name="connsiteY13" fmla="*/ 263523 h 1370011"/>
              <a:gd name="connsiteX14" fmla="*/ 817460 w 1348480"/>
              <a:gd name="connsiteY14" fmla="*/ 167479 h 1370011"/>
              <a:gd name="connsiteX15" fmla="*/ 986530 w 1348480"/>
              <a:gd name="connsiteY15" fmla="*/ 192880 h 1370011"/>
              <a:gd name="connsiteX16" fmla="*/ 1054792 w 1348480"/>
              <a:gd name="connsiteY16" fmla="*/ 174623 h 1370011"/>
              <a:gd name="connsiteX17" fmla="*/ 1008755 w 1348480"/>
              <a:gd name="connsiteY17" fmla="*/ 280192 h 1370011"/>
              <a:gd name="connsiteX18" fmla="*/ 1074637 w 1348480"/>
              <a:gd name="connsiteY18" fmla="*/ 300829 h 1370011"/>
              <a:gd name="connsiteX19" fmla="*/ 1069875 w 1348480"/>
              <a:gd name="connsiteY19" fmla="*/ 393699 h 1370011"/>
              <a:gd name="connsiteX20" fmla="*/ 1154012 w 1348480"/>
              <a:gd name="connsiteY20" fmla="*/ 432592 h 1370011"/>
              <a:gd name="connsiteX21" fmla="*/ 771423 w 1348480"/>
              <a:gd name="connsiteY21" fmla="*/ 531812 h 1370011"/>
              <a:gd name="connsiteX22" fmla="*/ 1348480 w 1348480"/>
              <a:gd name="connsiteY22" fmla="*/ 1119980 h 1370011"/>
              <a:gd name="connsiteX23" fmla="*/ 1317524 w 1348480"/>
              <a:gd name="connsiteY23" fmla="*/ 1370011 h 1370011"/>
              <a:gd name="connsiteX24" fmla="*/ 1229416 w 1348480"/>
              <a:gd name="connsiteY24" fmla="*/ 1353344 h 1370011"/>
              <a:gd name="connsiteX25" fmla="*/ 1277042 w 1348480"/>
              <a:gd name="connsiteY25" fmla="*/ 1224755 h 1370011"/>
              <a:gd name="connsiteX26" fmla="*/ 1198461 w 1348480"/>
              <a:gd name="connsiteY26" fmla="*/ 1196182 h 1370011"/>
              <a:gd name="connsiteX27" fmla="*/ 1041298 w 1348480"/>
              <a:gd name="connsiteY27" fmla="*/ 1208088 h 1370011"/>
              <a:gd name="connsiteX28" fmla="*/ 1003302 w 1348480"/>
              <a:gd name="connsiteY28" fmla="*/ 1151156 h 1370011"/>
              <a:gd name="connsiteX29" fmla="*/ 858045 w 1348480"/>
              <a:gd name="connsiteY29" fmla="*/ 967800 h 1370011"/>
              <a:gd name="connsiteX30" fmla="*/ 786608 w 1348480"/>
              <a:gd name="connsiteY30" fmla="*/ 977324 h 1370011"/>
              <a:gd name="connsiteX31" fmla="*/ 444502 w 1348480"/>
              <a:gd name="connsiteY31" fmla="*/ 818575 h 1370011"/>
              <a:gd name="connsiteX32" fmla="*/ 485775 w 1348480"/>
              <a:gd name="connsiteY32" fmla="*/ 627280 h 1370011"/>
              <a:gd name="connsiteX33" fmla="*/ 293690 w 1348480"/>
              <a:gd name="connsiteY33" fmla="*/ 651094 h 1370011"/>
              <a:gd name="connsiteX34" fmla="*/ 255590 w 1348480"/>
              <a:gd name="connsiteY34" fmla="*/ 540762 h 1370011"/>
              <a:gd name="connsiteX35" fmla="*/ 85072 w 1348480"/>
              <a:gd name="connsiteY35" fmla="*/ 536328 h 1370011"/>
              <a:gd name="connsiteX36" fmla="*/ 64855 w 1348480"/>
              <a:gd name="connsiteY36" fmla="*/ 429965 h 1370011"/>
              <a:gd name="connsiteX0" fmla="*/ 64855 w 1348480"/>
              <a:gd name="connsiteY0" fmla="*/ 429965 h 1370011"/>
              <a:gd name="connsiteX1" fmla="*/ 0 w 1348480"/>
              <a:gd name="connsiteY1" fmla="*/ 288350 h 1370011"/>
              <a:gd name="connsiteX2" fmla="*/ 48419 w 1348480"/>
              <a:gd name="connsiteY2" fmla="*/ 170080 h 1370011"/>
              <a:gd name="connsiteX3" fmla="*/ 129493 w 1348480"/>
              <a:gd name="connsiteY3" fmla="*/ 137318 h 1370011"/>
              <a:gd name="connsiteX4" fmla="*/ 103087 w 1348480"/>
              <a:gd name="connsiteY4" fmla="*/ 211931 h 1370011"/>
              <a:gd name="connsiteX5" fmla="*/ 234849 w 1348480"/>
              <a:gd name="connsiteY5" fmla="*/ 115093 h 1370011"/>
              <a:gd name="connsiteX6" fmla="*/ 261835 w 1348480"/>
              <a:gd name="connsiteY6" fmla="*/ 14287 h 1370011"/>
              <a:gd name="connsiteX7" fmla="*/ 307079 w 1348480"/>
              <a:gd name="connsiteY7" fmla="*/ 0 h 1370011"/>
              <a:gd name="connsiteX8" fmla="*/ 274536 w 1348480"/>
              <a:gd name="connsiteY8" fmla="*/ 117473 h 1370011"/>
              <a:gd name="connsiteX9" fmla="*/ 363436 w 1348480"/>
              <a:gd name="connsiteY9" fmla="*/ 128585 h 1370011"/>
              <a:gd name="connsiteX10" fmla="*/ 434080 w 1348480"/>
              <a:gd name="connsiteY10" fmla="*/ 154779 h 1370011"/>
              <a:gd name="connsiteX11" fmla="*/ 373755 w 1348480"/>
              <a:gd name="connsiteY11" fmla="*/ 246061 h 1370011"/>
              <a:gd name="connsiteX12" fmla="*/ 581718 w 1348480"/>
              <a:gd name="connsiteY12" fmla="*/ 211136 h 1370011"/>
              <a:gd name="connsiteX13" fmla="*/ 677760 w 1348480"/>
              <a:gd name="connsiteY13" fmla="*/ 263523 h 1370011"/>
              <a:gd name="connsiteX14" fmla="*/ 817460 w 1348480"/>
              <a:gd name="connsiteY14" fmla="*/ 167479 h 1370011"/>
              <a:gd name="connsiteX15" fmla="*/ 986530 w 1348480"/>
              <a:gd name="connsiteY15" fmla="*/ 192880 h 1370011"/>
              <a:gd name="connsiteX16" fmla="*/ 1054792 w 1348480"/>
              <a:gd name="connsiteY16" fmla="*/ 174623 h 1370011"/>
              <a:gd name="connsiteX17" fmla="*/ 1008755 w 1348480"/>
              <a:gd name="connsiteY17" fmla="*/ 280192 h 1370011"/>
              <a:gd name="connsiteX18" fmla="*/ 1074637 w 1348480"/>
              <a:gd name="connsiteY18" fmla="*/ 300829 h 1370011"/>
              <a:gd name="connsiteX19" fmla="*/ 1069875 w 1348480"/>
              <a:gd name="connsiteY19" fmla="*/ 393699 h 1370011"/>
              <a:gd name="connsiteX20" fmla="*/ 1154012 w 1348480"/>
              <a:gd name="connsiteY20" fmla="*/ 432592 h 1370011"/>
              <a:gd name="connsiteX21" fmla="*/ 1076223 w 1348480"/>
              <a:gd name="connsiteY21" fmla="*/ 493712 h 1370011"/>
              <a:gd name="connsiteX22" fmla="*/ 1348480 w 1348480"/>
              <a:gd name="connsiteY22" fmla="*/ 1119980 h 1370011"/>
              <a:gd name="connsiteX23" fmla="*/ 1317524 w 1348480"/>
              <a:gd name="connsiteY23" fmla="*/ 1370011 h 1370011"/>
              <a:gd name="connsiteX24" fmla="*/ 1229416 w 1348480"/>
              <a:gd name="connsiteY24" fmla="*/ 1353344 h 1370011"/>
              <a:gd name="connsiteX25" fmla="*/ 1277042 w 1348480"/>
              <a:gd name="connsiteY25" fmla="*/ 1224755 h 1370011"/>
              <a:gd name="connsiteX26" fmla="*/ 1198461 w 1348480"/>
              <a:gd name="connsiteY26" fmla="*/ 1196182 h 1370011"/>
              <a:gd name="connsiteX27" fmla="*/ 1041298 w 1348480"/>
              <a:gd name="connsiteY27" fmla="*/ 1208088 h 1370011"/>
              <a:gd name="connsiteX28" fmla="*/ 1003302 w 1348480"/>
              <a:gd name="connsiteY28" fmla="*/ 1151156 h 1370011"/>
              <a:gd name="connsiteX29" fmla="*/ 858045 w 1348480"/>
              <a:gd name="connsiteY29" fmla="*/ 967800 h 1370011"/>
              <a:gd name="connsiteX30" fmla="*/ 786608 w 1348480"/>
              <a:gd name="connsiteY30" fmla="*/ 977324 h 1370011"/>
              <a:gd name="connsiteX31" fmla="*/ 444502 w 1348480"/>
              <a:gd name="connsiteY31" fmla="*/ 818575 h 1370011"/>
              <a:gd name="connsiteX32" fmla="*/ 485775 w 1348480"/>
              <a:gd name="connsiteY32" fmla="*/ 627280 h 1370011"/>
              <a:gd name="connsiteX33" fmla="*/ 293690 w 1348480"/>
              <a:gd name="connsiteY33" fmla="*/ 651094 h 1370011"/>
              <a:gd name="connsiteX34" fmla="*/ 255590 w 1348480"/>
              <a:gd name="connsiteY34" fmla="*/ 540762 h 1370011"/>
              <a:gd name="connsiteX35" fmla="*/ 85072 w 1348480"/>
              <a:gd name="connsiteY35" fmla="*/ 536328 h 1370011"/>
              <a:gd name="connsiteX36" fmla="*/ 64855 w 1348480"/>
              <a:gd name="connsiteY36" fmla="*/ 429965 h 1370011"/>
              <a:gd name="connsiteX0" fmla="*/ 64855 w 1317524"/>
              <a:gd name="connsiteY0" fmla="*/ 429965 h 1370011"/>
              <a:gd name="connsiteX1" fmla="*/ 0 w 1317524"/>
              <a:gd name="connsiteY1" fmla="*/ 288350 h 1370011"/>
              <a:gd name="connsiteX2" fmla="*/ 48419 w 1317524"/>
              <a:gd name="connsiteY2" fmla="*/ 170080 h 1370011"/>
              <a:gd name="connsiteX3" fmla="*/ 129493 w 1317524"/>
              <a:gd name="connsiteY3" fmla="*/ 137318 h 1370011"/>
              <a:gd name="connsiteX4" fmla="*/ 103087 w 1317524"/>
              <a:gd name="connsiteY4" fmla="*/ 211931 h 1370011"/>
              <a:gd name="connsiteX5" fmla="*/ 234849 w 1317524"/>
              <a:gd name="connsiteY5" fmla="*/ 115093 h 1370011"/>
              <a:gd name="connsiteX6" fmla="*/ 261835 w 1317524"/>
              <a:gd name="connsiteY6" fmla="*/ 14287 h 1370011"/>
              <a:gd name="connsiteX7" fmla="*/ 307079 w 1317524"/>
              <a:gd name="connsiteY7" fmla="*/ 0 h 1370011"/>
              <a:gd name="connsiteX8" fmla="*/ 274536 w 1317524"/>
              <a:gd name="connsiteY8" fmla="*/ 117473 h 1370011"/>
              <a:gd name="connsiteX9" fmla="*/ 363436 w 1317524"/>
              <a:gd name="connsiteY9" fmla="*/ 128585 h 1370011"/>
              <a:gd name="connsiteX10" fmla="*/ 434080 w 1317524"/>
              <a:gd name="connsiteY10" fmla="*/ 154779 h 1370011"/>
              <a:gd name="connsiteX11" fmla="*/ 373755 w 1317524"/>
              <a:gd name="connsiteY11" fmla="*/ 246061 h 1370011"/>
              <a:gd name="connsiteX12" fmla="*/ 581718 w 1317524"/>
              <a:gd name="connsiteY12" fmla="*/ 211136 h 1370011"/>
              <a:gd name="connsiteX13" fmla="*/ 677760 w 1317524"/>
              <a:gd name="connsiteY13" fmla="*/ 263523 h 1370011"/>
              <a:gd name="connsiteX14" fmla="*/ 817460 w 1317524"/>
              <a:gd name="connsiteY14" fmla="*/ 167479 h 1370011"/>
              <a:gd name="connsiteX15" fmla="*/ 986530 w 1317524"/>
              <a:gd name="connsiteY15" fmla="*/ 192880 h 1370011"/>
              <a:gd name="connsiteX16" fmla="*/ 1054792 w 1317524"/>
              <a:gd name="connsiteY16" fmla="*/ 174623 h 1370011"/>
              <a:gd name="connsiteX17" fmla="*/ 1008755 w 1317524"/>
              <a:gd name="connsiteY17" fmla="*/ 280192 h 1370011"/>
              <a:gd name="connsiteX18" fmla="*/ 1074637 w 1317524"/>
              <a:gd name="connsiteY18" fmla="*/ 300829 h 1370011"/>
              <a:gd name="connsiteX19" fmla="*/ 1069875 w 1317524"/>
              <a:gd name="connsiteY19" fmla="*/ 393699 h 1370011"/>
              <a:gd name="connsiteX20" fmla="*/ 1154012 w 1317524"/>
              <a:gd name="connsiteY20" fmla="*/ 432592 h 1370011"/>
              <a:gd name="connsiteX21" fmla="*/ 1076223 w 1317524"/>
              <a:gd name="connsiteY21" fmla="*/ 493712 h 1370011"/>
              <a:gd name="connsiteX22" fmla="*/ 875405 w 1317524"/>
              <a:gd name="connsiteY22" fmla="*/ 678655 h 1370011"/>
              <a:gd name="connsiteX23" fmla="*/ 1317524 w 1317524"/>
              <a:gd name="connsiteY23" fmla="*/ 1370011 h 1370011"/>
              <a:gd name="connsiteX24" fmla="*/ 1229416 w 1317524"/>
              <a:gd name="connsiteY24" fmla="*/ 1353344 h 1370011"/>
              <a:gd name="connsiteX25" fmla="*/ 1277042 w 1317524"/>
              <a:gd name="connsiteY25" fmla="*/ 1224755 h 1370011"/>
              <a:gd name="connsiteX26" fmla="*/ 1198461 w 1317524"/>
              <a:gd name="connsiteY26" fmla="*/ 1196182 h 1370011"/>
              <a:gd name="connsiteX27" fmla="*/ 1041298 w 1317524"/>
              <a:gd name="connsiteY27" fmla="*/ 1208088 h 1370011"/>
              <a:gd name="connsiteX28" fmla="*/ 1003302 w 1317524"/>
              <a:gd name="connsiteY28" fmla="*/ 1151156 h 1370011"/>
              <a:gd name="connsiteX29" fmla="*/ 858045 w 1317524"/>
              <a:gd name="connsiteY29" fmla="*/ 967800 h 1370011"/>
              <a:gd name="connsiteX30" fmla="*/ 786608 w 1317524"/>
              <a:gd name="connsiteY30" fmla="*/ 977324 h 1370011"/>
              <a:gd name="connsiteX31" fmla="*/ 444502 w 1317524"/>
              <a:gd name="connsiteY31" fmla="*/ 818575 h 1370011"/>
              <a:gd name="connsiteX32" fmla="*/ 485775 w 1317524"/>
              <a:gd name="connsiteY32" fmla="*/ 627280 h 1370011"/>
              <a:gd name="connsiteX33" fmla="*/ 293690 w 1317524"/>
              <a:gd name="connsiteY33" fmla="*/ 651094 h 1370011"/>
              <a:gd name="connsiteX34" fmla="*/ 255590 w 1317524"/>
              <a:gd name="connsiteY34" fmla="*/ 540762 h 1370011"/>
              <a:gd name="connsiteX35" fmla="*/ 85072 w 1317524"/>
              <a:gd name="connsiteY35" fmla="*/ 536328 h 1370011"/>
              <a:gd name="connsiteX36" fmla="*/ 64855 w 1317524"/>
              <a:gd name="connsiteY36" fmla="*/ 429965 h 1370011"/>
              <a:gd name="connsiteX0" fmla="*/ 64855 w 1317524"/>
              <a:gd name="connsiteY0" fmla="*/ 429965 h 1370011"/>
              <a:gd name="connsiteX1" fmla="*/ 0 w 1317524"/>
              <a:gd name="connsiteY1" fmla="*/ 288350 h 1370011"/>
              <a:gd name="connsiteX2" fmla="*/ 48419 w 1317524"/>
              <a:gd name="connsiteY2" fmla="*/ 170080 h 1370011"/>
              <a:gd name="connsiteX3" fmla="*/ 129493 w 1317524"/>
              <a:gd name="connsiteY3" fmla="*/ 137318 h 1370011"/>
              <a:gd name="connsiteX4" fmla="*/ 103087 w 1317524"/>
              <a:gd name="connsiteY4" fmla="*/ 211931 h 1370011"/>
              <a:gd name="connsiteX5" fmla="*/ 234849 w 1317524"/>
              <a:gd name="connsiteY5" fmla="*/ 115093 h 1370011"/>
              <a:gd name="connsiteX6" fmla="*/ 261835 w 1317524"/>
              <a:gd name="connsiteY6" fmla="*/ 14287 h 1370011"/>
              <a:gd name="connsiteX7" fmla="*/ 307079 w 1317524"/>
              <a:gd name="connsiteY7" fmla="*/ 0 h 1370011"/>
              <a:gd name="connsiteX8" fmla="*/ 274536 w 1317524"/>
              <a:gd name="connsiteY8" fmla="*/ 117473 h 1370011"/>
              <a:gd name="connsiteX9" fmla="*/ 363436 w 1317524"/>
              <a:gd name="connsiteY9" fmla="*/ 128585 h 1370011"/>
              <a:gd name="connsiteX10" fmla="*/ 434080 w 1317524"/>
              <a:gd name="connsiteY10" fmla="*/ 154779 h 1370011"/>
              <a:gd name="connsiteX11" fmla="*/ 373755 w 1317524"/>
              <a:gd name="connsiteY11" fmla="*/ 246061 h 1370011"/>
              <a:gd name="connsiteX12" fmla="*/ 581718 w 1317524"/>
              <a:gd name="connsiteY12" fmla="*/ 211136 h 1370011"/>
              <a:gd name="connsiteX13" fmla="*/ 677760 w 1317524"/>
              <a:gd name="connsiteY13" fmla="*/ 263523 h 1370011"/>
              <a:gd name="connsiteX14" fmla="*/ 817460 w 1317524"/>
              <a:gd name="connsiteY14" fmla="*/ 167479 h 1370011"/>
              <a:gd name="connsiteX15" fmla="*/ 986530 w 1317524"/>
              <a:gd name="connsiteY15" fmla="*/ 192880 h 1370011"/>
              <a:gd name="connsiteX16" fmla="*/ 1054792 w 1317524"/>
              <a:gd name="connsiteY16" fmla="*/ 174623 h 1370011"/>
              <a:gd name="connsiteX17" fmla="*/ 1008755 w 1317524"/>
              <a:gd name="connsiteY17" fmla="*/ 280192 h 1370011"/>
              <a:gd name="connsiteX18" fmla="*/ 1074637 w 1317524"/>
              <a:gd name="connsiteY18" fmla="*/ 300829 h 1370011"/>
              <a:gd name="connsiteX19" fmla="*/ 1069875 w 1317524"/>
              <a:gd name="connsiteY19" fmla="*/ 393699 h 1370011"/>
              <a:gd name="connsiteX20" fmla="*/ 1154012 w 1317524"/>
              <a:gd name="connsiteY20" fmla="*/ 432592 h 1370011"/>
              <a:gd name="connsiteX21" fmla="*/ 1076223 w 1317524"/>
              <a:gd name="connsiteY21" fmla="*/ 493712 h 1370011"/>
              <a:gd name="connsiteX22" fmla="*/ 1081780 w 1317524"/>
              <a:gd name="connsiteY22" fmla="*/ 589755 h 1370011"/>
              <a:gd name="connsiteX23" fmla="*/ 1317524 w 1317524"/>
              <a:gd name="connsiteY23" fmla="*/ 1370011 h 1370011"/>
              <a:gd name="connsiteX24" fmla="*/ 1229416 w 1317524"/>
              <a:gd name="connsiteY24" fmla="*/ 1353344 h 1370011"/>
              <a:gd name="connsiteX25" fmla="*/ 1277042 w 1317524"/>
              <a:gd name="connsiteY25" fmla="*/ 1224755 h 1370011"/>
              <a:gd name="connsiteX26" fmla="*/ 1198461 w 1317524"/>
              <a:gd name="connsiteY26" fmla="*/ 1196182 h 1370011"/>
              <a:gd name="connsiteX27" fmla="*/ 1041298 w 1317524"/>
              <a:gd name="connsiteY27" fmla="*/ 1208088 h 1370011"/>
              <a:gd name="connsiteX28" fmla="*/ 1003302 w 1317524"/>
              <a:gd name="connsiteY28" fmla="*/ 1151156 h 1370011"/>
              <a:gd name="connsiteX29" fmla="*/ 858045 w 1317524"/>
              <a:gd name="connsiteY29" fmla="*/ 967800 h 1370011"/>
              <a:gd name="connsiteX30" fmla="*/ 786608 w 1317524"/>
              <a:gd name="connsiteY30" fmla="*/ 977324 h 1370011"/>
              <a:gd name="connsiteX31" fmla="*/ 444502 w 1317524"/>
              <a:gd name="connsiteY31" fmla="*/ 818575 h 1370011"/>
              <a:gd name="connsiteX32" fmla="*/ 485775 w 1317524"/>
              <a:gd name="connsiteY32" fmla="*/ 627280 h 1370011"/>
              <a:gd name="connsiteX33" fmla="*/ 293690 w 1317524"/>
              <a:gd name="connsiteY33" fmla="*/ 651094 h 1370011"/>
              <a:gd name="connsiteX34" fmla="*/ 255590 w 1317524"/>
              <a:gd name="connsiteY34" fmla="*/ 540762 h 1370011"/>
              <a:gd name="connsiteX35" fmla="*/ 85072 w 1317524"/>
              <a:gd name="connsiteY35" fmla="*/ 536328 h 1370011"/>
              <a:gd name="connsiteX36" fmla="*/ 64855 w 1317524"/>
              <a:gd name="connsiteY36" fmla="*/ 429965 h 1370011"/>
              <a:gd name="connsiteX0" fmla="*/ 64855 w 1317524"/>
              <a:gd name="connsiteY0" fmla="*/ 429965 h 1370011"/>
              <a:gd name="connsiteX1" fmla="*/ 0 w 1317524"/>
              <a:gd name="connsiteY1" fmla="*/ 288350 h 1370011"/>
              <a:gd name="connsiteX2" fmla="*/ 48419 w 1317524"/>
              <a:gd name="connsiteY2" fmla="*/ 170080 h 1370011"/>
              <a:gd name="connsiteX3" fmla="*/ 129493 w 1317524"/>
              <a:gd name="connsiteY3" fmla="*/ 137318 h 1370011"/>
              <a:gd name="connsiteX4" fmla="*/ 103087 w 1317524"/>
              <a:gd name="connsiteY4" fmla="*/ 211931 h 1370011"/>
              <a:gd name="connsiteX5" fmla="*/ 234849 w 1317524"/>
              <a:gd name="connsiteY5" fmla="*/ 115093 h 1370011"/>
              <a:gd name="connsiteX6" fmla="*/ 261835 w 1317524"/>
              <a:gd name="connsiteY6" fmla="*/ 14287 h 1370011"/>
              <a:gd name="connsiteX7" fmla="*/ 307079 w 1317524"/>
              <a:gd name="connsiteY7" fmla="*/ 0 h 1370011"/>
              <a:gd name="connsiteX8" fmla="*/ 274536 w 1317524"/>
              <a:gd name="connsiteY8" fmla="*/ 117473 h 1370011"/>
              <a:gd name="connsiteX9" fmla="*/ 363436 w 1317524"/>
              <a:gd name="connsiteY9" fmla="*/ 128585 h 1370011"/>
              <a:gd name="connsiteX10" fmla="*/ 434080 w 1317524"/>
              <a:gd name="connsiteY10" fmla="*/ 154779 h 1370011"/>
              <a:gd name="connsiteX11" fmla="*/ 373755 w 1317524"/>
              <a:gd name="connsiteY11" fmla="*/ 246061 h 1370011"/>
              <a:gd name="connsiteX12" fmla="*/ 581718 w 1317524"/>
              <a:gd name="connsiteY12" fmla="*/ 211136 h 1370011"/>
              <a:gd name="connsiteX13" fmla="*/ 677760 w 1317524"/>
              <a:gd name="connsiteY13" fmla="*/ 263523 h 1370011"/>
              <a:gd name="connsiteX14" fmla="*/ 817460 w 1317524"/>
              <a:gd name="connsiteY14" fmla="*/ 167479 h 1370011"/>
              <a:gd name="connsiteX15" fmla="*/ 986530 w 1317524"/>
              <a:gd name="connsiteY15" fmla="*/ 192880 h 1370011"/>
              <a:gd name="connsiteX16" fmla="*/ 1054792 w 1317524"/>
              <a:gd name="connsiteY16" fmla="*/ 174623 h 1370011"/>
              <a:gd name="connsiteX17" fmla="*/ 1008755 w 1317524"/>
              <a:gd name="connsiteY17" fmla="*/ 280192 h 1370011"/>
              <a:gd name="connsiteX18" fmla="*/ 1074637 w 1317524"/>
              <a:gd name="connsiteY18" fmla="*/ 300829 h 1370011"/>
              <a:gd name="connsiteX19" fmla="*/ 1069875 w 1317524"/>
              <a:gd name="connsiteY19" fmla="*/ 393699 h 1370011"/>
              <a:gd name="connsiteX20" fmla="*/ 1154012 w 1317524"/>
              <a:gd name="connsiteY20" fmla="*/ 432592 h 1370011"/>
              <a:gd name="connsiteX21" fmla="*/ 1076223 w 1317524"/>
              <a:gd name="connsiteY21" fmla="*/ 493712 h 1370011"/>
              <a:gd name="connsiteX22" fmla="*/ 1081780 w 1317524"/>
              <a:gd name="connsiteY22" fmla="*/ 589755 h 1370011"/>
              <a:gd name="connsiteX23" fmla="*/ 1317524 w 1317524"/>
              <a:gd name="connsiteY23" fmla="*/ 1370011 h 1370011"/>
              <a:gd name="connsiteX24" fmla="*/ 1229416 w 1317524"/>
              <a:gd name="connsiteY24" fmla="*/ 1353344 h 1370011"/>
              <a:gd name="connsiteX25" fmla="*/ 1159567 w 1317524"/>
              <a:gd name="connsiteY25" fmla="*/ 1288255 h 1370011"/>
              <a:gd name="connsiteX26" fmla="*/ 1198461 w 1317524"/>
              <a:gd name="connsiteY26" fmla="*/ 1196182 h 1370011"/>
              <a:gd name="connsiteX27" fmla="*/ 1041298 w 1317524"/>
              <a:gd name="connsiteY27" fmla="*/ 1208088 h 1370011"/>
              <a:gd name="connsiteX28" fmla="*/ 1003302 w 1317524"/>
              <a:gd name="connsiteY28" fmla="*/ 1151156 h 1370011"/>
              <a:gd name="connsiteX29" fmla="*/ 858045 w 1317524"/>
              <a:gd name="connsiteY29" fmla="*/ 967800 h 1370011"/>
              <a:gd name="connsiteX30" fmla="*/ 786608 w 1317524"/>
              <a:gd name="connsiteY30" fmla="*/ 977324 h 1370011"/>
              <a:gd name="connsiteX31" fmla="*/ 444502 w 1317524"/>
              <a:gd name="connsiteY31" fmla="*/ 818575 h 1370011"/>
              <a:gd name="connsiteX32" fmla="*/ 485775 w 1317524"/>
              <a:gd name="connsiteY32" fmla="*/ 627280 h 1370011"/>
              <a:gd name="connsiteX33" fmla="*/ 293690 w 1317524"/>
              <a:gd name="connsiteY33" fmla="*/ 651094 h 1370011"/>
              <a:gd name="connsiteX34" fmla="*/ 255590 w 1317524"/>
              <a:gd name="connsiteY34" fmla="*/ 540762 h 1370011"/>
              <a:gd name="connsiteX35" fmla="*/ 85072 w 1317524"/>
              <a:gd name="connsiteY35" fmla="*/ 536328 h 1370011"/>
              <a:gd name="connsiteX36" fmla="*/ 64855 w 1317524"/>
              <a:gd name="connsiteY36" fmla="*/ 429965 h 1370011"/>
              <a:gd name="connsiteX0" fmla="*/ 64855 w 1229416"/>
              <a:gd name="connsiteY0" fmla="*/ 429965 h 1353344"/>
              <a:gd name="connsiteX1" fmla="*/ 0 w 1229416"/>
              <a:gd name="connsiteY1" fmla="*/ 288350 h 1353344"/>
              <a:gd name="connsiteX2" fmla="*/ 48419 w 1229416"/>
              <a:gd name="connsiteY2" fmla="*/ 170080 h 1353344"/>
              <a:gd name="connsiteX3" fmla="*/ 129493 w 1229416"/>
              <a:gd name="connsiteY3" fmla="*/ 137318 h 1353344"/>
              <a:gd name="connsiteX4" fmla="*/ 103087 w 1229416"/>
              <a:gd name="connsiteY4" fmla="*/ 211931 h 1353344"/>
              <a:gd name="connsiteX5" fmla="*/ 234849 w 1229416"/>
              <a:gd name="connsiteY5" fmla="*/ 115093 h 1353344"/>
              <a:gd name="connsiteX6" fmla="*/ 261835 w 1229416"/>
              <a:gd name="connsiteY6" fmla="*/ 14287 h 1353344"/>
              <a:gd name="connsiteX7" fmla="*/ 307079 w 1229416"/>
              <a:gd name="connsiteY7" fmla="*/ 0 h 1353344"/>
              <a:gd name="connsiteX8" fmla="*/ 274536 w 1229416"/>
              <a:gd name="connsiteY8" fmla="*/ 117473 h 1353344"/>
              <a:gd name="connsiteX9" fmla="*/ 363436 w 1229416"/>
              <a:gd name="connsiteY9" fmla="*/ 128585 h 1353344"/>
              <a:gd name="connsiteX10" fmla="*/ 434080 w 1229416"/>
              <a:gd name="connsiteY10" fmla="*/ 154779 h 1353344"/>
              <a:gd name="connsiteX11" fmla="*/ 373755 w 1229416"/>
              <a:gd name="connsiteY11" fmla="*/ 246061 h 1353344"/>
              <a:gd name="connsiteX12" fmla="*/ 581718 w 1229416"/>
              <a:gd name="connsiteY12" fmla="*/ 211136 h 1353344"/>
              <a:gd name="connsiteX13" fmla="*/ 677760 w 1229416"/>
              <a:gd name="connsiteY13" fmla="*/ 263523 h 1353344"/>
              <a:gd name="connsiteX14" fmla="*/ 817460 w 1229416"/>
              <a:gd name="connsiteY14" fmla="*/ 167479 h 1353344"/>
              <a:gd name="connsiteX15" fmla="*/ 986530 w 1229416"/>
              <a:gd name="connsiteY15" fmla="*/ 192880 h 1353344"/>
              <a:gd name="connsiteX16" fmla="*/ 1054792 w 1229416"/>
              <a:gd name="connsiteY16" fmla="*/ 174623 h 1353344"/>
              <a:gd name="connsiteX17" fmla="*/ 1008755 w 1229416"/>
              <a:gd name="connsiteY17" fmla="*/ 280192 h 1353344"/>
              <a:gd name="connsiteX18" fmla="*/ 1074637 w 1229416"/>
              <a:gd name="connsiteY18" fmla="*/ 300829 h 1353344"/>
              <a:gd name="connsiteX19" fmla="*/ 1069875 w 1229416"/>
              <a:gd name="connsiteY19" fmla="*/ 393699 h 1353344"/>
              <a:gd name="connsiteX20" fmla="*/ 1154012 w 1229416"/>
              <a:gd name="connsiteY20" fmla="*/ 432592 h 1353344"/>
              <a:gd name="connsiteX21" fmla="*/ 1076223 w 1229416"/>
              <a:gd name="connsiteY21" fmla="*/ 493712 h 1353344"/>
              <a:gd name="connsiteX22" fmla="*/ 1081780 w 1229416"/>
              <a:gd name="connsiteY22" fmla="*/ 589755 h 1353344"/>
              <a:gd name="connsiteX23" fmla="*/ 863499 w 1229416"/>
              <a:gd name="connsiteY23" fmla="*/ 506411 h 1353344"/>
              <a:gd name="connsiteX24" fmla="*/ 1229416 w 1229416"/>
              <a:gd name="connsiteY24" fmla="*/ 1353344 h 1353344"/>
              <a:gd name="connsiteX25" fmla="*/ 1159567 w 1229416"/>
              <a:gd name="connsiteY25" fmla="*/ 1288255 h 1353344"/>
              <a:gd name="connsiteX26" fmla="*/ 1198461 w 1229416"/>
              <a:gd name="connsiteY26" fmla="*/ 1196182 h 1353344"/>
              <a:gd name="connsiteX27" fmla="*/ 1041298 w 1229416"/>
              <a:gd name="connsiteY27" fmla="*/ 1208088 h 1353344"/>
              <a:gd name="connsiteX28" fmla="*/ 1003302 w 1229416"/>
              <a:gd name="connsiteY28" fmla="*/ 1151156 h 1353344"/>
              <a:gd name="connsiteX29" fmla="*/ 858045 w 1229416"/>
              <a:gd name="connsiteY29" fmla="*/ 967800 h 1353344"/>
              <a:gd name="connsiteX30" fmla="*/ 786608 w 1229416"/>
              <a:gd name="connsiteY30" fmla="*/ 977324 h 1353344"/>
              <a:gd name="connsiteX31" fmla="*/ 444502 w 1229416"/>
              <a:gd name="connsiteY31" fmla="*/ 818575 h 1353344"/>
              <a:gd name="connsiteX32" fmla="*/ 485775 w 1229416"/>
              <a:gd name="connsiteY32" fmla="*/ 627280 h 1353344"/>
              <a:gd name="connsiteX33" fmla="*/ 293690 w 1229416"/>
              <a:gd name="connsiteY33" fmla="*/ 651094 h 1353344"/>
              <a:gd name="connsiteX34" fmla="*/ 255590 w 1229416"/>
              <a:gd name="connsiteY34" fmla="*/ 540762 h 1353344"/>
              <a:gd name="connsiteX35" fmla="*/ 85072 w 1229416"/>
              <a:gd name="connsiteY35" fmla="*/ 536328 h 1353344"/>
              <a:gd name="connsiteX36" fmla="*/ 64855 w 1229416"/>
              <a:gd name="connsiteY36" fmla="*/ 429965 h 1353344"/>
              <a:gd name="connsiteX0" fmla="*/ 64855 w 1229416"/>
              <a:gd name="connsiteY0" fmla="*/ 429965 h 1353344"/>
              <a:gd name="connsiteX1" fmla="*/ 0 w 1229416"/>
              <a:gd name="connsiteY1" fmla="*/ 288350 h 1353344"/>
              <a:gd name="connsiteX2" fmla="*/ 48419 w 1229416"/>
              <a:gd name="connsiteY2" fmla="*/ 170080 h 1353344"/>
              <a:gd name="connsiteX3" fmla="*/ 129493 w 1229416"/>
              <a:gd name="connsiteY3" fmla="*/ 137318 h 1353344"/>
              <a:gd name="connsiteX4" fmla="*/ 103087 w 1229416"/>
              <a:gd name="connsiteY4" fmla="*/ 211931 h 1353344"/>
              <a:gd name="connsiteX5" fmla="*/ 234849 w 1229416"/>
              <a:gd name="connsiteY5" fmla="*/ 115093 h 1353344"/>
              <a:gd name="connsiteX6" fmla="*/ 261835 w 1229416"/>
              <a:gd name="connsiteY6" fmla="*/ 14287 h 1353344"/>
              <a:gd name="connsiteX7" fmla="*/ 307079 w 1229416"/>
              <a:gd name="connsiteY7" fmla="*/ 0 h 1353344"/>
              <a:gd name="connsiteX8" fmla="*/ 274536 w 1229416"/>
              <a:gd name="connsiteY8" fmla="*/ 117473 h 1353344"/>
              <a:gd name="connsiteX9" fmla="*/ 363436 w 1229416"/>
              <a:gd name="connsiteY9" fmla="*/ 128585 h 1353344"/>
              <a:gd name="connsiteX10" fmla="*/ 434080 w 1229416"/>
              <a:gd name="connsiteY10" fmla="*/ 154779 h 1353344"/>
              <a:gd name="connsiteX11" fmla="*/ 373755 w 1229416"/>
              <a:gd name="connsiteY11" fmla="*/ 246061 h 1353344"/>
              <a:gd name="connsiteX12" fmla="*/ 581718 w 1229416"/>
              <a:gd name="connsiteY12" fmla="*/ 211136 h 1353344"/>
              <a:gd name="connsiteX13" fmla="*/ 677760 w 1229416"/>
              <a:gd name="connsiteY13" fmla="*/ 263523 h 1353344"/>
              <a:gd name="connsiteX14" fmla="*/ 817460 w 1229416"/>
              <a:gd name="connsiteY14" fmla="*/ 167479 h 1353344"/>
              <a:gd name="connsiteX15" fmla="*/ 986530 w 1229416"/>
              <a:gd name="connsiteY15" fmla="*/ 192880 h 1353344"/>
              <a:gd name="connsiteX16" fmla="*/ 1054792 w 1229416"/>
              <a:gd name="connsiteY16" fmla="*/ 174623 h 1353344"/>
              <a:gd name="connsiteX17" fmla="*/ 1008755 w 1229416"/>
              <a:gd name="connsiteY17" fmla="*/ 280192 h 1353344"/>
              <a:gd name="connsiteX18" fmla="*/ 1074637 w 1229416"/>
              <a:gd name="connsiteY18" fmla="*/ 300829 h 1353344"/>
              <a:gd name="connsiteX19" fmla="*/ 1069875 w 1229416"/>
              <a:gd name="connsiteY19" fmla="*/ 393699 h 1353344"/>
              <a:gd name="connsiteX20" fmla="*/ 1154012 w 1229416"/>
              <a:gd name="connsiteY20" fmla="*/ 432592 h 1353344"/>
              <a:gd name="connsiteX21" fmla="*/ 1076223 w 1229416"/>
              <a:gd name="connsiteY21" fmla="*/ 493712 h 1353344"/>
              <a:gd name="connsiteX22" fmla="*/ 1081780 w 1229416"/>
              <a:gd name="connsiteY22" fmla="*/ 589755 h 1353344"/>
              <a:gd name="connsiteX23" fmla="*/ 1009549 w 1229416"/>
              <a:gd name="connsiteY23" fmla="*/ 598486 h 1353344"/>
              <a:gd name="connsiteX24" fmla="*/ 1229416 w 1229416"/>
              <a:gd name="connsiteY24" fmla="*/ 1353344 h 1353344"/>
              <a:gd name="connsiteX25" fmla="*/ 1159567 w 1229416"/>
              <a:gd name="connsiteY25" fmla="*/ 1288255 h 1353344"/>
              <a:gd name="connsiteX26" fmla="*/ 1198461 w 1229416"/>
              <a:gd name="connsiteY26" fmla="*/ 1196182 h 1353344"/>
              <a:gd name="connsiteX27" fmla="*/ 1041298 w 1229416"/>
              <a:gd name="connsiteY27" fmla="*/ 1208088 h 1353344"/>
              <a:gd name="connsiteX28" fmla="*/ 1003302 w 1229416"/>
              <a:gd name="connsiteY28" fmla="*/ 1151156 h 1353344"/>
              <a:gd name="connsiteX29" fmla="*/ 858045 w 1229416"/>
              <a:gd name="connsiteY29" fmla="*/ 967800 h 1353344"/>
              <a:gd name="connsiteX30" fmla="*/ 786608 w 1229416"/>
              <a:gd name="connsiteY30" fmla="*/ 977324 h 1353344"/>
              <a:gd name="connsiteX31" fmla="*/ 444502 w 1229416"/>
              <a:gd name="connsiteY31" fmla="*/ 818575 h 1353344"/>
              <a:gd name="connsiteX32" fmla="*/ 485775 w 1229416"/>
              <a:gd name="connsiteY32" fmla="*/ 627280 h 1353344"/>
              <a:gd name="connsiteX33" fmla="*/ 293690 w 1229416"/>
              <a:gd name="connsiteY33" fmla="*/ 651094 h 1353344"/>
              <a:gd name="connsiteX34" fmla="*/ 255590 w 1229416"/>
              <a:gd name="connsiteY34" fmla="*/ 540762 h 1353344"/>
              <a:gd name="connsiteX35" fmla="*/ 85072 w 1229416"/>
              <a:gd name="connsiteY35" fmla="*/ 536328 h 1353344"/>
              <a:gd name="connsiteX36" fmla="*/ 64855 w 1229416"/>
              <a:gd name="connsiteY36" fmla="*/ 429965 h 1353344"/>
              <a:gd name="connsiteX0" fmla="*/ 64855 w 1229416"/>
              <a:gd name="connsiteY0" fmla="*/ 429965 h 1507332"/>
              <a:gd name="connsiteX1" fmla="*/ 0 w 1229416"/>
              <a:gd name="connsiteY1" fmla="*/ 288350 h 1507332"/>
              <a:gd name="connsiteX2" fmla="*/ 48419 w 1229416"/>
              <a:gd name="connsiteY2" fmla="*/ 170080 h 1507332"/>
              <a:gd name="connsiteX3" fmla="*/ 129493 w 1229416"/>
              <a:gd name="connsiteY3" fmla="*/ 137318 h 1507332"/>
              <a:gd name="connsiteX4" fmla="*/ 103087 w 1229416"/>
              <a:gd name="connsiteY4" fmla="*/ 211931 h 1507332"/>
              <a:gd name="connsiteX5" fmla="*/ 234849 w 1229416"/>
              <a:gd name="connsiteY5" fmla="*/ 115093 h 1507332"/>
              <a:gd name="connsiteX6" fmla="*/ 261835 w 1229416"/>
              <a:gd name="connsiteY6" fmla="*/ 14287 h 1507332"/>
              <a:gd name="connsiteX7" fmla="*/ 307079 w 1229416"/>
              <a:gd name="connsiteY7" fmla="*/ 0 h 1507332"/>
              <a:gd name="connsiteX8" fmla="*/ 274536 w 1229416"/>
              <a:gd name="connsiteY8" fmla="*/ 117473 h 1507332"/>
              <a:gd name="connsiteX9" fmla="*/ 363436 w 1229416"/>
              <a:gd name="connsiteY9" fmla="*/ 128585 h 1507332"/>
              <a:gd name="connsiteX10" fmla="*/ 434080 w 1229416"/>
              <a:gd name="connsiteY10" fmla="*/ 154779 h 1507332"/>
              <a:gd name="connsiteX11" fmla="*/ 373755 w 1229416"/>
              <a:gd name="connsiteY11" fmla="*/ 246061 h 1507332"/>
              <a:gd name="connsiteX12" fmla="*/ 581718 w 1229416"/>
              <a:gd name="connsiteY12" fmla="*/ 211136 h 1507332"/>
              <a:gd name="connsiteX13" fmla="*/ 677760 w 1229416"/>
              <a:gd name="connsiteY13" fmla="*/ 263523 h 1507332"/>
              <a:gd name="connsiteX14" fmla="*/ 817460 w 1229416"/>
              <a:gd name="connsiteY14" fmla="*/ 167479 h 1507332"/>
              <a:gd name="connsiteX15" fmla="*/ 986530 w 1229416"/>
              <a:gd name="connsiteY15" fmla="*/ 192880 h 1507332"/>
              <a:gd name="connsiteX16" fmla="*/ 1054792 w 1229416"/>
              <a:gd name="connsiteY16" fmla="*/ 174623 h 1507332"/>
              <a:gd name="connsiteX17" fmla="*/ 1008755 w 1229416"/>
              <a:gd name="connsiteY17" fmla="*/ 280192 h 1507332"/>
              <a:gd name="connsiteX18" fmla="*/ 1074637 w 1229416"/>
              <a:gd name="connsiteY18" fmla="*/ 300829 h 1507332"/>
              <a:gd name="connsiteX19" fmla="*/ 1069875 w 1229416"/>
              <a:gd name="connsiteY19" fmla="*/ 393699 h 1507332"/>
              <a:gd name="connsiteX20" fmla="*/ 1154012 w 1229416"/>
              <a:gd name="connsiteY20" fmla="*/ 432592 h 1507332"/>
              <a:gd name="connsiteX21" fmla="*/ 1076223 w 1229416"/>
              <a:gd name="connsiteY21" fmla="*/ 493712 h 1507332"/>
              <a:gd name="connsiteX22" fmla="*/ 1081780 w 1229416"/>
              <a:gd name="connsiteY22" fmla="*/ 589755 h 1507332"/>
              <a:gd name="connsiteX23" fmla="*/ 1009549 w 1229416"/>
              <a:gd name="connsiteY23" fmla="*/ 598486 h 1507332"/>
              <a:gd name="connsiteX24" fmla="*/ 1229416 w 1229416"/>
              <a:gd name="connsiteY24" fmla="*/ 1353344 h 1507332"/>
              <a:gd name="connsiteX25" fmla="*/ 1159567 w 1229416"/>
              <a:gd name="connsiteY25" fmla="*/ 1288255 h 1507332"/>
              <a:gd name="connsiteX26" fmla="*/ 928586 w 1229416"/>
              <a:gd name="connsiteY26" fmla="*/ 1507332 h 1507332"/>
              <a:gd name="connsiteX27" fmla="*/ 1041298 w 1229416"/>
              <a:gd name="connsiteY27" fmla="*/ 1208088 h 1507332"/>
              <a:gd name="connsiteX28" fmla="*/ 1003302 w 1229416"/>
              <a:gd name="connsiteY28" fmla="*/ 1151156 h 1507332"/>
              <a:gd name="connsiteX29" fmla="*/ 858045 w 1229416"/>
              <a:gd name="connsiteY29" fmla="*/ 967800 h 1507332"/>
              <a:gd name="connsiteX30" fmla="*/ 786608 w 1229416"/>
              <a:gd name="connsiteY30" fmla="*/ 977324 h 1507332"/>
              <a:gd name="connsiteX31" fmla="*/ 444502 w 1229416"/>
              <a:gd name="connsiteY31" fmla="*/ 818575 h 1507332"/>
              <a:gd name="connsiteX32" fmla="*/ 485775 w 1229416"/>
              <a:gd name="connsiteY32" fmla="*/ 627280 h 1507332"/>
              <a:gd name="connsiteX33" fmla="*/ 293690 w 1229416"/>
              <a:gd name="connsiteY33" fmla="*/ 651094 h 1507332"/>
              <a:gd name="connsiteX34" fmla="*/ 255590 w 1229416"/>
              <a:gd name="connsiteY34" fmla="*/ 540762 h 1507332"/>
              <a:gd name="connsiteX35" fmla="*/ 85072 w 1229416"/>
              <a:gd name="connsiteY35" fmla="*/ 536328 h 1507332"/>
              <a:gd name="connsiteX36" fmla="*/ 64855 w 1229416"/>
              <a:gd name="connsiteY36" fmla="*/ 429965 h 1507332"/>
              <a:gd name="connsiteX0" fmla="*/ 64855 w 1159567"/>
              <a:gd name="connsiteY0" fmla="*/ 429965 h 1507332"/>
              <a:gd name="connsiteX1" fmla="*/ 0 w 1159567"/>
              <a:gd name="connsiteY1" fmla="*/ 288350 h 1507332"/>
              <a:gd name="connsiteX2" fmla="*/ 48419 w 1159567"/>
              <a:gd name="connsiteY2" fmla="*/ 170080 h 1507332"/>
              <a:gd name="connsiteX3" fmla="*/ 129493 w 1159567"/>
              <a:gd name="connsiteY3" fmla="*/ 137318 h 1507332"/>
              <a:gd name="connsiteX4" fmla="*/ 103087 w 1159567"/>
              <a:gd name="connsiteY4" fmla="*/ 211931 h 1507332"/>
              <a:gd name="connsiteX5" fmla="*/ 234849 w 1159567"/>
              <a:gd name="connsiteY5" fmla="*/ 115093 h 1507332"/>
              <a:gd name="connsiteX6" fmla="*/ 261835 w 1159567"/>
              <a:gd name="connsiteY6" fmla="*/ 14287 h 1507332"/>
              <a:gd name="connsiteX7" fmla="*/ 307079 w 1159567"/>
              <a:gd name="connsiteY7" fmla="*/ 0 h 1507332"/>
              <a:gd name="connsiteX8" fmla="*/ 274536 w 1159567"/>
              <a:gd name="connsiteY8" fmla="*/ 117473 h 1507332"/>
              <a:gd name="connsiteX9" fmla="*/ 363436 w 1159567"/>
              <a:gd name="connsiteY9" fmla="*/ 128585 h 1507332"/>
              <a:gd name="connsiteX10" fmla="*/ 434080 w 1159567"/>
              <a:gd name="connsiteY10" fmla="*/ 154779 h 1507332"/>
              <a:gd name="connsiteX11" fmla="*/ 373755 w 1159567"/>
              <a:gd name="connsiteY11" fmla="*/ 246061 h 1507332"/>
              <a:gd name="connsiteX12" fmla="*/ 581718 w 1159567"/>
              <a:gd name="connsiteY12" fmla="*/ 211136 h 1507332"/>
              <a:gd name="connsiteX13" fmla="*/ 677760 w 1159567"/>
              <a:gd name="connsiteY13" fmla="*/ 263523 h 1507332"/>
              <a:gd name="connsiteX14" fmla="*/ 817460 w 1159567"/>
              <a:gd name="connsiteY14" fmla="*/ 167479 h 1507332"/>
              <a:gd name="connsiteX15" fmla="*/ 986530 w 1159567"/>
              <a:gd name="connsiteY15" fmla="*/ 192880 h 1507332"/>
              <a:gd name="connsiteX16" fmla="*/ 1054792 w 1159567"/>
              <a:gd name="connsiteY16" fmla="*/ 174623 h 1507332"/>
              <a:gd name="connsiteX17" fmla="*/ 1008755 w 1159567"/>
              <a:gd name="connsiteY17" fmla="*/ 280192 h 1507332"/>
              <a:gd name="connsiteX18" fmla="*/ 1074637 w 1159567"/>
              <a:gd name="connsiteY18" fmla="*/ 300829 h 1507332"/>
              <a:gd name="connsiteX19" fmla="*/ 1069875 w 1159567"/>
              <a:gd name="connsiteY19" fmla="*/ 393699 h 1507332"/>
              <a:gd name="connsiteX20" fmla="*/ 1154012 w 1159567"/>
              <a:gd name="connsiteY20" fmla="*/ 432592 h 1507332"/>
              <a:gd name="connsiteX21" fmla="*/ 1076223 w 1159567"/>
              <a:gd name="connsiteY21" fmla="*/ 493712 h 1507332"/>
              <a:gd name="connsiteX22" fmla="*/ 1081780 w 1159567"/>
              <a:gd name="connsiteY22" fmla="*/ 589755 h 1507332"/>
              <a:gd name="connsiteX23" fmla="*/ 1009549 w 1159567"/>
              <a:gd name="connsiteY23" fmla="*/ 598486 h 1507332"/>
              <a:gd name="connsiteX24" fmla="*/ 838891 w 1159567"/>
              <a:gd name="connsiteY24" fmla="*/ 658019 h 1507332"/>
              <a:gd name="connsiteX25" fmla="*/ 1159567 w 1159567"/>
              <a:gd name="connsiteY25" fmla="*/ 1288255 h 1507332"/>
              <a:gd name="connsiteX26" fmla="*/ 928586 w 1159567"/>
              <a:gd name="connsiteY26" fmla="*/ 1507332 h 1507332"/>
              <a:gd name="connsiteX27" fmla="*/ 1041298 w 1159567"/>
              <a:gd name="connsiteY27" fmla="*/ 1208088 h 1507332"/>
              <a:gd name="connsiteX28" fmla="*/ 1003302 w 1159567"/>
              <a:gd name="connsiteY28" fmla="*/ 1151156 h 1507332"/>
              <a:gd name="connsiteX29" fmla="*/ 858045 w 1159567"/>
              <a:gd name="connsiteY29" fmla="*/ 967800 h 1507332"/>
              <a:gd name="connsiteX30" fmla="*/ 786608 w 1159567"/>
              <a:gd name="connsiteY30" fmla="*/ 977324 h 1507332"/>
              <a:gd name="connsiteX31" fmla="*/ 444502 w 1159567"/>
              <a:gd name="connsiteY31" fmla="*/ 818575 h 1507332"/>
              <a:gd name="connsiteX32" fmla="*/ 485775 w 1159567"/>
              <a:gd name="connsiteY32" fmla="*/ 627280 h 1507332"/>
              <a:gd name="connsiteX33" fmla="*/ 293690 w 1159567"/>
              <a:gd name="connsiteY33" fmla="*/ 651094 h 1507332"/>
              <a:gd name="connsiteX34" fmla="*/ 255590 w 1159567"/>
              <a:gd name="connsiteY34" fmla="*/ 540762 h 1507332"/>
              <a:gd name="connsiteX35" fmla="*/ 85072 w 1159567"/>
              <a:gd name="connsiteY35" fmla="*/ 536328 h 1507332"/>
              <a:gd name="connsiteX36" fmla="*/ 64855 w 1159567"/>
              <a:gd name="connsiteY36" fmla="*/ 429965 h 1507332"/>
              <a:gd name="connsiteX0" fmla="*/ 64855 w 1159567"/>
              <a:gd name="connsiteY0" fmla="*/ 429965 h 1507332"/>
              <a:gd name="connsiteX1" fmla="*/ 0 w 1159567"/>
              <a:gd name="connsiteY1" fmla="*/ 288350 h 1507332"/>
              <a:gd name="connsiteX2" fmla="*/ 48419 w 1159567"/>
              <a:gd name="connsiteY2" fmla="*/ 170080 h 1507332"/>
              <a:gd name="connsiteX3" fmla="*/ 129493 w 1159567"/>
              <a:gd name="connsiteY3" fmla="*/ 137318 h 1507332"/>
              <a:gd name="connsiteX4" fmla="*/ 103087 w 1159567"/>
              <a:gd name="connsiteY4" fmla="*/ 211931 h 1507332"/>
              <a:gd name="connsiteX5" fmla="*/ 234849 w 1159567"/>
              <a:gd name="connsiteY5" fmla="*/ 115093 h 1507332"/>
              <a:gd name="connsiteX6" fmla="*/ 261835 w 1159567"/>
              <a:gd name="connsiteY6" fmla="*/ 14287 h 1507332"/>
              <a:gd name="connsiteX7" fmla="*/ 307079 w 1159567"/>
              <a:gd name="connsiteY7" fmla="*/ 0 h 1507332"/>
              <a:gd name="connsiteX8" fmla="*/ 274536 w 1159567"/>
              <a:gd name="connsiteY8" fmla="*/ 117473 h 1507332"/>
              <a:gd name="connsiteX9" fmla="*/ 363436 w 1159567"/>
              <a:gd name="connsiteY9" fmla="*/ 128585 h 1507332"/>
              <a:gd name="connsiteX10" fmla="*/ 434080 w 1159567"/>
              <a:gd name="connsiteY10" fmla="*/ 154779 h 1507332"/>
              <a:gd name="connsiteX11" fmla="*/ 373755 w 1159567"/>
              <a:gd name="connsiteY11" fmla="*/ 246061 h 1507332"/>
              <a:gd name="connsiteX12" fmla="*/ 581718 w 1159567"/>
              <a:gd name="connsiteY12" fmla="*/ 211136 h 1507332"/>
              <a:gd name="connsiteX13" fmla="*/ 677760 w 1159567"/>
              <a:gd name="connsiteY13" fmla="*/ 263523 h 1507332"/>
              <a:gd name="connsiteX14" fmla="*/ 817460 w 1159567"/>
              <a:gd name="connsiteY14" fmla="*/ 167479 h 1507332"/>
              <a:gd name="connsiteX15" fmla="*/ 986530 w 1159567"/>
              <a:gd name="connsiteY15" fmla="*/ 192880 h 1507332"/>
              <a:gd name="connsiteX16" fmla="*/ 1054792 w 1159567"/>
              <a:gd name="connsiteY16" fmla="*/ 174623 h 1507332"/>
              <a:gd name="connsiteX17" fmla="*/ 1008755 w 1159567"/>
              <a:gd name="connsiteY17" fmla="*/ 280192 h 1507332"/>
              <a:gd name="connsiteX18" fmla="*/ 1074637 w 1159567"/>
              <a:gd name="connsiteY18" fmla="*/ 300829 h 1507332"/>
              <a:gd name="connsiteX19" fmla="*/ 1069875 w 1159567"/>
              <a:gd name="connsiteY19" fmla="*/ 393699 h 1507332"/>
              <a:gd name="connsiteX20" fmla="*/ 1154012 w 1159567"/>
              <a:gd name="connsiteY20" fmla="*/ 432592 h 1507332"/>
              <a:gd name="connsiteX21" fmla="*/ 1076223 w 1159567"/>
              <a:gd name="connsiteY21" fmla="*/ 493712 h 1507332"/>
              <a:gd name="connsiteX22" fmla="*/ 1081780 w 1159567"/>
              <a:gd name="connsiteY22" fmla="*/ 589755 h 1507332"/>
              <a:gd name="connsiteX23" fmla="*/ 1009549 w 1159567"/>
              <a:gd name="connsiteY23" fmla="*/ 598486 h 1507332"/>
              <a:gd name="connsiteX24" fmla="*/ 1016691 w 1159567"/>
              <a:gd name="connsiteY24" fmla="*/ 702469 h 1507332"/>
              <a:gd name="connsiteX25" fmla="*/ 1159567 w 1159567"/>
              <a:gd name="connsiteY25" fmla="*/ 1288255 h 1507332"/>
              <a:gd name="connsiteX26" fmla="*/ 928586 w 1159567"/>
              <a:gd name="connsiteY26" fmla="*/ 1507332 h 1507332"/>
              <a:gd name="connsiteX27" fmla="*/ 1041298 w 1159567"/>
              <a:gd name="connsiteY27" fmla="*/ 1208088 h 1507332"/>
              <a:gd name="connsiteX28" fmla="*/ 1003302 w 1159567"/>
              <a:gd name="connsiteY28" fmla="*/ 1151156 h 1507332"/>
              <a:gd name="connsiteX29" fmla="*/ 858045 w 1159567"/>
              <a:gd name="connsiteY29" fmla="*/ 967800 h 1507332"/>
              <a:gd name="connsiteX30" fmla="*/ 786608 w 1159567"/>
              <a:gd name="connsiteY30" fmla="*/ 977324 h 1507332"/>
              <a:gd name="connsiteX31" fmla="*/ 444502 w 1159567"/>
              <a:gd name="connsiteY31" fmla="*/ 818575 h 1507332"/>
              <a:gd name="connsiteX32" fmla="*/ 485775 w 1159567"/>
              <a:gd name="connsiteY32" fmla="*/ 627280 h 1507332"/>
              <a:gd name="connsiteX33" fmla="*/ 293690 w 1159567"/>
              <a:gd name="connsiteY33" fmla="*/ 651094 h 1507332"/>
              <a:gd name="connsiteX34" fmla="*/ 255590 w 1159567"/>
              <a:gd name="connsiteY34" fmla="*/ 540762 h 1507332"/>
              <a:gd name="connsiteX35" fmla="*/ 85072 w 1159567"/>
              <a:gd name="connsiteY35" fmla="*/ 536328 h 1507332"/>
              <a:gd name="connsiteX36" fmla="*/ 64855 w 1159567"/>
              <a:gd name="connsiteY36" fmla="*/ 429965 h 1507332"/>
              <a:gd name="connsiteX0" fmla="*/ 64855 w 1154012"/>
              <a:gd name="connsiteY0" fmla="*/ 429965 h 1507332"/>
              <a:gd name="connsiteX1" fmla="*/ 0 w 1154012"/>
              <a:gd name="connsiteY1" fmla="*/ 288350 h 1507332"/>
              <a:gd name="connsiteX2" fmla="*/ 48419 w 1154012"/>
              <a:gd name="connsiteY2" fmla="*/ 170080 h 1507332"/>
              <a:gd name="connsiteX3" fmla="*/ 129493 w 1154012"/>
              <a:gd name="connsiteY3" fmla="*/ 137318 h 1507332"/>
              <a:gd name="connsiteX4" fmla="*/ 103087 w 1154012"/>
              <a:gd name="connsiteY4" fmla="*/ 211931 h 1507332"/>
              <a:gd name="connsiteX5" fmla="*/ 234849 w 1154012"/>
              <a:gd name="connsiteY5" fmla="*/ 115093 h 1507332"/>
              <a:gd name="connsiteX6" fmla="*/ 261835 w 1154012"/>
              <a:gd name="connsiteY6" fmla="*/ 14287 h 1507332"/>
              <a:gd name="connsiteX7" fmla="*/ 307079 w 1154012"/>
              <a:gd name="connsiteY7" fmla="*/ 0 h 1507332"/>
              <a:gd name="connsiteX8" fmla="*/ 274536 w 1154012"/>
              <a:gd name="connsiteY8" fmla="*/ 117473 h 1507332"/>
              <a:gd name="connsiteX9" fmla="*/ 363436 w 1154012"/>
              <a:gd name="connsiteY9" fmla="*/ 128585 h 1507332"/>
              <a:gd name="connsiteX10" fmla="*/ 434080 w 1154012"/>
              <a:gd name="connsiteY10" fmla="*/ 154779 h 1507332"/>
              <a:gd name="connsiteX11" fmla="*/ 373755 w 1154012"/>
              <a:gd name="connsiteY11" fmla="*/ 246061 h 1507332"/>
              <a:gd name="connsiteX12" fmla="*/ 581718 w 1154012"/>
              <a:gd name="connsiteY12" fmla="*/ 211136 h 1507332"/>
              <a:gd name="connsiteX13" fmla="*/ 677760 w 1154012"/>
              <a:gd name="connsiteY13" fmla="*/ 263523 h 1507332"/>
              <a:gd name="connsiteX14" fmla="*/ 817460 w 1154012"/>
              <a:gd name="connsiteY14" fmla="*/ 167479 h 1507332"/>
              <a:gd name="connsiteX15" fmla="*/ 986530 w 1154012"/>
              <a:gd name="connsiteY15" fmla="*/ 192880 h 1507332"/>
              <a:gd name="connsiteX16" fmla="*/ 1054792 w 1154012"/>
              <a:gd name="connsiteY16" fmla="*/ 174623 h 1507332"/>
              <a:gd name="connsiteX17" fmla="*/ 1008755 w 1154012"/>
              <a:gd name="connsiteY17" fmla="*/ 280192 h 1507332"/>
              <a:gd name="connsiteX18" fmla="*/ 1074637 w 1154012"/>
              <a:gd name="connsiteY18" fmla="*/ 300829 h 1507332"/>
              <a:gd name="connsiteX19" fmla="*/ 1069875 w 1154012"/>
              <a:gd name="connsiteY19" fmla="*/ 393699 h 1507332"/>
              <a:gd name="connsiteX20" fmla="*/ 1154012 w 1154012"/>
              <a:gd name="connsiteY20" fmla="*/ 432592 h 1507332"/>
              <a:gd name="connsiteX21" fmla="*/ 1076223 w 1154012"/>
              <a:gd name="connsiteY21" fmla="*/ 493712 h 1507332"/>
              <a:gd name="connsiteX22" fmla="*/ 1081780 w 1154012"/>
              <a:gd name="connsiteY22" fmla="*/ 589755 h 1507332"/>
              <a:gd name="connsiteX23" fmla="*/ 1009549 w 1154012"/>
              <a:gd name="connsiteY23" fmla="*/ 598486 h 1507332"/>
              <a:gd name="connsiteX24" fmla="*/ 1016691 w 1154012"/>
              <a:gd name="connsiteY24" fmla="*/ 702469 h 1507332"/>
              <a:gd name="connsiteX25" fmla="*/ 1051617 w 1154012"/>
              <a:gd name="connsiteY25" fmla="*/ 754855 h 1507332"/>
              <a:gd name="connsiteX26" fmla="*/ 928586 w 1154012"/>
              <a:gd name="connsiteY26" fmla="*/ 1507332 h 1507332"/>
              <a:gd name="connsiteX27" fmla="*/ 1041298 w 1154012"/>
              <a:gd name="connsiteY27" fmla="*/ 1208088 h 1507332"/>
              <a:gd name="connsiteX28" fmla="*/ 1003302 w 1154012"/>
              <a:gd name="connsiteY28" fmla="*/ 1151156 h 1507332"/>
              <a:gd name="connsiteX29" fmla="*/ 858045 w 1154012"/>
              <a:gd name="connsiteY29" fmla="*/ 967800 h 1507332"/>
              <a:gd name="connsiteX30" fmla="*/ 786608 w 1154012"/>
              <a:gd name="connsiteY30" fmla="*/ 977324 h 1507332"/>
              <a:gd name="connsiteX31" fmla="*/ 444502 w 1154012"/>
              <a:gd name="connsiteY31" fmla="*/ 818575 h 1507332"/>
              <a:gd name="connsiteX32" fmla="*/ 485775 w 1154012"/>
              <a:gd name="connsiteY32" fmla="*/ 627280 h 1507332"/>
              <a:gd name="connsiteX33" fmla="*/ 293690 w 1154012"/>
              <a:gd name="connsiteY33" fmla="*/ 651094 h 1507332"/>
              <a:gd name="connsiteX34" fmla="*/ 255590 w 1154012"/>
              <a:gd name="connsiteY34" fmla="*/ 540762 h 1507332"/>
              <a:gd name="connsiteX35" fmla="*/ 85072 w 1154012"/>
              <a:gd name="connsiteY35" fmla="*/ 536328 h 1507332"/>
              <a:gd name="connsiteX36" fmla="*/ 64855 w 1154012"/>
              <a:gd name="connsiteY36" fmla="*/ 429965 h 1507332"/>
              <a:gd name="connsiteX0" fmla="*/ 64855 w 1154012"/>
              <a:gd name="connsiteY0" fmla="*/ 429965 h 1208088"/>
              <a:gd name="connsiteX1" fmla="*/ 0 w 1154012"/>
              <a:gd name="connsiteY1" fmla="*/ 288350 h 1208088"/>
              <a:gd name="connsiteX2" fmla="*/ 48419 w 1154012"/>
              <a:gd name="connsiteY2" fmla="*/ 170080 h 1208088"/>
              <a:gd name="connsiteX3" fmla="*/ 129493 w 1154012"/>
              <a:gd name="connsiteY3" fmla="*/ 137318 h 1208088"/>
              <a:gd name="connsiteX4" fmla="*/ 103087 w 1154012"/>
              <a:gd name="connsiteY4" fmla="*/ 211931 h 1208088"/>
              <a:gd name="connsiteX5" fmla="*/ 234849 w 1154012"/>
              <a:gd name="connsiteY5" fmla="*/ 115093 h 1208088"/>
              <a:gd name="connsiteX6" fmla="*/ 261835 w 1154012"/>
              <a:gd name="connsiteY6" fmla="*/ 14287 h 1208088"/>
              <a:gd name="connsiteX7" fmla="*/ 307079 w 1154012"/>
              <a:gd name="connsiteY7" fmla="*/ 0 h 1208088"/>
              <a:gd name="connsiteX8" fmla="*/ 274536 w 1154012"/>
              <a:gd name="connsiteY8" fmla="*/ 117473 h 1208088"/>
              <a:gd name="connsiteX9" fmla="*/ 363436 w 1154012"/>
              <a:gd name="connsiteY9" fmla="*/ 128585 h 1208088"/>
              <a:gd name="connsiteX10" fmla="*/ 434080 w 1154012"/>
              <a:gd name="connsiteY10" fmla="*/ 154779 h 1208088"/>
              <a:gd name="connsiteX11" fmla="*/ 373755 w 1154012"/>
              <a:gd name="connsiteY11" fmla="*/ 246061 h 1208088"/>
              <a:gd name="connsiteX12" fmla="*/ 581718 w 1154012"/>
              <a:gd name="connsiteY12" fmla="*/ 211136 h 1208088"/>
              <a:gd name="connsiteX13" fmla="*/ 677760 w 1154012"/>
              <a:gd name="connsiteY13" fmla="*/ 263523 h 1208088"/>
              <a:gd name="connsiteX14" fmla="*/ 817460 w 1154012"/>
              <a:gd name="connsiteY14" fmla="*/ 167479 h 1208088"/>
              <a:gd name="connsiteX15" fmla="*/ 986530 w 1154012"/>
              <a:gd name="connsiteY15" fmla="*/ 192880 h 1208088"/>
              <a:gd name="connsiteX16" fmla="*/ 1054792 w 1154012"/>
              <a:gd name="connsiteY16" fmla="*/ 174623 h 1208088"/>
              <a:gd name="connsiteX17" fmla="*/ 1008755 w 1154012"/>
              <a:gd name="connsiteY17" fmla="*/ 280192 h 1208088"/>
              <a:gd name="connsiteX18" fmla="*/ 1074637 w 1154012"/>
              <a:gd name="connsiteY18" fmla="*/ 300829 h 1208088"/>
              <a:gd name="connsiteX19" fmla="*/ 1069875 w 1154012"/>
              <a:gd name="connsiteY19" fmla="*/ 393699 h 1208088"/>
              <a:gd name="connsiteX20" fmla="*/ 1154012 w 1154012"/>
              <a:gd name="connsiteY20" fmla="*/ 432592 h 1208088"/>
              <a:gd name="connsiteX21" fmla="*/ 1076223 w 1154012"/>
              <a:gd name="connsiteY21" fmla="*/ 493712 h 1208088"/>
              <a:gd name="connsiteX22" fmla="*/ 1081780 w 1154012"/>
              <a:gd name="connsiteY22" fmla="*/ 589755 h 1208088"/>
              <a:gd name="connsiteX23" fmla="*/ 1009549 w 1154012"/>
              <a:gd name="connsiteY23" fmla="*/ 598486 h 1208088"/>
              <a:gd name="connsiteX24" fmla="*/ 1016691 w 1154012"/>
              <a:gd name="connsiteY24" fmla="*/ 702469 h 1208088"/>
              <a:gd name="connsiteX25" fmla="*/ 1051617 w 1154012"/>
              <a:gd name="connsiteY25" fmla="*/ 754855 h 1208088"/>
              <a:gd name="connsiteX26" fmla="*/ 750786 w 1154012"/>
              <a:gd name="connsiteY26" fmla="*/ 700882 h 1208088"/>
              <a:gd name="connsiteX27" fmla="*/ 1041298 w 1154012"/>
              <a:gd name="connsiteY27" fmla="*/ 1208088 h 1208088"/>
              <a:gd name="connsiteX28" fmla="*/ 1003302 w 1154012"/>
              <a:gd name="connsiteY28" fmla="*/ 1151156 h 1208088"/>
              <a:gd name="connsiteX29" fmla="*/ 858045 w 1154012"/>
              <a:gd name="connsiteY29" fmla="*/ 967800 h 1208088"/>
              <a:gd name="connsiteX30" fmla="*/ 786608 w 1154012"/>
              <a:gd name="connsiteY30" fmla="*/ 977324 h 1208088"/>
              <a:gd name="connsiteX31" fmla="*/ 444502 w 1154012"/>
              <a:gd name="connsiteY31" fmla="*/ 818575 h 1208088"/>
              <a:gd name="connsiteX32" fmla="*/ 485775 w 1154012"/>
              <a:gd name="connsiteY32" fmla="*/ 627280 h 1208088"/>
              <a:gd name="connsiteX33" fmla="*/ 293690 w 1154012"/>
              <a:gd name="connsiteY33" fmla="*/ 651094 h 1208088"/>
              <a:gd name="connsiteX34" fmla="*/ 255590 w 1154012"/>
              <a:gd name="connsiteY34" fmla="*/ 540762 h 1208088"/>
              <a:gd name="connsiteX35" fmla="*/ 85072 w 1154012"/>
              <a:gd name="connsiteY35" fmla="*/ 536328 h 1208088"/>
              <a:gd name="connsiteX36" fmla="*/ 64855 w 1154012"/>
              <a:gd name="connsiteY36" fmla="*/ 429965 h 1208088"/>
              <a:gd name="connsiteX0" fmla="*/ 64855 w 1154012"/>
              <a:gd name="connsiteY0" fmla="*/ 429965 h 1208088"/>
              <a:gd name="connsiteX1" fmla="*/ 0 w 1154012"/>
              <a:gd name="connsiteY1" fmla="*/ 288350 h 1208088"/>
              <a:gd name="connsiteX2" fmla="*/ 48419 w 1154012"/>
              <a:gd name="connsiteY2" fmla="*/ 170080 h 1208088"/>
              <a:gd name="connsiteX3" fmla="*/ 129493 w 1154012"/>
              <a:gd name="connsiteY3" fmla="*/ 137318 h 1208088"/>
              <a:gd name="connsiteX4" fmla="*/ 103087 w 1154012"/>
              <a:gd name="connsiteY4" fmla="*/ 211931 h 1208088"/>
              <a:gd name="connsiteX5" fmla="*/ 234849 w 1154012"/>
              <a:gd name="connsiteY5" fmla="*/ 115093 h 1208088"/>
              <a:gd name="connsiteX6" fmla="*/ 261835 w 1154012"/>
              <a:gd name="connsiteY6" fmla="*/ 14287 h 1208088"/>
              <a:gd name="connsiteX7" fmla="*/ 307079 w 1154012"/>
              <a:gd name="connsiteY7" fmla="*/ 0 h 1208088"/>
              <a:gd name="connsiteX8" fmla="*/ 274536 w 1154012"/>
              <a:gd name="connsiteY8" fmla="*/ 117473 h 1208088"/>
              <a:gd name="connsiteX9" fmla="*/ 363436 w 1154012"/>
              <a:gd name="connsiteY9" fmla="*/ 128585 h 1208088"/>
              <a:gd name="connsiteX10" fmla="*/ 434080 w 1154012"/>
              <a:gd name="connsiteY10" fmla="*/ 154779 h 1208088"/>
              <a:gd name="connsiteX11" fmla="*/ 373755 w 1154012"/>
              <a:gd name="connsiteY11" fmla="*/ 246061 h 1208088"/>
              <a:gd name="connsiteX12" fmla="*/ 581718 w 1154012"/>
              <a:gd name="connsiteY12" fmla="*/ 211136 h 1208088"/>
              <a:gd name="connsiteX13" fmla="*/ 677760 w 1154012"/>
              <a:gd name="connsiteY13" fmla="*/ 263523 h 1208088"/>
              <a:gd name="connsiteX14" fmla="*/ 817460 w 1154012"/>
              <a:gd name="connsiteY14" fmla="*/ 167479 h 1208088"/>
              <a:gd name="connsiteX15" fmla="*/ 986530 w 1154012"/>
              <a:gd name="connsiteY15" fmla="*/ 192880 h 1208088"/>
              <a:gd name="connsiteX16" fmla="*/ 1054792 w 1154012"/>
              <a:gd name="connsiteY16" fmla="*/ 174623 h 1208088"/>
              <a:gd name="connsiteX17" fmla="*/ 1008755 w 1154012"/>
              <a:gd name="connsiteY17" fmla="*/ 280192 h 1208088"/>
              <a:gd name="connsiteX18" fmla="*/ 1074637 w 1154012"/>
              <a:gd name="connsiteY18" fmla="*/ 300829 h 1208088"/>
              <a:gd name="connsiteX19" fmla="*/ 1069875 w 1154012"/>
              <a:gd name="connsiteY19" fmla="*/ 393699 h 1208088"/>
              <a:gd name="connsiteX20" fmla="*/ 1154012 w 1154012"/>
              <a:gd name="connsiteY20" fmla="*/ 432592 h 1208088"/>
              <a:gd name="connsiteX21" fmla="*/ 1076223 w 1154012"/>
              <a:gd name="connsiteY21" fmla="*/ 493712 h 1208088"/>
              <a:gd name="connsiteX22" fmla="*/ 1081780 w 1154012"/>
              <a:gd name="connsiteY22" fmla="*/ 589755 h 1208088"/>
              <a:gd name="connsiteX23" fmla="*/ 1009549 w 1154012"/>
              <a:gd name="connsiteY23" fmla="*/ 598486 h 1208088"/>
              <a:gd name="connsiteX24" fmla="*/ 1016691 w 1154012"/>
              <a:gd name="connsiteY24" fmla="*/ 702469 h 1208088"/>
              <a:gd name="connsiteX25" fmla="*/ 1051617 w 1154012"/>
              <a:gd name="connsiteY25" fmla="*/ 754855 h 1208088"/>
              <a:gd name="connsiteX26" fmla="*/ 969861 w 1154012"/>
              <a:gd name="connsiteY26" fmla="*/ 834232 h 1208088"/>
              <a:gd name="connsiteX27" fmla="*/ 1041298 w 1154012"/>
              <a:gd name="connsiteY27" fmla="*/ 1208088 h 1208088"/>
              <a:gd name="connsiteX28" fmla="*/ 1003302 w 1154012"/>
              <a:gd name="connsiteY28" fmla="*/ 1151156 h 1208088"/>
              <a:gd name="connsiteX29" fmla="*/ 858045 w 1154012"/>
              <a:gd name="connsiteY29" fmla="*/ 967800 h 1208088"/>
              <a:gd name="connsiteX30" fmla="*/ 786608 w 1154012"/>
              <a:gd name="connsiteY30" fmla="*/ 977324 h 1208088"/>
              <a:gd name="connsiteX31" fmla="*/ 444502 w 1154012"/>
              <a:gd name="connsiteY31" fmla="*/ 818575 h 1208088"/>
              <a:gd name="connsiteX32" fmla="*/ 485775 w 1154012"/>
              <a:gd name="connsiteY32" fmla="*/ 627280 h 1208088"/>
              <a:gd name="connsiteX33" fmla="*/ 293690 w 1154012"/>
              <a:gd name="connsiteY33" fmla="*/ 651094 h 1208088"/>
              <a:gd name="connsiteX34" fmla="*/ 255590 w 1154012"/>
              <a:gd name="connsiteY34" fmla="*/ 540762 h 1208088"/>
              <a:gd name="connsiteX35" fmla="*/ 85072 w 1154012"/>
              <a:gd name="connsiteY35" fmla="*/ 536328 h 1208088"/>
              <a:gd name="connsiteX36" fmla="*/ 64855 w 1154012"/>
              <a:gd name="connsiteY36" fmla="*/ 429965 h 1208088"/>
              <a:gd name="connsiteX0" fmla="*/ 64855 w 1154012"/>
              <a:gd name="connsiteY0" fmla="*/ 429965 h 1208088"/>
              <a:gd name="connsiteX1" fmla="*/ 0 w 1154012"/>
              <a:gd name="connsiteY1" fmla="*/ 288350 h 1208088"/>
              <a:gd name="connsiteX2" fmla="*/ 48419 w 1154012"/>
              <a:gd name="connsiteY2" fmla="*/ 170080 h 1208088"/>
              <a:gd name="connsiteX3" fmla="*/ 129493 w 1154012"/>
              <a:gd name="connsiteY3" fmla="*/ 137318 h 1208088"/>
              <a:gd name="connsiteX4" fmla="*/ 103087 w 1154012"/>
              <a:gd name="connsiteY4" fmla="*/ 211931 h 1208088"/>
              <a:gd name="connsiteX5" fmla="*/ 234849 w 1154012"/>
              <a:gd name="connsiteY5" fmla="*/ 115093 h 1208088"/>
              <a:gd name="connsiteX6" fmla="*/ 261835 w 1154012"/>
              <a:gd name="connsiteY6" fmla="*/ 14287 h 1208088"/>
              <a:gd name="connsiteX7" fmla="*/ 307079 w 1154012"/>
              <a:gd name="connsiteY7" fmla="*/ 0 h 1208088"/>
              <a:gd name="connsiteX8" fmla="*/ 274536 w 1154012"/>
              <a:gd name="connsiteY8" fmla="*/ 117473 h 1208088"/>
              <a:gd name="connsiteX9" fmla="*/ 363436 w 1154012"/>
              <a:gd name="connsiteY9" fmla="*/ 128585 h 1208088"/>
              <a:gd name="connsiteX10" fmla="*/ 434080 w 1154012"/>
              <a:gd name="connsiteY10" fmla="*/ 154779 h 1208088"/>
              <a:gd name="connsiteX11" fmla="*/ 373755 w 1154012"/>
              <a:gd name="connsiteY11" fmla="*/ 246061 h 1208088"/>
              <a:gd name="connsiteX12" fmla="*/ 581718 w 1154012"/>
              <a:gd name="connsiteY12" fmla="*/ 211136 h 1208088"/>
              <a:gd name="connsiteX13" fmla="*/ 677760 w 1154012"/>
              <a:gd name="connsiteY13" fmla="*/ 263523 h 1208088"/>
              <a:gd name="connsiteX14" fmla="*/ 817460 w 1154012"/>
              <a:gd name="connsiteY14" fmla="*/ 167479 h 1208088"/>
              <a:gd name="connsiteX15" fmla="*/ 986530 w 1154012"/>
              <a:gd name="connsiteY15" fmla="*/ 192880 h 1208088"/>
              <a:gd name="connsiteX16" fmla="*/ 1054792 w 1154012"/>
              <a:gd name="connsiteY16" fmla="*/ 174623 h 1208088"/>
              <a:gd name="connsiteX17" fmla="*/ 1008755 w 1154012"/>
              <a:gd name="connsiteY17" fmla="*/ 280192 h 1208088"/>
              <a:gd name="connsiteX18" fmla="*/ 1074637 w 1154012"/>
              <a:gd name="connsiteY18" fmla="*/ 300829 h 1208088"/>
              <a:gd name="connsiteX19" fmla="*/ 1069875 w 1154012"/>
              <a:gd name="connsiteY19" fmla="*/ 393699 h 1208088"/>
              <a:gd name="connsiteX20" fmla="*/ 1154012 w 1154012"/>
              <a:gd name="connsiteY20" fmla="*/ 432592 h 1208088"/>
              <a:gd name="connsiteX21" fmla="*/ 1076223 w 1154012"/>
              <a:gd name="connsiteY21" fmla="*/ 493712 h 1208088"/>
              <a:gd name="connsiteX22" fmla="*/ 1081780 w 1154012"/>
              <a:gd name="connsiteY22" fmla="*/ 589755 h 1208088"/>
              <a:gd name="connsiteX23" fmla="*/ 1009549 w 1154012"/>
              <a:gd name="connsiteY23" fmla="*/ 598486 h 1208088"/>
              <a:gd name="connsiteX24" fmla="*/ 1016691 w 1154012"/>
              <a:gd name="connsiteY24" fmla="*/ 702469 h 1208088"/>
              <a:gd name="connsiteX25" fmla="*/ 1051617 w 1154012"/>
              <a:gd name="connsiteY25" fmla="*/ 754855 h 1208088"/>
              <a:gd name="connsiteX26" fmla="*/ 969861 w 1154012"/>
              <a:gd name="connsiteY26" fmla="*/ 834232 h 1208088"/>
              <a:gd name="connsiteX27" fmla="*/ 1041298 w 1154012"/>
              <a:gd name="connsiteY27" fmla="*/ 1208088 h 1208088"/>
              <a:gd name="connsiteX28" fmla="*/ 1003302 w 1154012"/>
              <a:gd name="connsiteY28" fmla="*/ 1151156 h 1208088"/>
              <a:gd name="connsiteX29" fmla="*/ 858045 w 1154012"/>
              <a:gd name="connsiteY29" fmla="*/ 967800 h 1208088"/>
              <a:gd name="connsiteX30" fmla="*/ 484983 w 1154012"/>
              <a:gd name="connsiteY30" fmla="*/ 936049 h 1208088"/>
              <a:gd name="connsiteX31" fmla="*/ 444502 w 1154012"/>
              <a:gd name="connsiteY31" fmla="*/ 818575 h 1208088"/>
              <a:gd name="connsiteX32" fmla="*/ 485775 w 1154012"/>
              <a:gd name="connsiteY32" fmla="*/ 627280 h 1208088"/>
              <a:gd name="connsiteX33" fmla="*/ 293690 w 1154012"/>
              <a:gd name="connsiteY33" fmla="*/ 651094 h 1208088"/>
              <a:gd name="connsiteX34" fmla="*/ 255590 w 1154012"/>
              <a:gd name="connsiteY34" fmla="*/ 540762 h 1208088"/>
              <a:gd name="connsiteX35" fmla="*/ 85072 w 1154012"/>
              <a:gd name="connsiteY35" fmla="*/ 536328 h 1208088"/>
              <a:gd name="connsiteX36" fmla="*/ 64855 w 1154012"/>
              <a:gd name="connsiteY36" fmla="*/ 429965 h 1208088"/>
              <a:gd name="connsiteX0" fmla="*/ 64855 w 1154012"/>
              <a:gd name="connsiteY0" fmla="*/ 429965 h 1208088"/>
              <a:gd name="connsiteX1" fmla="*/ 0 w 1154012"/>
              <a:gd name="connsiteY1" fmla="*/ 288350 h 1208088"/>
              <a:gd name="connsiteX2" fmla="*/ 48419 w 1154012"/>
              <a:gd name="connsiteY2" fmla="*/ 170080 h 1208088"/>
              <a:gd name="connsiteX3" fmla="*/ 129493 w 1154012"/>
              <a:gd name="connsiteY3" fmla="*/ 137318 h 1208088"/>
              <a:gd name="connsiteX4" fmla="*/ 103087 w 1154012"/>
              <a:gd name="connsiteY4" fmla="*/ 211931 h 1208088"/>
              <a:gd name="connsiteX5" fmla="*/ 234849 w 1154012"/>
              <a:gd name="connsiteY5" fmla="*/ 115093 h 1208088"/>
              <a:gd name="connsiteX6" fmla="*/ 261835 w 1154012"/>
              <a:gd name="connsiteY6" fmla="*/ 14287 h 1208088"/>
              <a:gd name="connsiteX7" fmla="*/ 307079 w 1154012"/>
              <a:gd name="connsiteY7" fmla="*/ 0 h 1208088"/>
              <a:gd name="connsiteX8" fmla="*/ 274536 w 1154012"/>
              <a:gd name="connsiteY8" fmla="*/ 117473 h 1208088"/>
              <a:gd name="connsiteX9" fmla="*/ 363436 w 1154012"/>
              <a:gd name="connsiteY9" fmla="*/ 128585 h 1208088"/>
              <a:gd name="connsiteX10" fmla="*/ 434080 w 1154012"/>
              <a:gd name="connsiteY10" fmla="*/ 154779 h 1208088"/>
              <a:gd name="connsiteX11" fmla="*/ 373755 w 1154012"/>
              <a:gd name="connsiteY11" fmla="*/ 246061 h 1208088"/>
              <a:gd name="connsiteX12" fmla="*/ 581718 w 1154012"/>
              <a:gd name="connsiteY12" fmla="*/ 211136 h 1208088"/>
              <a:gd name="connsiteX13" fmla="*/ 677760 w 1154012"/>
              <a:gd name="connsiteY13" fmla="*/ 263523 h 1208088"/>
              <a:gd name="connsiteX14" fmla="*/ 817460 w 1154012"/>
              <a:gd name="connsiteY14" fmla="*/ 167479 h 1208088"/>
              <a:gd name="connsiteX15" fmla="*/ 986530 w 1154012"/>
              <a:gd name="connsiteY15" fmla="*/ 192880 h 1208088"/>
              <a:gd name="connsiteX16" fmla="*/ 1054792 w 1154012"/>
              <a:gd name="connsiteY16" fmla="*/ 174623 h 1208088"/>
              <a:gd name="connsiteX17" fmla="*/ 1008755 w 1154012"/>
              <a:gd name="connsiteY17" fmla="*/ 280192 h 1208088"/>
              <a:gd name="connsiteX18" fmla="*/ 1074637 w 1154012"/>
              <a:gd name="connsiteY18" fmla="*/ 300829 h 1208088"/>
              <a:gd name="connsiteX19" fmla="*/ 1069875 w 1154012"/>
              <a:gd name="connsiteY19" fmla="*/ 393699 h 1208088"/>
              <a:gd name="connsiteX20" fmla="*/ 1154012 w 1154012"/>
              <a:gd name="connsiteY20" fmla="*/ 432592 h 1208088"/>
              <a:gd name="connsiteX21" fmla="*/ 1076223 w 1154012"/>
              <a:gd name="connsiteY21" fmla="*/ 493712 h 1208088"/>
              <a:gd name="connsiteX22" fmla="*/ 1081780 w 1154012"/>
              <a:gd name="connsiteY22" fmla="*/ 589755 h 1208088"/>
              <a:gd name="connsiteX23" fmla="*/ 1009549 w 1154012"/>
              <a:gd name="connsiteY23" fmla="*/ 598486 h 1208088"/>
              <a:gd name="connsiteX24" fmla="*/ 1016691 w 1154012"/>
              <a:gd name="connsiteY24" fmla="*/ 702469 h 1208088"/>
              <a:gd name="connsiteX25" fmla="*/ 1051617 w 1154012"/>
              <a:gd name="connsiteY25" fmla="*/ 754855 h 1208088"/>
              <a:gd name="connsiteX26" fmla="*/ 969861 w 1154012"/>
              <a:gd name="connsiteY26" fmla="*/ 834232 h 1208088"/>
              <a:gd name="connsiteX27" fmla="*/ 1041298 w 1154012"/>
              <a:gd name="connsiteY27" fmla="*/ 1208088 h 1208088"/>
              <a:gd name="connsiteX28" fmla="*/ 1003302 w 1154012"/>
              <a:gd name="connsiteY28" fmla="*/ 1151156 h 1208088"/>
              <a:gd name="connsiteX29" fmla="*/ 454820 w 1154012"/>
              <a:gd name="connsiteY29" fmla="*/ 999550 h 1208088"/>
              <a:gd name="connsiteX30" fmla="*/ 484983 w 1154012"/>
              <a:gd name="connsiteY30" fmla="*/ 936049 h 1208088"/>
              <a:gd name="connsiteX31" fmla="*/ 444502 w 1154012"/>
              <a:gd name="connsiteY31" fmla="*/ 818575 h 1208088"/>
              <a:gd name="connsiteX32" fmla="*/ 485775 w 1154012"/>
              <a:gd name="connsiteY32" fmla="*/ 627280 h 1208088"/>
              <a:gd name="connsiteX33" fmla="*/ 293690 w 1154012"/>
              <a:gd name="connsiteY33" fmla="*/ 651094 h 1208088"/>
              <a:gd name="connsiteX34" fmla="*/ 255590 w 1154012"/>
              <a:gd name="connsiteY34" fmla="*/ 540762 h 1208088"/>
              <a:gd name="connsiteX35" fmla="*/ 85072 w 1154012"/>
              <a:gd name="connsiteY35" fmla="*/ 536328 h 1208088"/>
              <a:gd name="connsiteX36" fmla="*/ 64855 w 1154012"/>
              <a:gd name="connsiteY36" fmla="*/ 429965 h 1208088"/>
              <a:gd name="connsiteX0" fmla="*/ 64855 w 1154012"/>
              <a:gd name="connsiteY0" fmla="*/ 429965 h 1208088"/>
              <a:gd name="connsiteX1" fmla="*/ 0 w 1154012"/>
              <a:gd name="connsiteY1" fmla="*/ 288350 h 1208088"/>
              <a:gd name="connsiteX2" fmla="*/ 48419 w 1154012"/>
              <a:gd name="connsiteY2" fmla="*/ 170080 h 1208088"/>
              <a:gd name="connsiteX3" fmla="*/ 129493 w 1154012"/>
              <a:gd name="connsiteY3" fmla="*/ 137318 h 1208088"/>
              <a:gd name="connsiteX4" fmla="*/ 103087 w 1154012"/>
              <a:gd name="connsiteY4" fmla="*/ 211931 h 1208088"/>
              <a:gd name="connsiteX5" fmla="*/ 234849 w 1154012"/>
              <a:gd name="connsiteY5" fmla="*/ 115093 h 1208088"/>
              <a:gd name="connsiteX6" fmla="*/ 261835 w 1154012"/>
              <a:gd name="connsiteY6" fmla="*/ 14287 h 1208088"/>
              <a:gd name="connsiteX7" fmla="*/ 307079 w 1154012"/>
              <a:gd name="connsiteY7" fmla="*/ 0 h 1208088"/>
              <a:gd name="connsiteX8" fmla="*/ 274536 w 1154012"/>
              <a:gd name="connsiteY8" fmla="*/ 117473 h 1208088"/>
              <a:gd name="connsiteX9" fmla="*/ 363436 w 1154012"/>
              <a:gd name="connsiteY9" fmla="*/ 128585 h 1208088"/>
              <a:gd name="connsiteX10" fmla="*/ 434080 w 1154012"/>
              <a:gd name="connsiteY10" fmla="*/ 154779 h 1208088"/>
              <a:gd name="connsiteX11" fmla="*/ 373755 w 1154012"/>
              <a:gd name="connsiteY11" fmla="*/ 246061 h 1208088"/>
              <a:gd name="connsiteX12" fmla="*/ 581718 w 1154012"/>
              <a:gd name="connsiteY12" fmla="*/ 211136 h 1208088"/>
              <a:gd name="connsiteX13" fmla="*/ 677760 w 1154012"/>
              <a:gd name="connsiteY13" fmla="*/ 263523 h 1208088"/>
              <a:gd name="connsiteX14" fmla="*/ 817460 w 1154012"/>
              <a:gd name="connsiteY14" fmla="*/ 167479 h 1208088"/>
              <a:gd name="connsiteX15" fmla="*/ 986530 w 1154012"/>
              <a:gd name="connsiteY15" fmla="*/ 192880 h 1208088"/>
              <a:gd name="connsiteX16" fmla="*/ 1054792 w 1154012"/>
              <a:gd name="connsiteY16" fmla="*/ 174623 h 1208088"/>
              <a:gd name="connsiteX17" fmla="*/ 1008755 w 1154012"/>
              <a:gd name="connsiteY17" fmla="*/ 280192 h 1208088"/>
              <a:gd name="connsiteX18" fmla="*/ 1074637 w 1154012"/>
              <a:gd name="connsiteY18" fmla="*/ 300829 h 1208088"/>
              <a:gd name="connsiteX19" fmla="*/ 1069875 w 1154012"/>
              <a:gd name="connsiteY19" fmla="*/ 393699 h 1208088"/>
              <a:gd name="connsiteX20" fmla="*/ 1154012 w 1154012"/>
              <a:gd name="connsiteY20" fmla="*/ 432592 h 1208088"/>
              <a:gd name="connsiteX21" fmla="*/ 1076223 w 1154012"/>
              <a:gd name="connsiteY21" fmla="*/ 493712 h 1208088"/>
              <a:gd name="connsiteX22" fmla="*/ 1081780 w 1154012"/>
              <a:gd name="connsiteY22" fmla="*/ 589755 h 1208088"/>
              <a:gd name="connsiteX23" fmla="*/ 1009549 w 1154012"/>
              <a:gd name="connsiteY23" fmla="*/ 598486 h 1208088"/>
              <a:gd name="connsiteX24" fmla="*/ 1016691 w 1154012"/>
              <a:gd name="connsiteY24" fmla="*/ 702469 h 1208088"/>
              <a:gd name="connsiteX25" fmla="*/ 1051617 w 1154012"/>
              <a:gd name="connsiteY25" fmla="*/ 754855 h 1208088"/>
              <a:gd name="connsiteX26" fmla="*/ 969861 w 1154012"/>
              <a:gd name="connsiteY26" fmla="*/ 834232 h 1208088"/>
              <a:gd name="connsiteX27" fmla="*/ 1041298 w 1154012"/>
              <a:gd name="connsiteY27" fmla="*/ 1208088 h 1208088"/>
              <a:gd name="connsiteX28" fmla="*/ 523877 w 1154012"/>
              <a:gd name="connsiteY28" fmla="*/ 1135281 h 1208088"/>
              <a:gd name="connsiteX29" fmla="*/ 454820 w 1154012"/>
              <a:gd name="connsiteY29" fmla="*/ 999550 h 1208088"/>
              <a:gd name="connsiteX30" fmla="*/ 484983 w 1154012"/>
              <a:gd name="connsiteY30" fmla="*/ 936049 h 1208088"/>
              <a:gd name="connsiteX31" fmla="*/ 444502 w 1154012"/>
              <a:gd name="connsiteY31" fmla="*/ 818575 h 1208088"/>
              <a:gd name="connsiteX32" fmla="*/ 485775 w 1154012"/>
              <a:gd name="connsiteY32" fmla="*/ 627280 h 1208088"/>
              <a:gd name="connsiteX33" fmla="*/ 293690 w 1154012"/>
              <a:gd name="connsiteY33" fmla="*/ 651094 h 1208088"/>
              <a:gd name="connsiteX34" fmla="*/ 255590 w 1154012"/>
              <a:gd name="connsiteY34" fmla="*/ 540762 h 1208088"/>
              <a:gd name="connsiteX35" fmla="*/ 85072 w 1154012"/>
              <a:gd name="connsiteY35" fmla="*/ 536328 h 1208088"/>
              <a:gd name="connsiteX36" fmla="*/ 64855 w 1154012"/>
              <a:gd name="connsiteY36" fmla="*/ 429965 h 1208088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51617 w 1154012"/>
              <a:gd name="connsiteY25" fmla="*/ 754855 h 1198563"/>
              <a:gd name="connsiteX26" fmla="*/ 969861 w 1154012"/>
              <a:gd name="connsiteY26" fmla="*/ 834232 h 1198563"/>
              <a:gd name="connsiteX27" fmla="*/ 593623 w 1154012"/>
              <a:gd name="connsiteY27" fmla="*/ 1198563 h 1198563"/>
              <a:gd name="connsiteX28" fmla="*/ 523877 w 1154012"/>
              <a:gd name="connsiteY28" fmla="*/ 1135281 h 1198563"/>
              <a:gd name="connsiteX29" fmla="*/ 454820 w 1154012"/>
              <a:gd name="connsiteY29" fmla="*/ 999550 h 1198563"/>
              <a:gd name="connsiteX30" fmla="*/ 484983 w 1154012"/>
              <a:gd name="connsiteY30" fmla="*/ 936049 h 1198563"/>
              <a:gd name="connsiteX31" fmla="*/ 444502 w 1154012"/>
              <a:gd name="connsiteY31" fmla="*/ 818575 h 1198563"/>
              <a:gd name="connsiteX32" fmla="*/ 485775 w 1154012"/>
              <a:gd name="connsiteY32" fmla="*/ 627280 h 1198563"/>
              <a:gd name="connsiteX33" fmla="*/ 293690 w 1154012"/>
              <a:gd name="connsiteY33" fmla="*/ 651094 h 1198563"/>
              <a:gd name="connsiteX34" fmla="*/ 255590 w 1154012"/>
              <a:gd name="connsiteY34" fmla="*/ 540762 h 1198563"/>
              <a:gd name="connsiteX35" fmla="*/ 85072 w 1154012"/>
              <a:gd name="connsiteY35" fmla="*/ 536328 h 1198563"/>
              <a:gd name="connsiteX36" fmla="*/ 64855 w 1154012"/>
              <a:gd name="connsiteY36" fmla="*/ 429965 h 1198563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51617 w 1154012"/>
              <a:gd name="connsiteY25" fmla="*/ 754855 h 1198563"/>
              <a:gd name="connsiteX26" fmla="*/ 455511 w 1154012"/>
              <a:gd name="connsiteY26" fmla="*/ 678657 h 1198563"/>
              <a:gd name="connsiteX27" fmla="*/ 593623 w 1154012"/>
              <a:gd name="connsiteY27" fmla="*/ 1198563 h 1198563"/>
              <a:gd name="connsiteX28" fmla="*/ 523877 w 1154012"/>
              <a:gd name="connsiteY28" fmla="*/ 1135281 h 1198563"/>
              <a:gd name="connsiteX29" fmla="*/ 454820 w 1154012"/>
              <a:gd name="connsiteY29" fmla="*/ 999550 h 1198563"/>
              <a:gd name="connsiteX30" fmla="*/ 484983 w 1154012"/>
              <a:gd name="connsiteY30" fmla="*/ 936049 h 1198563"/>
              <a:gd name="connsiteX31" fmla="*/ 444502 w 1154012"/>
              <a:gd name="connsiteY31" fmla="*/ 818575 h 1198563"/>
              <a:gd name="connsiteX32" fmla="*/ 485775 w 1154012"/>
              <a:gd name="connsiteY32" fmla="*/ 627280 h 1198563"/>
              <a:gd name="connsiteX33" fmla="*/ 293690 w 1154012"/>
              <a:gd name="connsiteY33" fmla="*/ 651094 h 1198563"/>
              <a:gd name="connsiteX34" fmla="*/ 255590 w 1154012"/>
              <a:gd name="connsiteY34" fmla="*/ 540762 h 1198563"/>
              <a:gd name="connsiteX35" fmla="*/ 85072 w 1154012"/>
              <a:gd name="connsiteY35" fmla="*/ 536328 h 1198563"/>
              <a:gd name="connsiteX36" fmla="*/ 64855 w 1154012"/>
              <a:gd name="connsiteY36" fmla="*/ 429965 h 1198563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51617 w 1154012"/>
              <a:gd name="connsiteY25" fmla="*/ 754855 h 1198563"/>
              <a:gd name="connsiteX26" fmla="*/ 684111 w 1154012"/>
              <a:gd name="connsiteY26" fmla="*/ 843757 h 1198563"/>
              <a:gd name="connsiteX27" fmla="*/ 593623 w 1154012"/>
              <a:gd name="connsiteY27" fmla="*/ 1198563 h 1198563"/>
              <a:gd name="connsiteX28" fmla="*/ 523877 w 1154012"/>
              <a:gd name="connsiteY28" fmla="*/ 1135281 h 1198563"/>
              <a:gd name="connsiteX29" fmla="*/ 454820 w 1154012"/>
              <a:gd name="connsiteY29" fmla="*/ 999550 h 1198563"/>
              <a:gd name="connsiteX30" fmla="*/ 484983 w 1154012"/>
              <a:gd name="connsiteY30" fmla="*/ 936049 h 1198563"/>
              <a:gd name="connsiteX31" fmla="*/ 444502 w 1154012"/>
              <a:gd name="connsiteY31" fmla="*/ 818575 h 1198563"/>
              <a:gd name="connsiteX32" fmla="*/ 485775 w 1154012"/>
              <a:gd name="connsiteY32" fmla="*/ 627280 h 1198563"/>
              <a:gd name="connsiteX33" fmla="*/ 293690 w 1154012"/>
              <a:gd name="connsiteY33" fmla="*/ 651094 h 1198563"/>
              <a:gd name="connsiteX34" fmla="*/ 255590 w 1154012"/>
              <a:gd name="connsiteY34" fmla="*/ 540762 h 1198563"/>
              <a:gd name="connsiteX35" fmla="*/ 85072 w 1154012"/>
              <a:gd name="connsiteY35" fmla="*/ 536328 h 1198563"/>
              <a:gd name="connsiteX36" fmla="*/ 64855 w 1154012"/>
              <a:gd name="connsiteY36" fmla="*/ 429965 h 1198563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51617 w 1154012"/>
              <a:gd name="connsiteY25" fmla="*/ 754855 h 1198563"/>
              <a:gd name="connsiteX26" fmla="*/ 892181 w 1154012"/>
              <a:gd name="connsiteY26" fmla="*/ 799484 h 1198563"/>
              <a:gd name="connsiteX27" fmla="*/ 684111 w 1154012"/>
              <a:gd name="connsiteY27" fmla="*/ 843757 h 1198563"/>
              <a:gd name="connsiteX28" fmla="*/ 593623 w 1154012"/>
              <a:gd name="connsiteY28" fmla="*/ 1198563 h 1198563"/>
              <a:gd name="connsiteX29" fmla="*/ 523877 w 1154012"/>
              <a:gd name="connsiteY29" fmla="*/ 1135281 h 1198563"/>
              <a:gd name="connsiteX30" fmla="*/ 454820 w 1154012"/>
              <a:gd name="connsiteY30" fmla="*/ 999550 h 1198563"/>
              <a:gd name="connsiteX31" fmla="*/ 484983 w 1154012"/>
              <a:gd name="connsiteY31" fmla="*/ 936049 h 1198563"/>
              <a:gd name="connsiteX32" fmla="*/ 444502 w 1154012"/>
              <a:gd name="connsiteY32" fmla="*/ 818575 h 1198563"/>
              <a:gd name="connsiteX33" fmla="*/ 485775 w 1154012"/>
              <a:gd name="connsiteY33" fmla="*/ 627280 h 1198563"/>
              <a:gd name="connsiteX34" fmla="*/ 293690 w 1154012"/>
              <a:gd name="connsiteY34" fmla="*/ 651094 h 1198563"/>
              <a:gd name="connsiteX35" fmla="*/ 255590 w 1154012"/>
              <a:gd name="connsiteY35" fmla="*/ 540762 h 1198563"/>
              <a:gd name="connsiteX36" fmla="*/ 85072 w 1154012"/>
              <a:gd name="connsiteY36" fmla="*/ 536328 h 1198563"/>
              <a:gd name="connsiteX37" fmla="*/ 64855 w 1154012"/>
              <a:gd name="connsiteY37" fmla="*/ 429965 h 1198563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51617 w 1154012"/>
              <a:gd name="connsiteY25" fmla="*/ 754855 h 1198563"/>
              <a:gd name="connsiteX26" fmla="*/ 974731 w 1154012"/>
              <a:gd name="connsiteY26" fmla="*/ 834409 h 1198563"/>
              <a:gd name="connsiteX27" fmla="*/ 684111 w 1154012"/>
              <a:gd name="connsiteY27" fmla="*/ 843757 h 1198563"/>
              <a:gd name="connsiteX28" fmla="*/ 593623 w 1154012"/>
              <a:gd name="connsiteY28" fmla="*/ 1198563 h 1198563"/>
              <a:gd name="connsiteX29" fmla="*/ 523877 w 1154012"/>
              <a:gd name="connsiteY29" fmla="*/ 1135281 h 1198563"/>
              <a:gd name="connsiteX30" fmla="*/ 454820 w 1154012"/>
              <a:gd name="connsiteY30" fmla="*/ 999550 h 1198563"/>
              <a:gd name="connsiteX31" fmla="*/ 484983 w 1154012"/>
              <a:gd name="connsiteY31" fmla="*/ 936049 h 1198563"/>
              <a:gd name="connsiteX32" fmla="*/ 444502 w 1154012"/>
              <a:gd name="connsiteY32" fmla="*/ 818575 h 1198563"/>
              <a:gd name="connsiteX33" fmla="*/ 485775 w 1154012"/>
              <a:gd name="connsiteY33" fmla="*/ 627280 h 1198563"/>
              <a:gd name="connsiteX34" fmla="*/ 293690 w 1154012"/>
              <a:gd name="connsiteY34" fmla="*/ 651094 h 1198563"/>
              <a:gd name="connsiteX35" fmla="*/ 255590 w 1154012"/>
              <a:gd name="connsiteY35" fmla="*/ 540762 h 1198563"/>
              <a:gd name="connsiteX36" fmla="*/ 85072 w 1154012"/>
              <a:gd name="connsiteY36" fmla="*/ 536328 h 1198563"/>
              <a:gd name="connsiteX37" fmla="*/ 64855 w 1154012"/>
              <a:gd name="connsiteY37" fmla="*/ 429965 h 1198563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73842 w 1154012"/>
              <a:gd name="connsiteY25" fmla="*/ 767555 h 1198563"/>
              <a:gd name="connsiteX26" fmla="*/ 974731 w 1154012"/>
              <a:gd name="connsiteY26" fmla="*/ 834409 h 1198563"/>
              <a:gd name="connsiteX27" fmla="*/ 684111 w 1154012"/>
              <a:gd name="connsiteY27" fmla="*/ 843757 h 1198563"/>
              <a:gd name="connsiteX28" fmla="*/ 593623 w 1154012"/>
              <a:gd name="connsiteY28" fmla="*/ 1198563 h 1198563"/>
              <a:gd name="connsiteX29" fmla="*/ 523877 w 1154012"/>
              <a:gd name="connsiteY29" fmla="*/ 1135281 h 1198563"/>
              <a:gd name="connsiteX30" fmla="*/ 454820 w 1154012"/>
              <a:gd name="connsiteY30" fmla="*/ 999550 h 1198563"/>
              <a:gd name="connsiteX31" fmla="*/ 484983 w 1154012"/>
              <a:gd name="connsiteY31" fmla="*/ 936049 h 1198563"/>
              <a:gd name="connsiteX32" fmla="*/ 444502 w 1154012"/>
              <a:gd name="connsiteY32" fmla="*/ 818575 h 1198563"/>
              <a:gd name="connsiteX33" fmla="*/ 485775 w 1154012"/>
              <a:gd name="connsiteY33" fmla="*/ 627280 h 1198563"/>
              <a:gd name="connsiteX34" fmla="*/ 293690 w 1154012"/>
              <a:gd name="connsiteY34" fmla="*/ 651094 h 1198563"/>
              <a:gd name="connsiteX35" fmla="*/ 255590 w 1154012"/>
              <a:gd name="connsiteY35" fmla="*/ 540762 h 1198563"/>
              <a:gd name="connsiteX36" fmla="*/ 85072 w 1154012"/>
              <a:gd name="connsiteY36" fmla="*/ 536328 h 1198563"/>
              <a:gd name="connsiteX37" fmla="*/ 64855 w 1154012"/>
              <a:gd name="connsiteY37" fmla="*/ 429965 h 1198563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73842 w 1154012"/>
              <a:gd name="connsiteY25" fmla="*/ 767555 h 1198563"/>
              <a:gd name="connsiteX26" fmla="*/ 974731 w 1154012"/>
              <a:gd name="connsiteY26" fmla="*/ 834409 h 1198563"/>
              <a:gd name="connsiteX27" fmla="*/ 841381 w 1154012"/>
              <a:gd name="connsiteY27" fmla="*/ 840759 h 1198563"/>
              <a:gd name="connsiteX28" fmla="*/ 684111 w 1154012"/>
              <a:gd name="connsiteY28" fmla="*/ 843757 h 1198563"/>
              <a:gd name="connsiteX29" fmla="*/ 593623 w 1154012"/>
              <a:gd name="connsiteY29" fmla="*/ 1198563 h 1198563"/>
              <a:gd name="connsiteX30" fmla="*/ 523877 w 1154012"/>
              <a:gd name="connsiteY30" fmla="*/ 1135281 h 1198563"/>
              <a:gd name="connsiteX31" fmla="*/ 454820 w 1154012"/>
              <a:gd name="connsiteY31" fmla="*/ 999550 h 1198563"/>
              <a:gd name="connsiteX32" fmla="*/ 484983 w 1154012"/>
              <a:gd name="connsiteY32" fmla="*/ 936049 h 1198563"/>
              <a:gd name="connsiteX33" fmla="*/ 444502 w 1154012"/>
              <a:gd name="connsiteY33" fmla="*/ 818575 h 1198563"/>
              <a:gd name="connsiteX34" fmla="*/ 485775 w 1154012"/>
              <a:gd name="connsiteY34" fmla="*/ 627280 h 1198563"/>
              <a:gd name="connsiteX35" fmla="*/ 293690 w 1154012"/>
              <a:gd name="connsiteY35" fmla="*/ 651094 h 1198563"/>
              <a:gd name="connsiteX36" fmla="*/ 255590 w 1154012"/>
              <a:gd name="connsiteY36" fmla="*/ 540762 h 1198563"/>
              <a:gd name="connsiteX37" fmla="*/ 85072 w 1154012"/>
              <a:gd name="connsiteY37" fmla="*/ 536328 h 1198563"/>
              <a:gd name="connsiteX38" fmla="*/ 64855 w 1154012"/>
              <a:gd name="connsiteY38" fmla="*/ 429965 h 1198563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73842 w 1154012"/>
              <a:gd name="connsiteY25" fmla="*/ 767555 h 1198563"/>
              <a:gd name="connsiteX26" fmla="*/ 974731 w 1154012"/>
              <a:gd name="connsiteY26" fmla="*/ 834409 h 1198563"/>
              <a:gd name="connsiteX27" fmla="*/ 774706 w 1154012"/>
              <a:gd name="connsiteY27" fmla="*/ 866159 h 1198563"/>
              <a:gd name="connsiteX28" fmla="*/ 684111 w 1154012"/>
              <a:gd name="connsiteY28" fmla="*/ 843757 h 1198563"/>
              <a:gd name="connsiteX29" fmla="*/ 593623 w 1154012"/>
              <a:gd name="connsiteY29" fmla="*/ 1198563 h 1198563"/>
              <a:gd name="connsiteX30" fmla="*/ 523877 w 1154012"/>
              <a:gd name="connsiteY30" fmla="*/ 1135281 h 1198563"/>
              <a:gd name="connsiteX31" fmla="*/ 454820 w 1154012"/>
              <a:gd name="connsiteY31" fmla="*/ 999550 h 1198563"/>
              <a:gd name="connsiteX32" fmla="*/ 484983 w 1154012"/>
              <a:gd name="connsiteY32" fmla="*/ 936049 h 1198563"/>
              <a:gd name="connsiteX33" fmla="*/ 444502 w 1154012"/>
              <a:gd name="connsiteY33" fmla="*/ 818575 h 1198563"/>
              <a:gd name="connsiteX34" fmla="*/ 485775 w 1154012"/>
              <a:gd name="connsiteY34" fmla="*/ 627280 h 1198563"/>
              <a:gd name="connsiteX35" fmla="*/ 293690 w 1154012"/>
              <a:gd name="connsiteY35" fmla="*/ 651094 h 1198563"/>
              <a:gd name="connsiteX36" fmla="*/ 255590 w 1154012"/>
              <a:gd name="connsiteY36" fmla="*/ 540762 h 1198563"/>
              <a:gd name="connsiteX37" fmla="*/ 85072 w 1154012"/>
              <a:gd name="connsiteY37" fmla="*/ 536328 h 1198563"/>
              <a:gd name="connsiteX38" fmla="*/ 64855 w 1154012"/>
              <a:gd name="connsiteY38" fmla="*/ 429965 h 1198563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73842 w 1154012"/>
              <a:gd name="connsiteY25" fmla="*/ 767555 h 1198563"/>
              <a:gd name="connsiteX26" fmla="*/ 974731 w 1154012"/>
              <a:gd name="connsiteY26" fmla="*/ 834409 h 1198563"/>
              <a:gd name="connsiteX27" fmla="*/ 889006 w 1154012"/>
              <a:gd name="connsiteY27" fmla="*/ 847109 h 1198563"/>
              <a:gd name="connsiteX28" fmla="*/ 774706 w 1154012"/>
              <a:gd name="connsiteY28" fmla="*/ 866159 h 1198563"/>
              <a:gd name="connsiteX29" fmla="*/ 684111 w 1154012"/>
              <a:gd name="connsiteY29" fmla="*/ 843757 h 1198563"/>
              <a:gd name="connsiteX30" fmla="*/ 593623 w 1154012"/>
              <a:gd name="connsiteY30" fmla="*/ 1198563 h 1198563"/>
              <a:gd name="connsiteX31" fmla="*/ 523877 w 1154012"/>
              <a:gd name="connsiteY31" fmla="*/ 1135281 h 1198563"/>
              <a:gd name="connsiteX32" fmla="*/ 454820 w 1154012"/>
              <a:gd name="connsiteY32" fmla="*/ 999550 h 1198563"/>
              <a:gd name="connsiteX33" fmla="*/ 484983 w 1154012"/>
              <a:gd name="connsiteY33" fmla="*/ 936049 h 1198563"/>
              <a:gd name="connsiteX34" fmla="*/ 444502 w 1154012"/>
              <a:gd name="connsiteY34" fmla="*/ 818575 h 1198563"/>
              <a:gd name="connsiteX35" fmla="*/ 485775 w 1154012"/>
              <a:gd name="connsiteY35" fmla="*/ 627280 h 1198563"/>
              <a:gd name="connsiteX36" fmla="*/ 293690 w 1154012"/>
              <a:gd name="connsiteY36" fmla="*/ 651094 h 1198563"/>
              <a:gd name="connsiteX37" fmla="*/ 255590 w 1154012"/>
              <a:gd name="connsiteY37" fmla="*/ 540762 h 1198563"/>
              <a:gd name="connsiteX38" fmla="*/ 85072 w 1154012"/>
              <a:gd name="connsiteY38" fmla="*/ 536328 h 1198563"/>
              <a:gd name="connsiteX39" fmla="*/ 64855 w 1154012"/>
              <a:gd name="connsiteY39" fmla="*/ 429965 h 1198563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73842 w 1154012"/>
              <a:gd name="connsiteY25" fmla="*/ 767555 h 1198563"/>
              <a:gd name="connsiteX26" fmla="*/ 974731 w 1154012"/>
              <a:gd name="connsiteY26" fmla="*/ 834409 h 1198563"/>
              <a:gd name="connsiteX27" fmla="*/ 866781 w 1154012"/>
              <a:gd name="connsiteY27" fmla="*/ 901084 h 1198563"/>
              <a:gd name="connsiteX28" fmla="*/ 774706 w 1154012"/>
              <a:gd name="connsiteY28" fmla="*/ 866159 h 1198563"/>
              <a:gd name="connsiteX29" fmla="*/ 684111 w 1154012"/>
              <a:gd name="connsiteY29" fmla="*/ 843757 h 1198563"/>
              <a:gd name="connsiteX30" fmla="*/ 593623 w 1154012"/>
              <a:gd name="connsiteY30" fmla="*/ 1198563 h 1198563"/>
              <a:gd name="connsiteX31" fmla="*/ 523877 w 1154012"/>
              <a:gd name="connsiteY31" fmla="*/ 1135281 h 1198563"/>
              <a:gd name="connsiteX32" fmla="*/ 454820 w 1154012"/>
              <a:gd name="connsiteY32" fmla="*/ 999550 h 1198563"/>
              <a:gd name="connsiteX33" fmla="*/ 484983 w 1154012"/>
              <a:gd name="connsiteY33" fmla="*/ 936049 h 1198563"/>
              <a:gd name="connsiteX34" fmla="*/ 444502 w 1154012"/>
              <a:gd name="connsiteY34" fmla="*/ 818575 h 1198563"/>
              <a:gd name="connsiteX35" fmla="*/ 485775 w 1154012"/>
              <a:gd name="connsiteY35" fmla="*/ 627280 h 1198563"/>
              <a:gd name="connsiteX36" fmla="*/ 293690 w 1154012"/>
              <a:gd name="connsiteY36" fmla="*/ 651094 h 1198563"/>
              <a:gd name="connsiteX37" fmla="*/ 255590 w 1154012"/>
              <a:gd name="connsiteY37" fmla="*/ 540762 h 1198563"/>
              <a:gd name="connsiteX38" fmla="*/ 85072 w 1154012"/>
              <a:gd name="connsiteY38" fmla="*/ 536328 h 1198563"/>
              <a:gd name="connsiteX39" fmla="*/ 64855 w 1154012"/>
              <a:gd name="connsiteY39" fmla="*/ 429965 h 1198563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73842 w 1154012"/>
              <a:gd name="connsiteY25" fmla="*/ 767555 h 1198563"/>
              <a:gd name="connsiteX26" fmla="*/ 974731 w 1154012"/>
              <a:gd name="connsiteY26" fmla="*/ 834409 h 1198563"/>
              <a:gd name="connsiteX27" fmla="*/ 866781 w 1154012"/>
              <a:gd name="connsiteY27" fmla="*/ 901084 h 1198563"/>
              <a:gd name="connsiteX28" fmla="*/ 774706 w 1154012"/>
              <a:gd name="connsiteY28" fmla="*/ 866159 h 1198563"/>
              <a:gd name="connsiteX29" fmla="*/ 684111 w 1154012"/>
              <a:gd name="connsiteY29" fmla="*/ 843757 h 1198563"/>
              <a:gd name="connsiteX30" fmla="*/ 666756 w 1154012"/>
              <a:gd name="connsiteY30" fmla="*/ 929659 h 1198563"/>
              <a:gd name="connsiteX31" fmla="*/ 593623 w 1154012"/>
              <a:gd name="connsiteY31" fmla="*/ 1198563 h 1198563"/>
              <a:gd name="connsiteX32" fmla="*/ 523877 w 1154012"/>
              <a:gd name="connsiteY32" fmla="*/ 1135281 h 1198563"/>
              <a:gd name="connsiteX33" fmla="*/ 454820 w 1154012"/>
              <a:gd name="connsiteY33" fmla="*/ 999550 h 1198563"/>
              <a:gd name="connsiteX34" fmla="*/ 484983 w 1154012"/>
              <a:gd name="connsiteY34" fmla="*/ 936049 h 1198563"/>
              <a:gd name="connsiteX35" fmla="*/ 444502 w 1154012"/>
              <a:gd name="connsiteY35" fmla="*/ 818575 h 1198563"/>
              <a:gd name="connsiteX36" fmla="*/ 485775 w 1154012"/>
              <a:gd name="connsiteY36" fmla="*/ 627280 h 1198563"/>
              <a:gd name="connsiteX37" fmla="*/ 293690 w 1154012"/>
              <a:gd name="connsiteY37" fmla="*/ 651094 h 1198563"/>
              <a:gd name="connsiteX38" fmla="*/ 255590 w 1154012"/>
              <a:gd name="connsiteY38" fmla="*/ 540762 h 1198563"/>
              <a:gd name="connsiteX39" fmla="*/ 85072 w 1154012"/>
              <a:gd name="connsiteY39" fmla="*/ 536328 h 1198563"/>
              <a:gd name="connsiteX40" fmla="*/ 64855 w 1154012"/>
              <a:gd name="connsiteY40" fmla="*/ 429965 h 1198563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73842 w 1154012"/>
              <a:gd name="connsiteY25" fmla="*/ 767555 h 1198563"/>
              <a:gd name="connsiteX26" fmla="*/ 974731 w 1154012"/>
              <a:gd name="connsiteY26" fmla="*/ 834409 h 1198563"/>
              <a:gd name="connsiteX27" fmla="*/ 866781 w 1154012"/>
              <a:gd name="connsiteY27" fmla="*/ 901084 h 1198563"/>
              <a:gd name="connsiteX28" fmla="*/ 774706 w 1154012"/>
              <a:gd name="connsiteY28" fmla="*/ 866159 h 1198563"/>
              <a:gd name="connsiteX29" fmla="*/ 684111 w 1154012"/>
              <a:gd name="connsiteY29" fmla="*/ 843757 h 1198563"/>
              <a:gd name="connsiteX30" fmla="*/ 777881 w 1154012"/>
              <a:gd name="connsiteY30" fmla="*/ 1018559 h 1198563"/>
              <a:gd name="connsiteX31" fmla="*/ 593623 w 1154012"/>
              <a:gd name="connsiteY31" fmla="*/ 1198563 h 1198563"/>
              <a:gd name="connsiteX32" fmla="*/ 523877 w 1154012"/>
              <a:gd name="connsiteY32" fmla="*/ 1135281 h 1198563"/>
              <a:gd name="connsiteX33" fmla="*/ 454820 w 1154012"/>
              <a:gd name="connsiteY33" fmla="*/ 999550 h 1198563"/>
              <a:gd name="connsiteX34" fmla="*/ 484983 w 1154012"/>
              <a:gd name="connsiteY34" fmla="*/ 936049 h 1198563"/>
              <a:gd name="connsiteX35" fmla="*/ 444502 w 1154012"/>
              <a:gd name="connsiteY35" fmla="*/ 818575 h 1198563"/>
              <a:gd name="connsiteX36" fmla="*/ 485775 w 1154012"/>
              <a:gd name="connsiteY36" fmla="*/ 627280 h 1198563"/>
              <a:gd name="connsiteX37" fmla="*/ 293690 w 1154012"/>
              <a:gd name="connsiteY37" fmla="*/ 651094 h 1198563"/>
              <a:gd name="connsiteX38" fmla="*/ 255590 w 1154012"/>
              <a:gd name="connsiteY38" fmla="*/ 540762 h 1198563"/>
              <a:gd name="connsiteX39" fmla="*/ 85072 w 1154012"/>
              <a:gd name="connsiteY39" fmla="*/ 536328 h 1198563"/>
              <a:gd name="connsiteX40" fmla="*/ 64855 w 1154012"/>
              <a:gd name="connsiteY40" fmla="*/ 429965 h 1198563"/>
              <a:gd name="connsiteX0" fmla="*/ 64855 w 1154012"/>
              <a:gd name="connsiteY0" fmla="*/ 429965 h 1198563"/>
              <a:gd name="connsiteX1" fmla="*/ 0 w 1154012"/>
              <a:gd name="connsiteY1" fmla="*/ 288350 h 1198563"/>
              <a:gd name="connsiteX2" fmla="*/ 48419 w 1154012"/>
              <a:gd name="connsiteY2" fmla="*/ 170080 h 1198563"/>
              <a:gd name="connsiteX3" fmla="*/ 129493 w 1154012"/>
              <a:gd name="connsiteY3" fmla="*/ 137318 h 1198563"/>
              <a:gd name="connsiteX4" fmla="*/ 103087 w 1154012"/>
              <a:gd name="connsiteY4" fmla="*/ 211931 h 1198563"/>
              <a:gd name="connsiteX5" fmla="*/ 234849 w 1154012"/>
              <a:gd name="connsiteY5" fmla="*/ 115093 h 1198563"/>
              <a:gd name="connsiteX6" fmla="*/ 261835 w 1154012"/>
              <a:gd name="connsiteY6" fmla="*/ 14287 h 1198563"/>
              <a:gd name="connsiteX7" fmla="*/ 307079 w 1154012"/>
              <a:gd name="connsiteY7" fmla="*/ 0 h 1198563"/>
              <a:gd name="connsiteX8" fmla="*/ 274536 w 1154012"/>
              <a:gd name="connsiteY8" fmla="*/ 117473 h 1198563"/>
              <a:gd name="connsiteX9" fmla="*/ 363436 w 1154012"/>
              <a:gd name="connsiteY9" fmla="*/ 128585 h 1198563"/>
              <a:gd name="connsiteX10" fmla="*/ 434080 w 1154012"/>
              <a:gd name="connsiteY10" fmla="*/ 154779 h 1198563"/>
              <a:gd name="connsiteX11" fmla="*/ 373755 w 1154012"/>
              <a:gd name="connsiteY11" fmla="*/ 246061 h 1198563"/>
              <a:gd name="connsiteX12" fmla="*/ 581718 w 1154012"/>
              <a:gd name="connsiteY12" fmla="*/ 211136 h 1198563"/>
              <a:gd name="connsiteX13" fmla="*/ 677760 w 1154012"/>
              <a:gd name="connsiteY13" fmla="*/ 263523 h 1198563"/>
              <a:gd name="connsiteX14" fmla="*/ 817460 w 1154012"/>
              <a:gd name="connsiteY14" fmla="*/ 167479 h 1198563"/>
              <a:gd name="connsiteX15" fmla="*/ 986530 w 1154012"/>
              <a:gd name="connsiteY15" fmla="*/ 192880 h 1198563"/>
              <a:gd name="connsiteX16" fmla="*/ 1054792 w 1154012"/>
              <a:gd name="connsiteY16" fmla="*/ 174623 h 1198563"/>
              <a:gd name="connsiteX17" fmla="*/ 1008755 w 1154012"/>
              <a:gd name="connsiteY17" fmla="*/ 280192 h 1198563"/>
              <a:gd name="connsiteX18" fmla="*/ 1074637 w 1154012"/>
              <a:gd name="connsiteY18" fmla="*/ 300829 h 1198563"/>
              <a:gd name="connsiteX19" fmla="*/ 1069875 w 1154012"/>
              <a:gd name="connsiteY19" fmla="*/ 393699 h 1198563"/>
              <a:gd name="connsiteX20" fmla="*/ 1154012 w 1154012"/>
              <a:gd name="connsiteY20" fmla="*/ 432592 h 1198563"/>
              <a:gd name="connsiteX21" fmla="*/ 1076223 w 1154012"/>
              <a:gd name="connsiteY21" fmla="*/ 493712 h 1198563"/>
              <a:gd name="connsiteX22" fmla="*/ 1081780 w 1154012"/>
              <a:gd name="connsiteY22" fmla="*/ 589755 h 1198563"/>
              <a:gd name="connsiteX23" fmla="*/ 1009549 w 1154012"/>
              <a:gd name="connsiteY23" fmla="*/ 598486 h 1198563"/>
              <a:gd name="connsiteX24" fmla="*/ 1016691 w 1154012"/>
              <a:gd name="connsiteY24" fmla="*/ 702469 h 1198563"/>
              <a:gd name="connsiteX25" fmla="*/ 1073842 w 1154012"/>
              <a:gd name="connsiteY25" fmla="*/ 767555 h 1198563"/>
              <a:gd name="connsiteX26" fmla="*/ 974731 w 1154012"/>
              <a:gd name="connsiteY26" fmla="*/ 834409 h 1198563"/>
              <a:gd name="connsiteX27" fmla="*/ 866781 w 1154012"/>
              <a:gd name="connsiteY27" fmla="*/ 901084 h 1198563"/>
              <a:gd name="connsiteX28" fmla="*/ 774706 w 1154012"/>
              <a:gd name="connsiteY28" fmla="*/ 866159 h 1198563"/>
              <a:gd name="connsiteX29" fmla="*/ 684111 w 1154012"/>
              <a:gd name="connsiteY29" fmla="*/ 843757 h 1198563"/>
              <a:gd name="connsiteX30" fmla="*/ 777881 w 1154012"/>
              <a:gd name="connsiteY30" fmla="*/ 1018559 h 1198563"/>
              <a:gd name="connsiteX31" fmla="*/ 593623 w 1154012"/>
              <a:gd name="connsiteY31" fmla="*/ 1198563 h 1198563"/>
              <a:gd name="connsiteX32" fmla="*/ 730256 w 1154012"/>
              <a:gd name="connsiteY32" fmla="*/ 1053484 h 1198563"/>
              <a:gd name="connsiteX33" fmla="*/ 523877 w 1154012"/>
              <a:gd name="connsiteY33" fmla="*/ 1135281 h 1198563"/>
              <a:gd name="connsiteX34" fmla="*/ 454820 w 1154012"/>
              <a:gd name="connsiteY34" fmla="*/ 999550 h 1198563"/>
              <a:gd name="connsiteX35" fmla="*/ 484983 w 1154012"/>
              <a:gd name="connsiteY35" fmla="*/ 936049 h 1198563"/>
              <a:gd name="connsiteX36" fmla="*/ 444502 w 1154012"/>
              <a:gd name="connsiteY36" fmla="*/ 818575 h 1198563"/>
              <a:gd name="connsiteX37" fmla="*/ 485775 w 1154012"/>
              <a:gd name="connsiteY37" fmla="*/ 627280 h 1198563"/>
              <a:gd name="connsiteX38" fmla="*/ 293690 w 1154012"/>
              <a:gd name="connsiteY38" fmla="*/ 651094 h 1198563"/>
              <a:gd name="connsiteX39" fmla="*/ 255590 w 1154012"/>
              <a:gd name="connsiteY39" fmla="*/ 540762 h 1198563"/>
              <a:gd name="connsiteX40" fmla="*/ 85072 w 1154012"/>
              <a:gd name="connsiteY40" fmla="*/ 536328 h 1198563"/>
              <a:gd name="connsiteX41" fmla="*/ 64855 w 1154012"/>
              <a:gd name="connsiteY41" fmla="*/ 429965 h 1198563"/>
              <a:gd name="connsiteX0" fmla="*/ 64855 w 1154012"/>
              <a:gd name="connsiteY0" fmla="*/ 429965 h 1202709"/>
              <a:gd name="connsiteX1" fmla="*/ 0 w 1154012"/>
              <a:gd name="connsiteY1" fmla="*/ 288350 h 1202709"/>
              <a:gd name="connsiteX2" fmla="*/ 48419 w 1154012"/>
              <a:gd name="connsiteY2" fmla="*/ 170080 h 1202709"/>
              <a:gd name="connsiteX3" fmla="*/ 129493 w 1154012"/>
              <a:gd name="connsiteY3" fmla="*/ 137318 h 1202709"/>
              <a:gd name="connsiteX4" fmla="*/ 103087 w 1154012"/>
              <a:gd name="connsiteY4" fmla="*/ 211931 h 1202709"/>
              <a:gd name="connsiteX5" fmla="*/ 234849 w 1154012"/>
              <a:gd name="connsiteY5" fmla="*/ 115093 h 1202709"/>
              <a:gd name="connsiteX6" fmla="*/ 261835 w 1154012"/>
              <a:gd name="connsiteY6" fmla="*/ 14287 h 1202709"/>
              <a:gd name="connsiteX7" fmla="*/ 307079 w 1154012"/>
              <a:gd name="connsiteY7" fmla="*/ 0 h 1202709"/>
              <a:gd name="connsiteX8" fmla="*/ 274536 w 1154012"/>
              <a:gd name="connsiteY8" fmla="*/ 117473 h 1202709"/>
              <a:gd name="connsiteX9" fmla="*/ 363436 w 1154012"/>
              <a:gd name="connsiteY9" fmla="*/ 128585 h 1202709"/>
              <a:gd name="connsiteX10" fmla="*/ 434080 w 1154012"/>
              <a:gd name="connsiteY10" fmla="*/ 154779 h 1202709"/>
              <a:gd name="connsiteX11" fmla="*/ 373755 w 1154012"/>
              <a:gd name="connsiteY11" fmla="*/ 246061 h 1202709"/>
              <a:gd name="connsiteX12" fmla="*/ 581718 w 1154012"/>
              <a:gd name="connsiteY12" fmla="*/ 211136 h 1202709"/>
              <a:gd name="connsiteX13" fmla="*/ 677760 w 1154012"/>
              <a:gd name="connsiteY13" fmla="*/ 263523 h 1202709"/>
              <a:gd name="connsiteX14" fmla="*/ 817460 w 1154012"/>
              <a:gd name="connsiteY14" fmla="*/ 167479 h 1202709"/>
              <a:gd name="connsiteX15" fmla="*/ 986530 w 1154012"/>
              <a:gd name="connsiteY15" fmla="*/ 192880 h 1202709"/>
              <a:gd name="connsiteX16" fmla="*/ 1054792 w 1154012"/>
              <a:gd name="connsiteY16" fmla="*/ 174623 h 1202709"/>
              <a:gd name="connsiteX17" fmla="*/ 1008755 w 1154012"/>
              <a:gd name="connsiteY17" fmla="*/ 280192 h 1202709"/>
              <a:gd name="connsiteX18" fmla="*/ 1074637 w 1154012"/>
              <a:gd name="connsiteY18" fmla="*/ 300829 h 1202709"/>
              <a:gd name="connsiteX19" fmla="*/ 1069875 w 1154012"/>
              <a:gd name="connsiteY19" fmla="*/ 393699 h 1202709"/>
              <a:gd name="connsiteX20" fmla="*/ 1154012 w 1154012"/>
              <a:gd name="connsiteY20" fmla="*/ 432592 h 1202709"/>
              <a:gd name="connsiteX21" fmla="*/ 1076223 w 1154012"/>
              <a:gd name="connsiteY21" fmla="*/ 493712 h 1202709"/>
              <a:gd name="connsiteX22" fmla="*/ 1081780 w 1154012"/>
              <a:gd name="connsiteY22" fmla="*/ 589755 h 1202709"/>
              <a:gd name="connsiteX23" fmla="*/ 1009549 w 1154012"/>
              <a:gd name="connsiteY23" fmla="*/ 598486 h 1202709"/>
              <a:gd name="connsiteX24" fmla="*/ 1016691 w 1154012"/>
              <a:gd name="connsiteY24" fmla="*/ 702469 h 1202709"/>
              <a:gd name="connsiteX25" fmla="*/ 1073842 w 1154012"/>
              <a:gd name="connsiteY25" fmla="*/ 767555 h 1202709"/>
              <a:gd name="connsiteX26" fmla="*/ 974731 w 1154012"/>
              <a:gd name="connsiteY26" fmla="*/ 834409 h 1202709"/>
              <a:gd name="connsiteX27" fmla="*/ 866781 w 1154012"/>
              <a:gd name="connsiteY27" fmla="*/ 901084 h 1202709"/>
              <a:gd name="connsiteX28" fmla="*/ 774706 w 1154012"/>
              <a:gd name="connsiteY28" fmla="*/ 866159 h 1202709"/>
              <a:gd name="connsiteX29" fmla="*/ 684111 w 1154012"/>
              <a:gd name="connsiteY29" fmla="*/ 843757 h 1202709"/>
              <a:gd name="connsiteX30" fmla="*/ 777881 w 1154012"/>
              <a:gd name="connsiteY30" fmla="*/ 1018559 h 1202709"/>
              <a:gd name="connsiteX31" fmla="*/ 593623 w 1154012"/>
              <a:gd name="connsiteY31" fmla="*/ 1198563 h 1202709"/>
              <a:gd name="connsiteX32" fmla="*/ 571506 w 1154012"/>
              <a:gd name="connsiteY32" fmla="*/ 1202709 h 1202709"/>
              <a:gd name="connsiteX33" fmla="*/ 523877 w 1154012"/>
              <a:gd name="connsiteY33" fmla="*/ 1135281 h 1202709"/>
              <a:gd name="connsiteX34" fmla="*/ 454820 w 1154012"/>
              <a:gd name="connsiteY34" fmla="*/ 999550 h 1202709"/>
              <a:gd name="connsiteX35" fmla="*/ 484983 w 1154012"/>
              <a:gd name="connsiteY35" fmla="*/ 936049 h 1202709"/>
              <a:gd name="connsiteX36" fmla="*/ 444502 w 1154012"/>
              <a:gd name="connsiteY36" fmla="*/ 818575 h 1202709"/>
              <a:gd name="connsiteX37" fmla="*/ 485775 w 1154012"/>
              <a:gd name="connsiteY37" fmla="*/ 627280 h 1202709"/>
              <a:gd name="connsiteX38" fmla="*/ 293690 w 1154012"/>
              <a:gd name="connsiteY38" fmla="*/ 651094 h 1202709"/>
              <a:gd name="connsiteX39" fmla="*/ 255590 w 1154012"/>
              <a:gd name="connsiteY39" fmla="*/ 540762 h 1202709"/>
              <a:gd name="connsiteX40" fmla="*/ 85072 w 1154012"/>
              <a:gd name="connsiteY40" fmla="*/ 536328 h 1202709"/>
              <a:gd name="connsiteX41" fmla="*/ 64855 w 1154012"/>
              <a:gd name="connsiteY41" fmla="*/ 429965 h 1202709"/>
              <a:gd name="connsiteX0" fmla="*/ 64855 w 1154012"/>
              <a:gd name="connsiteY0" fmla="*/ 429965 h 1202709"/>
              <a:gd name="connsiteX1" fmla="*/ 0 w 1154012"/>
              <a:gd name="connsiteY1" fmla="*/ 288350 h 1202709"/>
              <a:gd name="connsiteX2" fmla="*/ 48419 w 1154012"/>
              <a:gd name="connsiteY2" fmla="*/ 170080 h 1202709"/>
              <a:gd name="connsiteX3" fmla="*/ 129493 w 1154012"/>
              <a:gd name="connsiteY3" fmla="*/ 137318 h 1202709"/>
              <a:gd name="connsiteX4" fmla="*/ 103087 w 1154012"/>
              <a:gd name="connsiteY4" fmla="*/ 211931 h 1202709"/>
              <a:gd name="connsiteX5" fmla="*/ 234849 w 1154012"/>
              <a:gd name="connsiteY5" fmla="*/ 115093 h 1202709"/>
              <a:gd name="connsiteX6" fmla="*/ 261835 w 1154012"/>
              <a:gd name="connsiteY6" fmla="*/ 14287 h 1202709"/>
              <a:gd name="connsiteX7" fmla="*/ 307079 w 1154012"/>
              <a:gd name="connsiteY7" fmla="*/ 0 h 1202709"/>
              <a:gd name="connsiteX8" fmla="*/ 274536 w 1154012"/>
              <a:gd name="connsiteY8" fmla="*/ 117473 h 1202709"/>
              <a:gd name="connsiteX9" fmla="*/ 363436 w 1154012"/>
              <a:gd name="connsiteY9" fmla="*/ 128585 h 1202709"/>
              <a:gd name="connsiteX10" fmla="*/ 434080 w 1154012"/>
              <a:gd name="connsiteY10" fmla="*/ 154779 h 1202709"/>
              <a:gd name="connsiteX11" fmla="*/ 373755 w 1154012"/>
              <a:gd name="connsiteY11" fmla="*/ 246061 h 1202709"/>
              <a:gd name="connsiteX12" fmla="*/ 581718 w 1154012"/>
              <a:gd name="connsiteY12" fmla="*/ 211136 h 1202709"/>
              <a:gd name="connsiteX13" fmla="*/ 677760 w 1154012"/>
              <a:gd name="connsiteY13" fmla="*/ 263523 h 1202709"/>
              <a:gd name="connsiteX14" fmla="*/ 817460 w 1154012"/>
              <a:gd name="connsiteY14" fmla="*/ 167479 h 1202709"/>
              <a:gd name="connsiteX15" fmla="*/ 986530 w 1154012"/>
              <a:gd name="connsiteY15" fmla="*/ 192880 h 1202709"/>
              <a:gd name="connsiteX16" fmla="*/ 1054792 w 1154012"/>
              <a:gd name="connsiteY16" fmla="*/ 174623 h 1202709"/>
              <a:gd name="connsiteX17" fmla="*/ 1008755 w 1154012"/>
              <a:gd name="connsiteY17" fmla="*/ 280192 h 1202709"/>
              <a:gd name="connsiteX18" fmla="*/ 1074637 w 1154012"/>
              <a:gd name="connsiteY18" fmla="*/ 300829 h 1202709"/>
              <a:gd name="connsiteX19" fmla="*/ 1069875 w 1154012"/>
              <a:gd name="connsiteY19" fmla="*/ 393699 h 1202709"/>
              <a:gd name="connsiteX20" fmla="*/ 1154012 w 1154012"/>
              <a:gd name="connsiteY20" fmla="*/ 432592 h 1202709"/>
              <a:gd name="connsiteX21" fmla="*/ 1076223 w 1154012"/>
              <a:gd name="connsiteY21" fmla="*/ 493712 h 1202709"/>
              <a:gd name="connsiteX22" fmla="*/ 1081780 w 1154012"/>
              <a:gd name="connsiteY22" fmla="*/ 589755 h 1202709"/>
              <a:gd name="connsiteX23" fmla="*/ 1009549 w 1154012"/>
              <a:gd name="connsiteY23" fmla="*/ 598486 h 1202709"/>
              <a:gd name="connsiteX24" fmla="*/ 1016691 w 1154012"/>
              <a:gd name="connsiteY24" fmla="*/ 702469 h 1202709"/>
              <a:gd name="connsiteX25" fmla="*/ 1073842 w 1154012"/>
              <a:gd name="connsiteY25" fmla="*/ 767555 h 1202709"/>
              <a:gd name="connsiteX26" fmla="*/ 974731 w 1154012"/>
              <a:gd name="connsiteY26" fmla="*/ 834409 h 1202709"/>
              <a:gd name="connsiteX27" fmla="*/ 866781 w 1154012"/>
              <a:gd name="connsiteY27" fmla="*/ 901084 h 1202709"/>
              <a:gd name="connsiteX28" fmla="*/ 774706 w 1154012"/>
              <a:gd name="connsiteY28" fmla="*/ 866159 h 1202709"/>
              <a:gd name="connsiteX29" fmla="*/ 684111 w 1154012"/>
              <a:gd name="connsiteY29" fmla="*/ 843757 h 1202709"/>
              <a:gd name="connsiteX30" fmla="*/ 777881 w 1154012"/>
              <a:gd name="connsiteY30" fmla="*/ 1018559 h 1202709"/>
              <a:gd name="connsiteX31" fmla="*/ 707923 w 1154012"/>
              <a:gd name="connsiteY31" fmla="*/ 1119188 h 1202709"/>
              <a:gd name="connsiteX32" fmla="*/ 571506 w 1154012"/>
              <a:gd name="connsiteY32" fmla="*/ 1202709 h 1202709"/>
              <a:gd name="connsiteX33" fmla="*/ 523877 w 1154012"/>
              <a:gd name="connsiteY33" fmla="*/ 1135281 h 1202709"/>
              <a:gd name="connsiteX34" fmla="*/ 454820 w 1154012"/>
              <a:gd name="connsiteY34" fmla="*/ 999550 h 1202709"/>
              <a:gd name="connsiteX35" fmla="*/ 484983 w 1154012"/>
              <a:gd name="connsiteY35" fmla="*/ 936049 h 1202709"/>
              <a:gd name="connsiteX36" fmla="*/ 444502 w 1154012"/>
              <a:gd name="connsiteY36" fmla="*/ 818575 h 1202709"/>
              <a:gd name="connsiteX37" fmla="*/ 485775 w 1154012"/>
              <a:gd name="connsiteY37" fmla="*/ 627280 h 1202709"/>
              <a:gd name="connsiteX38" fmla="*/ 293690 w 1154012"/>
              <a:gd name="connsiteY38" fmla="*/ 651094 h 1202709"/>
              <a:gd name="connsiteX39" fmla="*/ 255590 w 1154012"/>
              <a:gd name="connsiteY39" fmla="*/ 540762 h 1202709"/>
              <a:gd name="connsiteX40" fmla="*/ 85072 w 1154012"/>
              <a:gd name="connsiteY40" fmla="*/ 536328 h 1202709"/>
              <a:gd name="connsiteX41" fmla="*/ 64855 w 1154012"/>
              <a:gd name="connsiteY41" fmla="*/ 429965 h 1202709"/>
              <a:gd name="connsiteX0" fmla="*/ 64855 w 1154012"/>
              <a:gd name="connsiteY0" fmla="*/ 429965 h 1202709"/>
              <a:gd name="connsiteX1" fmla="*/ 0 w 1154012"/>
              <a:gd name="connsiteY1" fmla="*/ 288350 h 1202709"/>
              <a:gd name="connsiteX2" fmla="*/ 48419 w 1154012"/>
              <a:gd name="connsiteY2" fmla="*/ 170080 h 1202709"/>
              <a:gd name="connsiteX3" fmla="*/ 129493 w 1154012"/>
              <a:gd name="connsiteY3" fmla="*/ 137318 h 1202709"/>
              <a:gd name="connsiteX4" fmla="*/ 103087 w 1154012"/>
              <a:gd name="connsiteY4" fmla="*/ 211931 h 1202709"/>
              <a:gd name="connsiteX5" fmla="*/ 234849 w 1154012"/>
              <a:gd name="connsiteY5" fmla="*/ 115093 h 1202709"/>
              <a:gd name="connsiteX6" fmla="*/ 261835 w 1154012"/>
              <a:gd name="connsiteY6" fmla="*/ 14287 h 1202709"/>
              <a:gd name="connsiteX7" fmla="*/ 307079 w 1154012"/>
              <a:gd name="connsiteY7" fmla="*/ 0 h 1202709"/>
              <a:gd name="connsiteX8" fmla="*/ 274536 w 1154012"/>
              <a:gd name="connsiteY8" fmla="*/ 117473 h 1202709"/>
              <a:gd name="connsiteX9" fmla="*/ 363436 w 1154012"/>
              <a:gd name="connsiteY9" fmla="*/ 128585 h 1202709"/>
              <a:gd name="connsiteX10" fmla="*/ 434080 w 1154012"/>
              <a:gd name="connsiteY10" fmla="*/ 154779 h 1202709"/>
              <a:gd name="connsiteX11" fmla="*/ 373755 w 1154012"/>
              <a:gd name="connsiteY11" fmla="*/ 246061 h 1202709"/>
              <a:gd name="connsiteX12" fmla="*/ 581718 w 1154012"/>
              <a:gd name="connsiteY12" fmla="*/ 211136 h 1202709"/>
              <a:gd name="connsiteX13" fmla="*/ 677760 w 1154012"/>
              <a:gd name="connsiteY13" fmla="*/ 263523 h 1202709"/>
              <a:gd name="connsiteX14" fmla="*/ 817460 w 1154012"/>
              <a:gd name="connsiteY14" fmla="*/ 167479 h 1202709"/>
              <a:gd name="connsiteX15" fmla="*/ 986530 w 1154012"/>
              <a:gd name="connsiteY15" fmla="*/ 192880 h 1202709"/>
              <a:gd name="connsiteX16" fmla="*/ 1054792 w 1154012"/>
              <a:gd name="connsiteY16" fmla="*/ 174623 h 1202709"/>
              <a:gd name="connsiteX17" fmla="*/ 1008755 w 1154012"/>
              <a:gd name="connsiteY17" fmla="*/ 280192 h 1202709"/>
              <a:gd name="connsiteX18" fmla="*/ 1074637 w 1154012"/>
              <a:gd name="connsiteY18" fmla="*/ 300829 h 1202709"/>
              <a:gd name="connsiteX19" fmla="*/ 1069875 w 1154012"/>
              <a:gd name="connsiteY19" fmla="*/ 393699 h 1202709"/>
              <a:gd name="connsiteX20" fmla="*/ 1154012 w 1154012"/>
              <a:gd name="connsiteY20" fmla="*/ 432592 h 1202709"/>
              <a:gd name="connsiteX21" fmla="*/ 1076223 w 1154012"/>
              <a:gd name="connsiteY21" fmla="*/ 493712 h 1202709"/>
              <a:gd name="connsiteX22" fmla="*/ 1081780 w 1154012"/>
              <a:gd name="connsiteY22" fmla="*/ 589755 h 1202709"/>
              <a:gd name="connsiteX23" fmla="*/ 1009549 w 1154012"/>
              <a:gd name="connsiteY23" fmla="*/ 598486 h 1202709"/>
              <a:gd name="connsiteX24" fmla="*/ 1016691 w 1154012"/>
              <a:gd name="connsiteY24" fmla="*/ 702469 h 1202709"/>
              <a:gd name="connsiteX25" fmla="*/ 1073842 w 1154012"/>
              <a:gd name="connsiteY25" fmla="*/ 767555 h 1202709"/>
              <a:gd name="connsiteX26" fmla="*/ 974731 w 1154012"/>
              <a:gd name="connsiteY26" fmla="*/ 834409 h 1202709"/>
              <a:gd name="connsiteX27" fmla="*/ 866781 w 1154012"/>
              <a:gd name="connsiteY27" fmla="*/ 901084 h 1202709"/>
              <a:gd name="connsiteX28" fmla="*/ 774706 w 1154012"/>
              <a:gd name="connsiteY28" fmla="*/ 866159 h 1202709"/>
              <a:gd name="connsiteX29" fmla="*/ 684111 w 1154012"/>
              <a:gd name="connsiteY29" fmla="*/ 843757 h 1202709"/>
              <a:gd name="connsiteX30" fmla="*/ 809631 w 1154012"/>
              <a:gd name="connsiteY30" fmla="*/ 1037609 h 1202709"/>
              <a:gd name="connsiteX31" fmla="*/ 707923 w 1154012"/>
              <a:gd name="connsiteY31" fmla="*/ 1119188 h 1202709"/>
              <a:gd name="connsiteX32" fmla="*/ 571506 w 1154012"/>
              <a:gd name="connsiteY32" fmla="*/ 1202709 h 1202709"/>
              <a:gd name="connsiteX33" fmla="*/ 523877 w 1154012"/>
              <a:gd name="connsiteY33" fmla="*/ 1135281 h 1202709"/>
              <a:gd name="connsiteX34" fmla="*/ 454820 w 1154012"/>
              <a:gd name="connsiteY34" fmla="*/ 999550 h 1202709"/>
              <a:gd name="connsiteX35" fmla="*/ 484983 w 1154012"/>
              <a:gd name="connsiteY35" fmla="*/ 936049 h 1202709"/>
              <a:gd name="connsiteX36" fmla="*/ 444502 w 1154012"/>
              <a:gd name="connsiteY36" fmla="*/ 818575 h 1202709"/>
              <a:gd name="connsiteX37" fmla="*/ 485775 w 1154012"/>
              <a:gd name="connsiteY37" fmla="*/ 627280 h 1202709"/>
              <a:gd name="connsiteX38" fmla="*/ 293690 w 1154012"/>
              <a:gd name="connsiteY38" fmla="*/ 651094 h 1202709"/>
              <a:gd name="connsiteX39" fmla="*/ 255590 w 1154012"/>
              <a:gd name="connsiteY39" fmla="*/ 540762 h 1202709"/>
              <a:gd name="connsiteX40" fmla="*/ 85072 w 1154012"/>
              <a:gd name="connsiteY40" fmla="*/ 536328 h 1202709"/>
              <a:gd name="connsiteX41" fmla="*/ 64855 w 1154012"/>
              <a:gd name="connsiteY41" fmla="*/ 429965 h 1202709"/>
              <a:gd name="connsiteX0" fmla="*/ 64855 w 1154012"/>
              <a:gd name="connsiteY0" fmla="*/ 429965 h 1202709"/>
              <a:gd name="connsiteX1" fmla="*/ 0 w 1154012"/>
              <a:gd name="connsiteY1" fmla="*/ 288350 h 1202709"/>
              <a:gd name="connsiteX2" fmla="*/ 48419 w 1154012"/>
              <a:gd name="connsiteY2" fmla="*/ 170080 h 1202709"/>
              <a:gd name="connsiteX3" fmla="*/ 129493 w 1154012"/>
              <a:gd name="connsiteY3" fmla="*/ 137318 h 1202709"/>
              <a:gd name="connsiteX4" fmla="*/ 103087 w 1154012"/>
              <a:gd name="connsiteY4" fmla="*/ 211931 h 1202709"/>
              <a:gd name="connsiteX5" fmla="*/ 234849 w 1154012"/>
              <a:gd name="connsiteY5" fmla="*/ 115093 h 1202709"/>
              <a:gd name="connsiteX6" fmla="*/ 261835 w 1154012"/>
              <a:gd name="connsiteY6" fmla="*/ 14287 h 1202709"/>
              <a:gd name="connsiteX7" fmla="*/ 307079 w 1154012"/>
              <a:gd name="connsiteY7" fmla="*/ 0 h 1202709"/>
              <a:gd name="connsiteX8" fmla="*/ 274536 w 1154012"/>
              <a:gd name="connsiteY8" fmla="*/ 117473 h 1202709"/>
              <a:gd name="connsiteX9" fmla="*/ 363436 w 1154012"/>
              <a:gd name="connsiteY9" fmla="*/ 128585 h 1202709"/>
              <a:gd name="connsiteX10" fmla="*/ 434080 w 1154012"/>
              <a:gd name="connsiteY10" fmla="*/ 154779 h 1202709"/>
              <a:gd name="connsiteX11" fmla="*/ 373755 w 1154012"/>
              <a:gd name="connsiteY11" fmla="*/ 246061 h 1202709"/>
              <a:gd name="connsiteX12" fmla="*/ 581718 w 1154012"/>
              <a:gd name="connsiteY12" fmla="*/ 211136 h 1202709"/>
              <a:gd name="connsiteX13" fmla="*/ 677760 w 1154012"/>
              <a:gd name="connsiteY13" fmla="*/ 263523 h 1202709"/>
              <a:gd name="connsiteX14" fmla="*/ 817460 w 1154012"/>
              <a:gd name="connsiteY14" fmla="*/ 167479 h 1202709"/>
              <a:gd name="connsiteX15" fmla="*/ 986530 w 1154012"/>
              <a:gd name="connsiteY15" fmla="*/ 192880 h 1202709"/>
              <a:gd name="connsiteX16" fmla="*/ 1054792 w 1154012"/>
              <a:gd name="connsiteY16" fmla="*/ 174623 h 1202709"/>
              <a:gd name="connsiteX17" fmla="*/ 1008755 w 1154012"/>
              <a:gd name="connsiteY17" fmla="*/ 280192 h 1202709"/>
              <a:gd name="connsiteX18" fmla="*/ 1074637 w 1154012"/>
              <a:gd name="connsiteY18" fmla="*/ 300829 h 1202709"/>
              <a:gd name="connsiteX19" fmla="*/ 1069875 w 1154012"/>
              <a:gd name="connsiteY19" fmla="*/ 393699 h 1202709"/>
              <a:gd name="connsiteX20" fmla="*/ 1154012 w 1154012"/>
              <a:gd name="connsiteY20" fmla="*/ 432592 h 1202709"/>
              <a:gd name="connsiteX21" fmla="*/ 1076223 w 1154012"/>
              <a:gd name="connsiteY21" fmla="*/ 493712 h 1202709"/>
              <a:gd name="connsiteX22" fmla="*/ 1081780 w 1154012"/>
              <a:gd name="connsiteY22" fmla="*/ 589755 h 1202709"/>
              <a:gd name="connsiteX23" fmla="*/ 1009549 w 1154012"/>
              <a:gd name="connsiteY23" fmla="*/ 598486 h 1202709"/>
              <a:gd name="connsiteX24" fmla="*/ 1016691 w 1154012"/>
              <a:gd name="connsiteY24" fmla="*/ 702469 h 1202709"/>
              <a:gd name="connsiteX25" fmla="*/ 1073842 w 1154012"/>
              <a:gd name="connsiteY25" fmla="*/ 767555 h 1202709"/>
              <a:gd name="connsiteX26" fmla="*/ 974731 w 1154012"/>
              <a:gd name="connsiteY26" fmla="*/ 834409 h 1202709"/>
              <a:gd name="connsiteX27" fmla="*/ 866781 w 1154012"/>
              <a:gd name="connsiteY27" fmla="*/ 901084 h 1202709"/>
              <a:gd name="connsiteX28" fmla="*/ 774706 w 1154012"/>
              <a:gd name="connsiteY28" fmla="*/ 866159 h 1202709"/>
              <a:gd name="connsiteX29" fmla="*/ 684111 w 1154012"/>
              <a:gd name="connsiteY29" fmla="*/ 843757 h 1202709"/>
              <a:gd name="connsiteX30" fmla="*/ 809631 w 1154012"/>
              <a:gd name="connsiteY30" fmla="*/ 1037609 h 1202709"/>
              <a:gd name="connsiteX31" fmla="*/ 707923 w 1154012"/>
              <a:gd name="connsiteY31" fmla="*/ 1119188 h 1202709"/>
              <a:gd name="connsiteX32" fmla="*/ 571506 w 1154012"/>
              <a:gd name="connsiteY32" fmla="*/ 1202709 h 1202709"/>
              <a:gd name="connsiteX33" fmla="*/ 523877 w 1154012"/>
              <a:gd name="connsiteY33" fmla="*/ 1135281 h 1202709"/>
              <a:gd name="connsiteX34" fmla="*/ 454820 w 1154012"/>
              <a:gd name="connsiteY34" fmla="*/ 999550 h 1202709"/>
              <a:gd name="connsiteX35" fmla="*/ 484983 w 1154012"/>
              <a:gd name="connsiteY35" fmla="*/ 936049 h 1202709"/>
              <a:gd name="connsiteX36" fmla="*/ 444502 w 1154012"/>
              <a:gd name="connsiteY36" fmla="*/ 818575 h 1202709"/>
              <a:gd name="connsiteX37" fmla="*/ 485775 w 1154012"/>
              <a:gd name="connsiteY37" fmla="*/ 627280 h 1202709"/>
              <a:gd name="connsiteX38" fmla="*/ 293690 w 1154012"/>
              <a:gd name="connsiteY38" fmla="*/ 651094 h 1202709"/>
              <a:gd name="connsiteX39" fmla="*/ 255590 w 1154012"/>
              <a:gd name="connsiteY39" fmla="*/ 540762 h 1202709"/>
              <a:gd name="connsiteX40" fmla="*/ 56497 w 1154012"/>
              <a:gd name="connsiteY40" fmla="*/ 529978 h 1202709"/>
              <a:gd name="connsiteX41" fmla="*/ 64855 w 1154012"/>
              <a:gd name="connsiteY41" fmla="*/ 429965 h 120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54012" h="1202709">
                <a:moveTo>
                  <a:pt x="64855" y="429965"/>
                </a:moveTo>
                <a:lnTo>
                  <a:pt x="0" y="288350"/>
                </a:lnTo>
                <a:lnTo>
                  <a:pt x="48419" y="170080"/>
                </a:lnTo>
                <a:lnTo>
                  <a:pt x="129493" y="137318"/>
                </a:lnTo>
                <a:lnTo>
                  <a:pt x="103087" y="211931"/>
                </a:lnTo>
                <a:lnTo>
                  <a:pt x="234849" y="115093"/>
                </a:lnTo>
                <a:lnTo>
                  <a:pt x="261835" y="14287"/>
                </a:lnTo>
                <a:lnTo>
                  <a:pt x="307079" y="0"/>
                </a:lnTo>
                <a:lnTo>
                  <a:pt x="274536" y="117473"/>
                </a:lnTo>
                <a:lnTo>
                  <a:pt x="363436" y="128585"/>
                </a:lnTo>
                <a:lnTo>
                  <a:pt x="434080" y="154779"/>
                </a:lnTo>
                <a:lnTo>
                  <a:pt x="373755" y="246061"/>
                </a:lnTo>
                <a:lnTo>
                  <a:pt x="581718" y="211136"/>
                </a:lnTo>
                <a:lnTo>
                  <a:pt x="677760" y="263523"/>
                </a:lnTo>
                <a:lnTo>
                  <a:pt x="817460" y="167479"/>
                </a:lnTo>
                <a:lnTo>
                  <a:pt x="986530" y="192880"/>
                </a:lnTo>
                <a:lnTo>
                  <a:pt x="1054792" y="174623"/>
                </a:lnTo>
                <a:lnTo>
                  <a:pt x="1008755" y="280192"/>
                </a:lnTo>
                <a:lnTo>
                  <a:pt x="1074637" y="300829"/>
                </a:lnTo>
                <a:lnTo>
                  <a:pt x="1069875" y="393699"/>
                </a:lnTo>
                <a:lnTo>
                  <a:pt x="1154012" y="432592"/>
                </a:lnTo>
                <a:lnTo>
                  <a:pt x="1076223" y="493712"/>
                </a:lnTo>
                <a:lnTo>
                  <a:pt x="1081780" y="589755"/>
                </a:lnTo>
                <a:lnTo>
                  <a:pt x="1009549" y="598486"/>
                </a:lnTo>
                <a:lnTo>
                  <a:pt x="1016691" y="702469"/>
                </a:lnTo>
                <a:lnTo>
                  <a:pt x="1073842" y="767555"/>
                </a:lnTo>
                <a:lnTo>
                  <a:pt x="974731" y="834409"/>
                </a:lnTo>
                <a:lnTo>
                  <a:pt x="866781" y="901084"/>
                </a:lnTo>
                <a:lnTo>
                  <a:pt x="774706" y="866159"/>
                </a:lnTo>
                <a:lnTo>
                  <a:pt x="684111" y="843757"/>
                </a:lnTo>
                <a:lnTo>
                  <a:pt x="809631" y="1037609"/>
                </a:lnTo>
                <a:lnTo>
                  <a:pt x="707923" y="1119188"/>
                </a:lnTo>
                <a:lnTo>
                  <a:pt x="571506" y="1202709"/>
                </a:lnTo>
                <a:lnTo>
                  <a:pt x="523877" y="1135281"/>
                </a:lnTo>
                <a:lnTo>
                  <a:pt x="454820" y="999550"/>
                </a:lnTo>
                <a:lnTo>
                  <a:pt x="484983" y="936049"/>
                </a:lnTo>
                <a:lnTo>
                  <a:pt x="444502" y="818575"/>
                </a:lnTo>
                <a:lnTo>
                  <a:pt x="485775" y="627280"/>
                </a:lnTo>
                <a:lnTo>
                  <a:pt x="293690" y="651094"/>
                </a:lnTo>
                <a:lnTo>
                  <a:pt x="255590" y="540762"/>
                </a:lnTo>
                <a:lnTo>
                  <a:pt x="56497" y="529978"/>
                </a:lnTo>
                <a:lnTo>
                  <a:pt x="64855" y="429965"/>
                </a:lnTo>
                <a:close/>
              </a:path>
            </a:pathLst>
          </a:custGeom>
          <a:solidFill>
            <a:srgbClr val="8E0000"/>
          </a:solidFill>
          <a:ln w="127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Geomanist" panose="02000503000000020004" pitchFamily="50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C8312844-FBC7-F24F-381B-CCED10595390}"/>
              </a:ext>
            </a:extLst>
          </p:cNvPr>
          <p:cNvGrpSpPr/>
          <p:nvPr/>
        </p:nvGrpSpPr>
        <p:grpSpPr>
          <a:xfrm>
            <a:off x="223811" y="4143561"/>
            <a:ext cx="3157987" cy="2512169"/>
            <a:chOff x="224031" y="3324433"/>
            <a:chExt cx="2505960" cy="1993484"/>
          </a:xfrm>
        </p:grpSpPr>
        <p:grpSp>
          <p:nvGrpSpPr>
            <p:cNvPr id="6274" name="Grupo 6273">
              <a:extLst>
                <a:ext uri="{FF2B5EF4-FFF2-40B4-BE49-F238E27FC236}">
                  <a16:creationId xmlns:a16="http://schemas.microsoft.com/office/drawing/2014/main" id="{0AF66095-BF1D-001D-8571-7A533028B700}"/>
                </a:ext>
              </a:extLst>
            </p:cNvPr>
            <p:cNvGrpSpPr/>
            <p:nvPr/>
          </p:nvGrpSpPr>
          <p:grpSpPr>
            <a:xfrm>
              <a:off x="224031" y="3747350"/>
              <a:ext cx="2121191" cy="289869"/>
              <a:chOff x="515383" y="3733816"/>
              <a:chExt cx="2121191" cy="289869"/>
            </a:xfrm>
          </p:grpSpPr>
          <p:sp>
            <p:nvSpPr>
              <p:cNvPr id="6260" name="Rectángulo: esquinas redondeadas 6259">
                <a:extLst>
                  <a:ext uri="{FF2B5EF4-FFF2-40B4-BE49-F238E27FC236}">
                    <a16:creationId xmlns:a16="http://schemas.microsoft.com/office/drawing/2014/main" id="{0FA26799-6205-770A-A1C8-14A7E559A0AA}"/>
                  </a:ext>
                </a:extLst>
              </p:cNvPr>
              <p:cNvSpPr/>
              <p:nvPr/>
            </p:nvSpPr>
            <p:spPr>
              <a:xfrm>
                <a:off x="515383" y="3733816"/>
                <a:ext cx="2121191" cy="288000"/>
              </a:xfrm>
              <a:prstGeom prst="roundRect">
                <a:avLst>
                  <a:gd name="adj" fmla="val 50000"/>
                </a:avLst>
              </a:prstGeom>
              <a:solidFill>
                <a:srgbClr val="F5EDE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marL="268288"/>
                <a:endParaRPr lang="es-MX" sz="1600" dirty="0">
                  <a:solidFill>
                    <a:srgbClr val="77193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pic>
            <p:nvPicPr>
              <p:cNvPr id="1031" name="Picture 20" descr="Bases de la Promoción Lanzamiento nuevos mercados Arajet">
                <a:extLst>
                  <a:ext uri="{FF2B5EF4-FFF2-40B4-BE49-F238E27FC236}">
                    <a16:creationId xmlns:a16="http://schemas.microsoft.com/office/drawing/2014/main" id="{95451678-7841-53F5-3FF5-FE4C24E599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hq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81355" y="3741249"/>
                <a:ext cx="652413" cy="252332"/>
              </a:xfrm>
              <a:prstGeom prst="round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7" name="Rectángulo: esquinas redondeadas 1046">
                <a:extLst>
                  <a:ext uri="{FF2B5EF4-FFF2-40B4-BE49-F238E27FC236}">
                    <a16:creationId xmlns:a16="http://schemas.microsoft.com/office/drawing/2014/main" id="{1D81C6DF-37FF-1885-152B-1FE4DE406C92}"/>
                  </a:ext>
                </a:extLst>
              </p:cNvPr>
              <p:cNvSpPr/>
              <p:nvPr/>
            </p:nvSpPr>
            <p:spPr>
              <a:xfrm>
                <a:off x="541179" y="3735685"/>
                <a:ext cx="1496703" cy="288000"/>
              </a:xfrm>
              <a:prstGeom prst="roundRect">
                <a:avLst>
                  <a:gd name="adj" fmla="val 50000"/>
                </a:avLst>
              </a:prstGeom>
              <a:solidFill>
                <a:srgbClr val="9C23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marL="268288"/>
                <a:r>
                  <a:rPr lang="es-MX" sz="16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Punta Cana</a:t>
                </a:r>
              </a:p>
            </p:txBody>
          </p:sp>
          <p:sp>
            <p:nvSpPr>
              <p:cNvPr id="1053" name="Elipse 1052">
                <a:hlinkClick r:id="rId4" action="ppaction://hlinksldjump" highlightClick="1"/>
                <a:extLst>
                  <a:ext uri="{FF2B5EF4-FFF2-40B4-BE49-F238E27FC236}">
                    <a16:creationId xmlns:a16="http://schemas.microsoft.com/office/drawing/2014/main" id="{C9960E67-F3EE-DEAE-D2FE-CDADC9E01839}"/>
                  </a:ext>
                </a:extLst>
              </p:cNvPr>
              <p:cNvSpPr/>
              <p:nvPr/>
            </p:nvSpPr>
            <p:spPr>
              <a:xfrm>
                <a:off x="515383" y="3733816"/>
                <a:ext cx="30864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621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r>
                  <a:rPr lang="es-MX" sz="1600" b="1" dirty="0">
                    <a:solidFill>
                      <a:srgbClr val="621333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2</a:t>
                </a:r>
              </a:p>
            </p:txBody>
          </p:sp>
        </p:grpSp>
        <p:grpSp>
          <p:nvGrpSpPr>
            <p:cNvPr id="6275" name="Grupo 6274">
              <a:extLst>
                <a:ext uri="{FF2B5EF4-FFF2-40B4-BE49-F238E27FC236}">
                  <a16:creationId xmlns:a16="http://schemas.microsoft.com/office/drawing/2014/main" id="{9AD3E723-A1F5-7C61-3444-E2F0886C11D3}"/>
                </a:ext>
              </a:extLst>
            </p:cNvPr>
            <p:cNvGrpSpPr/>
            <p:nvPr/>
          </p:nvGrpSpPr>
          <p:grpSpPr>
            <a:xfrm>
              <a:off x="224031" y="4164528"/>
              <a:ext cx="2505960" cy="301004"/>
              <a:chOff x="515383" y="4055736"/>
              <a:chExt cx="2505960" cy="301004"/>
            </a:xfrm>
          </p:grpSpPr>
          <p:sp>
            <p:nvSpPr>
              <p:cNvPr id="6263" name="Rectángulo: esquinas redondeadas 6262">
                <a:extLst>
                  <a:ext uri="{FF2B5EF4-FFF2-40B4-BE49-F238E27FC236}">
                    <a16:creationId xmlns:a16="http://schemas.microsoft.com/office/drawing/2014/main" id="{9F397799-7A2C-3E64-0D9F-66D4AEA0455E}"/>
                  </a:ext>
                </a:extLst>
              </p:cNvPr>
              <p:cNvSpPr/>
              <p:nvPr/>
            </p:nvSpPr>
            <p:spPr>
              <a:xfrm>
                <a:off x="563008" y="4061596"/>
                <a:ext cx="2434594" cy="288000"/>
              </a:xfrm>
              <a:prstGeom prst="roundRect">
                <a:avLst>
                  <a:gd name="adj" fmla="val 50000"/>
                </a:avLst>
              </a:prstGeom>
              <a:solidFill>
                <a:srgbClr val="F5EDE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marL="268288"/>
                <a:endParaRPr lang="es-MX" sz="1600" dirty="0">
                  <a:solidFill>
                    <a:srgbClr val="77193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pic>
            <p:nvPicPr>
              <p:cNvPr id="1032" name="Picture 20" descr="Bases de la Promoción Lanzamiento nuevos mercados Arajet">
                <a:extLst>
                  <a:ext uri="{FF2B5EF4-FFF2-40B4-BE49-F238E27FC236}">
                    <a16:creationId xmlns:a16="http://schemas.microsoft.com/office/drawing/2014/main" id="{926B4228-5BBC-923C-BB42-D2E94F6683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hq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8930" y="4076910"/>
                <a:ext cx="652413" cy="252332"/>
              </a:xfrm>
              <a:prstGeom prst="round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8" name="Rectángulo: esquinas redondeadas 1047">
                <a:extLst>
                  <a:ext uri="{FF2B5EF4-FFF2-40B4-BE49-F238E27FC236}">
                    <a16:creationId xmlns:a16="http://schemas.microsoft.com/office/drawing/2014/main" id="{6584CCFD-C2C6-2AC9-4E38-33C887215EFF}"/>
                  </a:ext>
                </a:extLst>
              </p:cNvPr>
              <p:cNvSpPr/>
              <p:nvPr/>
            </p:nvSpPr>
            <p:spPr>
              <a:xfrm>
                <a:off x="541180" y="4055736"/>
                <a:ext cx="1873408" cy="288000"/>
              </a:xfrm>
              <a:prstGeom prst="roundRect">
                <a:avLst>
                  <a:gd name="adj" fmla="val 50000"/>
                </a:avLst>
              </a:prstGeom>
              <a:solidFill>
                <a:srgbClr val="9C23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marL="268288"/>
                <a:r>
                  <a:rPr lang="es-MX" sz="16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Santo Domingo</a:t>
                </a:r>
              </a:p>
            </p:txBody>
          </p:sp>
          <p:sp>
            <p:nvSpPr>
              <p:cNvPr id="1054" name="Elipse 1053">
                <a:hlinkClick r:id="rId5" action="ppaction://hlinksldjump" highlightClick="1"/>
                <a:extLst>
                  <a:ext uri="{FF2B5EF4-FFF2-40B4-BE49-F238E27FC236}">
                    <a16:creationId xmlns:a16="http://schemas.microsoft.com/office/drawing/2014/main" id="{AC47A137-C1AD-A0BE-FCCA-E029AF13406F}"/>
                  </a:ext>
                </a:extLst>
              </p:cNvPr>
              <p:cNvSpPr/>
              <p:nvPr/>
            </p:nvSpPr>
            <p:spPr>
              <a:xfrm>
                <a:off x="515383" y="4068740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621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r>
                  <a:rPr lang="es-MX" sz="1600" b="1" dirty="0">
                    <a:solidFill>
                      <a:srgbClr val="621333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3</a:t>
                </a:r>
              </a:p>
            </p:txBody>
          </p:sp>
        </p:grpSp>
        <p:grpSp>
          <p:nvGrpSpPr>
            <p:cNvPr id="6276" name="Grupo 6275">
              <a:extLst>
                <a:ext uri="{FF2B5EF4-FFF2-40B4-BE49-F238E27FC236}">
                  <a16:creationId xmlns:a16="http://schemas.microsoft.com/office/drawing/2014/main" id="{68517589-BA4D-0839-2681-F5F156B3C47B}"/>
                </a:ext>
              </a:extLst>
            </p:cNvPr>
            <p:cNvGrpSpPr/>
            <p:nvPr/>
          </p:nvGrpSpPr>
          <p:grpSpPr>
            <a:xfrm>
              <a:off x="224031" y="4598701"/>
              <a:ext cx="1944710" cy="288422"/>
              <a:chOff x="515383" y="4393717"/>
              <a:chExt cx="1944710" cy="288422"/>
            </a:xfrm>
          </p:grpSpPr>
          <p:sp>
            <p:nvSpPr>
              <p:cNvPr id="6266" name="Rectángulo: esquinas redondeadas 6265">
                <a:extLst>
                  <a:ext uri="{FF2B5EF4-FFF2-40B4-BE49-F238E27FC236}">
                    <a16:creationId xmlns:a16="http://schemas.microsoft.com/office/drawing/2014/main" id="{A1C54D8E-891B-8D41-2FC3-2E8B94C02D8D}"/>
                  </a:ext>
                </a:extLst>
              </p:cNvPr>
              <p:cNvSpPr/>
              <p:nvPr/>
            </p:nvSpPr>
            <p:spPr>
              <a:xfrm>
                <a:off x="563006" y="4394138"/>
                <a:ext cx="1897087" cy="288000"/>
              </a:xfrm>
              <a:prstGeom prst="roundRect">
                <a:avLst>
                  <a:gd name="adj" fmla="val 50000"/>
                </a:avLst>
              </a:prstGeom>
              <a:solidFill>
                <a:srgbClr val="F5EDE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marL="268288"/>
                <a:endParaRPr lang="es-MX" sz="1600" dirty="0">
                  <a:solidFill>
                    <a:srgbClr val="77193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pic>
            <p:nvPicPr>
              <p:cNvPr id="6268" name="Picture 4">
                <a:extLst>
                  <a:ext uri="{FF2B5EF4-FFF2-40B4-BE49-F238E27FC236}">
                    <a16:creationId xmlns:a16="http://schemas.microsoft.com/office/drawing/2014/main" id="{F293A9EC-5C16-48B4-A43B-0F272E851E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hq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38603" y="4454420"/>
                <a:ext cx="385752" cy="14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51" name="Rectángulo: esquinas redondeadas 1050">
                <a:extLst>
                  <a:ext uri="{FF2B5EF4-FFF2-40B4-BE49-F238E27FC236}">
                    <a16:creationId xmlns:a16="http://schemas.microsoft.com/office/drawing/2014/main" id="{3A727AC9-E7CC-5150-02FF-362337D29BE5}"/>
                  </a:ext>
                </a:extLst>
              </p:cNvPr>
              <p:cNvSpPr/>
              <p:nvPr/>
            </p:nvSpPr>
            <p:spPr>
              <a:xfrm>
                <a:off x="541180" y="4393717"/>
                <a:ext cx="1162206" cy="288000"/>
              </a:xfrm>
              <a:prstGeom prst="roundRect">
                <a:avLst>
                  <a:gd name="adj" fmla="val 50000"/>
                </a:avLst>
              </a:prstGeom>
              <a:solidFill>
                <a:srgbClr val="9C23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marL="268288"/>
                <a:r>
                  <a:rPr lang="es-MX" sz="16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Bogotá</a:t>
                </a:r>
              </a:p>
            </p:txBody>
          </p:sp>
          <p:sp>
            <p:nvSpPr>
              <p:cNvPr id="1055" name="Elipse 1054">
                <a:hlinkClick r:id="rId7" action="ppaction://hlinksldjump" highlightClick="1"/>
                <a:extLst>
                  <a:ext uri="{FF2B5EF4-FFF2-40B4-BE49-F238E27FC236}">
                    <a16:creationId xmlns:a16="http://schemas.microsoft.com/office/drawing/2014/main" id="{162103C4-390D-8B0F-3D1B-44F264105A4B}"/>
                  </a:ext>
                </a:extLst>
              </p:cNvPr>
              <p:cNvSpPr/>
              <p:nvPr/>
            </p:nvSpPr>
            <p:spPr>
              <a:xfrm>
                <a:off x="515383" y="4394139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621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r>
                  <a:rPr lang="es-MX" sz="1600" b="1" dirty="0">
                    <a:solidFill>
                      <a:srgbClr val="621333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4</a:t>
                </a:r>
              </a:p>
            </p:txBody>
          </p:sp>
        </p:grpSp>
        <p:grpSp>
          <p:nvGrpSpPr>
            <p:cNvPr id="6273" name="Grupo 6272">
              <a:extLst>
                <a:ext uri="{FF2B5EF4-FFF2-40B4-BE49-F238E27FC236}">
                  <a16:creationId xmlns:a16="http://schemas.microsoft.com/office/drawing/2014/main" id="{57943E44-7D15-6829-BBFE-D488A7A01EA1}"/>
                </a:ext>
              </a:extLst>
            </p:cNvPr>
            <p:cNvGrpSpPr/>
            <p:nvPr/>
          </p:nvGrpSpPr>
          <p:grpSpPr>
            <a:xfrm>
              <a:off x="224031" y="3324433"/>
              <a:ext cx="1959388" cy="289748"/>
              <a:chOff x="515383" y="3406669"/>
              <a:chExt cx="1959388" cy="289748"/>
            </a:xfrm>
          </p:grpSpPr>
          <p:sp>
            <p:nvSpPr>
              <p:cNvPr id="6270" name="Rectángulo: esquinas redondeadas 6269">
                <a:extLst>
                  <a:ext uri="{FF2B5EF4-FFF2-40B4-BE49-F238E27FC236}">
                    <a16:creationId xmlns:a16="http://schemas.microsoft.com/office/drawing/2014/main" id="{04C4AAFE-00E2-DEBC-3115-D1C7821C5E11}"/>
                  </a:ext>
                </a:extLst>
              </p:cNvPr>
              <p:cNvSpPr/>
              <p:nvPr/>
            </p:nvSpPr>
            <p:spPr>
              <a:xfrm>
                <a:off x="563009" y="3408417"/>
                <a:ext cx="1911762" cy="288000"/>
              </a:xfrm>
              <a:prstGeom prst="roundRect">
                <a:avLst>
                  <a:gd name="adj" fmla="val 50000"/>
                </a:avLst>
              </a:prstGeom>
              <a:solidFill>
                <a:srgbClr val="F5EDE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marL="268288"/>
                <a:endParaRPr lang="es-MX" sz="1600" dirty="0">
                  <a:solidFill>
                    <a:srgbClr val="77193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pic>
            <p:nvPicPr>
              <p:cNvPr id="1024" name="Picture 4">
                <a:extLst>
                  <a:ext uri="{FF2B5EF4-FFF2-40B4-BE49-F238E27FC236}">
                    <a16:creationId xmlns:a16="http://schemas.microsoft.com/office/drawing/2014/main" id="{7BA4C997-C8F3-68A9-D480-DE63A84C66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hq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2870" y="3467433"/>
                <a:ext cx="385752" cy="14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6" name="Rectángulo: esquinas redondeadas 1045">
                <a:extLst>
                  <a:ext uri="{FF2B5EF4-FFF2-40B4-BE49-F238E27FC236}">
                    <a16:creationId xmlns:a16="http://schemas.microsoft.com/office/drawing/2014/main" id="{34DDF8A1-A634-1C0E-0BE1-F11AAC0D452A}"/>
                  </a:ext>
                </a:extLst>
              </p:cNvPr>
              <p:cNvSpPr/>
              <p:nvPr/>
            </p:nvSpPr>
            <p:spPr>
              <a:xfrm>
                <a:off x="541179" y="3406669"/>
                <a:ext cx="1414497" cy="288000"/>
              </a:xfrm>
              <a:prstGeom prst="roundRect">
                <a:avLst>
                  <a:gd name="adj" fmla="val 50000"/>
                </a:avLst>
              </a:prstGeom>
              <a:solidFill>
                <a:srgbClr val="9C23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marL="268288"/>
                <a:r>
                  <a:rPr lang="es-MX" sz="16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La Habana</a:t>
                </a:r>
              </a:p>
            </p:txBody>
          </p:sp>
          <p:sp>
            <p:nvSpPr>
              <p:cNvPr id="1056" name="Elipse 1055">
                <a:hlinkClick r:id="rId8" action="ppaction://hlinksldjump" highlightClick="1"/>
                <a:extLst>
                  <a:ext uri="{FF2B5EF4-FFF2-40B4-BE49-F238E27FC236}">
                    <a16:creationId xmlns:a16="http://schemas.microsoft.com/office/drawing/2014/main" id="{2B8BDA6B-BD3D-6F37-602B-2D578E37C1C4}"/>
                  </a:ext>
                </a:extLst>
              </p:cNvPr>
              <p:cNvSpPr/>
              <p:nvPr/>
            </p:nvSpPr>
            <p:spPr>
              <a:xfrm>
                <a:off x="515383" y="3408417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621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r>
                  <a:rPr lang="es-MX" sz="1600" b="1" dirty="0">
                    <a:solidFill>
                      <a:srgbClr val="621333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1</a:t>
                </a:r>
              </a:p>
            </p:txBody>
          </p:sp>
        </p:grpSp>
        <p:grpSp>
          <p:nvGrpSpPr>
            <p:cNvPr id="6277" name="Grupo 6276">
              <a:extLst>
                <a:ext uri="{FF2B5EF4-FFF2-40B4-BE49-F238E27FC236}">
                  <a16:creationId xmlns:a16="http://schemas.microsoft.com/office/drawing/2014/main" id="{F22BDD78-C779-EA0A-4383-5734CFD42CD2}"/>
                </a:ext>
              </a:extLst>
            </p:cNvPr>
            <p:cNvGrpSpPr/>
            <p:nvPr/>
          </p:nvGrpSpPr>
          <p:grpSpPr>
            <a:xfrm>
              <a:off x="224031" y="5021860"/>
              <a:ext cx="1944713" cy="296057"/>
              <a:chOff x="515383" y="4714776"/>
              <a:chExt cx="1944713" cy="296057"/>
            </a:xfrm>
          </p:grpSpPr>
          <p:sp>
            <p:nvSpPr>
              <p:cNvPr id="1036" name="Rectángulo: esquinas redondeadas 1035">
                <a:extLst>
                  <a:ext uri="{FF2B5EF4-FFF2-40B4-BE49-F238E27FC236}">
                    <a16:creationId xmlns:a16="http://schemas.microsoft.com/office/drawing/2014/main" id="{564887BD-02BF-E46A-3D3E-2E7D264A3AD7}"/>
                  </a:ext>
                </a:extLst>
              </p:cNvPr>
              <p:cNvSpPr/>
              <p:nvPr/>
            </p:nvSpPr>
            <p:spPr>
              <a:xfrm>
                <a:off x="563008" y="4714776"/>
                <a:ext cx="1897088" cy="288000"/>
              </a:xfrm>
              <a:prstGeom prst="roundRect">
                <a:avLst>
                  <a:gd name="adj" fmla="val 50000"/>
                </a:avLst>
              </a:prstGeom>
              <a:solidFill>
                <a:srgbClr val="F5EDE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marL="268288"/>
                <a:endParaRPr lang="es-MX" sz="1600" dirty="0">
                  <a:solidFill>
                    <a:srgbClr val="77193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pic>
            <p:nvPicPr>
              <p:cNvPr id="1035" name="Picture 14" descr="Conviasa Call Center | WebCheckin.info">
                <a:extLst>
                  <a:ext uri="{FF2B5EF4-FFF2-40B4-BE49-F238E27FC236}">
                    <a16:creationId xmlns:a16="http://schemas.microsoft.com/office/drawing/2014/main" id="{A18984D8-F56B-A16B-D0FF-9C108D9C40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hq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23020" y="4714849"/>
                <a:ext cx="680320" cy="260932"/>
              </a:xfrm>
              <a:prstGeom prst="round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9" name="Rectángulo: esquinas redondeadas 1048">
                <a:extLst>
                  <a:ext uri="{FF2B5EF4-FFF2-40B4-BE49-F238E27FC236}">
                    <a16:creationId xmlns:a16="http://schemas.microsoft.com/office/drawing/2014/main" id="{1EBF7C41-9EF9-2C6F-A693-A2A9550E906B}"/>
                  </a:ext>
                </a:extLst>
              </p:cNvPr>
              <p:cNvSpPr/>
              <p:nvPr/>
            </p:nvSpPr>
            <p:spPr>
              <a:xfrm>
                <a:off x="541179" y="4722833"/>
                <a:ext cx="1141149" cy="288000"/>
              </a:xfrm>
              <a:prstGeom prst="roundRect">
                <a:avLst>
                  <a:gd name="adj" fmla="val 50000"/>
                </a:avLst>
              </a:prstGeom>
              <a:solidFill>
                <a:srgbClr val="9C23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marL="268288"/>
                <a:r>
                  <a:rPr lang="es-MX" sz="1600" dirty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Caracas</a:t>
                </a:r>
              </a:p>
            </p:txBody>
          </p:sp>
          <p:sp>
            <p:nvSpPr>
              <p:cNvPr id="1058" name="Elipse 1057">
                <a:hlinkClick r:id="rId10" action="ppaction://hlinksldjump" highlightClick="1"/>
                <a:extLst>
                  <a:ext uri="{FF2B5EF4-FFF2-40B4-BE49-F238E27FC236}">
                    <a16:creationId xmlns:a16="http://schemas.microsoft.com/office/drawing/2014/main" id="{8A6E9651-EF73-ED51-3318-5C62EB1D93E3}"/>
                  </a:ext>
                </a:extLst>
              </p:cNvPr>
              <p:cNvSpPr/>
              <p:nvPr/>
            </p:nvSpPr>
            <p:spPr>
              <a:xfrm>
                <a:off x="515383" y="4719538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6213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r>
                  <a:rPr lang="es-MX" sz="1600" b="1" dirty="0">
                    <a:solidFill>
                      <a:srgbClr val="621333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5</a:t>
                </a:r>
              </a:p>
            </p:txBody>
          </p:sp>
        </p:grpSp>
      </p:grpSp>
      <p:grpSp>
        <p:nvGrpSpPr>
          <p:cNvPr id="1068" name="Grupo 1067">
            <a:extLst>
              <a:ext uri="{FF2B5EF4-FFF2-40B4-BE49-F238E27FC236}">
                <a16:creationId xmlns:a16="http://schemas.microsoft.com/office/drawing/2014/main" id="{5AAE0045-30DB-4120-0C54-D7009F99923F}"/>
              </a:ext>
            </a:extLst>
          </p:cNvPr>
          <p:cNvGrpSpPr/>
          <p:nvPr/>
        </p:nvGrpSpPr>
        <p:grpSpPr>
          <a:xfrm>
            <a:off x="5263665" y="5663578"/>
            <a:ext cx="360649" cy="464734"/>
            <a:chOff x="3737172" y="3498842"/>
            <a:chExt cx="360649" cy="464734"/>
          </a:xfrm>
        </p:grpSpPr>
        <p:pic>
          <p:nvPicPr>
            <p:cNvPr id="1069" name="Picture 4" descr="Vector plano básico del corazón">
              <a:hlinkClick r:id="rId7" action="ppaction://hlinksldjump" highlightClick="1"/>
              <a:extLst>
                <a:ext uri="{FF2B5EF4-FFF2-40B4-BE49-F238E27FC236}">
                  <a16:creationId xmlns:a16="http://schemas.microsoft.com/office/drawing/2014/main" id="{7ACB455E-5997-E457-5449-0D57697CFC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37172" y="3498842"/>
              <a:ext cx="360649" cy="464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0" name="Elipse 1069">
              <a:hlinkClick r:id="rId7" action="ppaction://hlinksldjump" highlightClick="1"/>
              <a:extLst>
                <a:ext uri="{FF2B5EF4-FFF2-40B4-BE49-F238E27FC236}">
                  <a16:creationId xmlns:a16="http://schemas.microsoft.com/office/drawing/2014/main" id="{753A8796-0138-E573-4F3B-CCA59EBFEFDE}"/>
                </a:ext>
              </a:extLst>
            </p:cNvPr>
            <p:cNvSpPr/>
            <p:nvPr/>
          </p:nvSpPr>
          <p:spPr>
            <a:xfrm>
              <a:off x="3773496" y="3522216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MX" sz="1450" b="1" dirty="0">
                  <a:solidFill>
                    <a:srgbClr val="77193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4</a:t>
              </a:r>
            </a:p>
          </p:txBody>
        </p:sp>
      </p:grpSp>
      <p:grpSp>
        <p:nvGrpSpPr>
          <p:cNvPr id="1071" name="Grupo 1070">
            <a:extLst>
              <a:ext uri="{FF2B5EF4-FFF2-40B4-BE49-F238E27FC236}">
                <a16:creationId xmlns:a16="http://schemas.microsoft.com/office/drawing/2014/main" id="{B5A5D9C9-55EC-1C52-26BA-2B2FEC6850AA}"/>
              </a:ext>
            </a:extLst>
          </p:cNvPr>
          <p:cNvGrpSpPr/>
          <p:nvPr/>
        </p:nvGrpSpPr>
        <p:grpSpPr>
          <a:xfrm>
            <a:off x="5445406" y="4474437"/>
            <a:ext cx="360649" cy="464734"/>
            <a:chOff x="3737172" y="3498842"/>
            <a:chExt cx="360649" cy="464734"/>
          </a:xfrm>
        </p:grpSpPr>
        <p:pic>
          <p:nvPicPr>
            <p:cNvPr id="1072" name="Picture 4" descr="Vector plano básico del corazón">
              <a:hlinkClick r:id="rId4" action="ppaction://hlinksldjump" highlightClick="1"/>
              <a:extLst>
                <a:ext uri="{FF2B5EF4-FFF2-40B4-BE49-F238E27FC236}">
                  <a16:creationId xmlns:a16="http://schemas.microsoft.com/office/drawing/2014/main" id="{19CEE9A1-B198-0B95-F5A7-B48B49F3E8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37172" y="3498842"/>
              <a:ext cx="360649" cy="464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3" name="Elipse 1072">
              <a:hlinkClick r:id="rId4" action="ppaction://hlinksldjump" highlightClick="1"/>
              <a:extLst>
                <a:ext uri="{FF2B5EF4-FFF2-40B4-BE49-F238E27FC236}">
                  <a16:creationId xmlns:a16="http://schemas.microsoft.com/office/drawing/2014/main" id="{0E72BA87-C1FB-9077-5331-C1C15233A029}"/>
                </a:ext>
              </a:extLst>
            </p:cNvPr>
            <p:cNvSpPr/>
            <p:nvPr/>
          </p:nvSpPr>
          <p:spPr>
            <a:xfrm>
              <a:off x="3773496" y="3522216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MX" sz="1450" b="1" dirty="0">
                  <a:solidFill>
                    <a:srgbClr val="77193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2</a:t>
              </a:r>
            </a:p>
          </p:txBody>
        </p:sp>
      </p:grpSp>
      <p:grpSp>
        <p:nvGrpSpPr>
          <p:cNvPr id="1074" name="Grupo 1073">
            <a:extLst>
              <a:ext uri="{FF2B5EF4-FFF2-40B4-BE49-F238E27FC236}">
                <a16:creationId xmlns:a16="http://schemas.microsoft.com/office/drawing/2014/main" id="{B02A3ECE-DCB2-6556-DF02-E5F2F244B227}"/>
              </a:ext>
            </a:extLst>
          </p:cNvPr>
          <p:cNvGrpSpPr/>
          <p:nvPr/>
        </p:nvGrpSpPr>
        <p:grpSpPr>
          <a:xfrm>
            <a:off x="5696407" y="4484924"/>
            <a:ext cx="360649" cy="464734"/>
            <a:chOff x="3737172" y="3498842"/>
            <a:chExt cx="360649" cy="464734"/>
          </a:xfrm>
        </p:grpSpPr>
        <p:pic>
          <p:nvPicPr>
            <p:cNvPr id="1075" name="Picture 4" descr="Vector plano básico del corazón">
              <a:hlinkClick r:id="rId5" action="ppaction://hlinksldjump" highlightClick="1"/>
              <a:extLst>
                <a:ext uri="{FF2B5EF4-FFF2-40B4-BE49-F238E27FC236}">
                  <a16:creationId xmlns:a16="http://schemas.microsoft.com/office/drawing/2014/main" id="{2ABE4587-56B4-71D5-FE49-2DC0ECE88E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37172" y="3498842"/>
              <a:ext cx="360649" cy="464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6" name="Elipse 1075">
              <a:hlinkClick r:id="rId5" action="ppaction://hlinksldjump" highlightClick="1"/>
              <a:extLst>
                <a:ext uri="{FF2B5EF4-FFF2-40B4-BE49-F238E27FC236}">
                  <a16:creationId xmlns:a16="http://schemas.microsoft.com/office/drawing/2014/main" id="{64203B18-25A4-BF4B-04A7-6ED3EF67C394}"/>
                </a:ext>
              </a:extLst>
            </p:cNvPr>
            <p:cNvSpPr/>
            <p:nvPr/>
          </p:nvSpPr>
          <p:spPr>
            <a:xfrm>
              <a:off x="3773496" y="3522216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MX" sz="1450" b="1" dirty="0">
                  <a:solidFill>
                    <a:srgbClr val="77193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3</a:t>
              </a:r>
            </a:p>
          </p:txBody>
        </p:sp>
      </p:grpSp>
      <p:grpSp>
        <p:nvGrpSpPr>
          <p:cNvPr id="1077" name="Grupo 1076">
            <a:extLst>
              <a:ext uri="{FF2B5EF4-FFF2-40B4-BE49-F238E27FC236}">
                <a16:creationId xmlns:a16="http://schemas.microsoft.com/office/drawing/2014/main" id="{7BA49B2E-BC1A-52CB-DE5F-CD65AA906691}"/>
              </a:ext>
            </a:extLst>
          </p:cNvPr>
          <p:cNvGrpSpPr/>
          <p:nvPr/>
        </p:nvGrpSpPr>
        <p:grpSpPr>
          <a:xfrm>
            <a:off x="5091581" y="4261777"/>
            <a:ext cx="360649" cy="464734"/>
            <a:chOff x="3737172" y="3498842"/>
            <a:chExt cx="360649" cy="464734"/>
          </a:xfrm>
        </p:grpSpPr>
        <p:pic>
          <p:nvPicPr>
            <p:cNvPr id="1078" name="Picture 4" descr="Vector plano básico del corazón">
              <a:hlinkClick r:id="rId8" action="ppaction://hlinksldjump" highlightClick="1"/>
              <a:extLst>
                <a:ext uri="{FF2B5EF4-FFF2-40B4-BE49-F238E27FC236}">
                  <a16:creationId xmlns:a16="http://schemas.microsoft.com/office/drawing/2014/main" id="{975B434A-F96E-1F29-DC31-44A52A575C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37172" y="3498842"/>
              <a:ext cx="360649" cy="464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9" name="Elipse 1078">
              <a:hlinkClick r:id="rId8" action="ppaction://hlinksldjump" highlightClick="1"/>
              <a:extLst>
                <a:ext uri="{FF2B5EF4-FFF2-40B4-BE49-F238E27FC236}">
                  <a16:creationId xmlns:a16="http://schemas.microsoft.com/office/drawing/2014/main" id="{5448D88A-D47B-3BD4-A9F6-7A0D13F1A9CE}"/>
                </a:ext>
              </a:extLst>
            </p:cNvPr>
            <p:cNvSpPr/>
            <p:nvPr/>
          </p:nvSpPr>
          <p:spPr>
            <a:xfrm>
              <a:off x="3773496" y="3522216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MX" sz="1450" b="1" dirty="0">
                  <a:solidFill>
                    <a:srgbClr val="77193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1</a:t>
              </a:r>
            </a:p>
          </p:txBody>
        </p:sp>
      </p:grpSp>
      <p:grpSp>
        <p:nvGrpSpPr>
          <p:cNvPr id="1080" name="Grupo 1079">
            <a:extLst>
              <a:ext uri="{FF2B5EF4-FFF2-40B4-BE49-F238E27FC236}">
                <a16:creationId xmlns:a16="http://schemas.microsoft.com/office/drawing/2014/main" id="{67148900-71F8-2800-23D1-3BE6E9FA02B1}"/>
              </a:ext>
            </a:extLst>
          </p:cNvPr>
          <p:cNvGrpSpPr/>
          <p:nvPr/>
        </p:nvGrpSpPr>
        <p:grpSpPr>
          <a:xfrm>
            <a:off x="5806055" y="5354469"/>
            <a:ext cx="360649" cy="464734"/>
            <a:chOff x="3737172" y="3498842"/>
            <a:chExt cx="360649" cy="464734"/>
          </a:xfrm>
        </p:grpSpPr>
        <p:pic>
          <p:nvPicPr>
            <p:cNvPr id="1081" name="Picture 4" descr="Vector plano básico del corazón">
              <a:extLst>
                <a:ext uri="{FF2B5EF4-FFF2-40B4-BE49-F238E27FC236}">
                  <a16:creationId xmlns:a16="http://schemas.microsoft.com/office/drawing/2014/main" id="{C572395C-F874-415D-5423-705370CC2E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37172" y="3498842"/>
              <a:ext cx="360649" cy="4647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82" name="Elipse 1081">
              <a:hlinkClick r:id="rId10" action="ppaction://hlinksldjump" highlightClick="1"/>
              <a:extLst>
                <a:ext uri="{FF2B5EF4-FFF2-40B4-BE49-F238E27FC236}">
                  <a16:creationId xmlns:a16="http://schemas.microsoft.com/office/drawing/2014/main" id="{2EC6461D-EBD0-5DFD-E692-8CCB596DD18B}"/>
                </a:ext>
              </a:extLst>
            </p:cNvPr>
            <p:cNvSpPr/>
            <p:nvPr/>
          </p:nvSpPr>
          <p:spPr>
            <a:xfrm>
              <a:off x="3773496" y="3522216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MX" sz="1450" b="1" dirty="0">
                  <a:solidFill>
                    <a:srgbClr val="771931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5</a:t>
              </a:r>
            </a:p>
          </p:txBody>
        </p:sp>
      </p:grpSp>
      <p:pic>
        <p:nvPicPr>
          <p:cNvPr id="6280" name="Picture 6" descr="Ilustración de la bandera de la República de Cuba">
            <a:extLst>
              <a:ext uri="{FF2B5EF4-FFF2-40B4-BE49-F238E27FC236}">
                <a16:creationId xmlns:a16="http://schemas.microsoft.com/office/drawing/2014/main" id="{CAC93FD9-20C7-19CA-5323-98AF788E51D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2252" y="4117426"/>
            <a:ext cx="432000" cy="216000"/>
          </a:xfrm>
          <a:prstGeom prst="rect">
            <a:avLst/>
          </a:prstGeom>
          <a:solidFill>
            <a:srgbClr val="F5EDE0"/>
          </a:solidFill>
        </p:spPr>
      </p:pic>
      <p:pic>
        <p:nvPicPr>
          <p:cNvPr id="6281" name="Picture 8" descr="Vector de patrón de bandera dominicana">
            <a:extLst>
              <a:ext uri="{FF2B5EF4-FFF2-40B4-BE49-F238E27FC236}">
                <a16:creationId xmlns:a16="http://schemas.microsoft.com/office/drawing/2014/main" id="{26BA20F8-AEB6-DD43-2D1D-B2BFBAB1A5D9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59069" y="4526420"/>
            <a:ext cx="468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82" name="Picture 12" descr="Bandera de Colombia">
            <a:extLst>
              <a:ext uri="{FF2B5EF4-FFF2-40B4-BE49-F238E27FC236}">
                <a16:creationId xmlns:a16="http://schemas.microsoft.com/office/drawing/2014/main" id="{825C7CE3-C45C-1DCB-CD64-8C677A64A61E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4" cstate="hq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25239" y="6133073"/>
            <a:ext cx="424221" cy="25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84" name="Picture 14" descr="Ilustración bandera de Venezuela">
            <a:extLst>
              <a:ext uri="{FF2B5EF4-FFF2-40B4-BE49-F238E27FC236}">
                <a16:creationId xmlns:a16="http://schemas.microsoft.com/office/drawing/2014/main" id="{3A3760A8-5E88-7FD3-B16C-83765CE97903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6" cstate="hq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06754" y="5711203"/>
            <a:ext cx="420315" cy="21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ítulo 3">
            <a:extLst>
              <a:ext uri="{FF2B5EF4-FFF2-40B4-BE49-F238E27FC236}">
                <a16:creationId xmlns:a16="http://schemas.microsoft.com/office/drawing/2014/main" id="{B43F8264-FEF8-4933-2AB6-D307CA401A70}"/>
              </a:ext>
            </a:extLst>
          </p:cNvPr>
          <p:cNvSpPr txBox="1">
            <a:spLocks/>
          </p:cNvSpPr>
          <p:nvPr/>
        </p:nvSpPr>
        <p:spPr>
          <a:xfrm>
            <a:off x="100779" y="272146"/>
            <a:ext cx="7837656" cy="6572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771931"/>
            </a:solidFill>
          </a:ln>
        </p:spPr>
        <p:txBody>
          <a:bodyPr tIns="0" bIns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s-MX" sz="4000" dirty="0">
                <a:solidFill>
                  <a:srgbClr val="6E152E"/>
                </a:solidFill>
                <a:latin typeface="Patria" panose="020B0604020202020204" charset="0"/>
              </a:rPr>
              <a:t>Rutas aéreas internacionales</a:t>
            </a:r>
          </a:p>
        </p:txBody>
      </p:sp>
      <p:sp>
        <p:nvSpPr>
          <p:cNvPr id="6245" name="Rectángulo: esquinas redondeadas 6244">
            <a:extLst>
              <a:ext uri="{FF2B5EF4-FFF2-40B4-BE49-F238E27FC236}">
                <a16:creationId xmlns:a16="http://schemas.microsoft.com/office/drawing/2014/main" id="{A0A47099-7898-4EC4-0687-193972FBFBDB}"/>
              </a:ext>
            </a:extLst>
          </p:cNvPr>
          <p:cNvSpPr/>
          <p:nvPr/>
        </p:nvSpPr>
        <p:spPr>
          <a:xfrm>
            <a:off x="100068" y="202269"/>
            <a:ext cx="792000" cy="790925"/>
          </a:xfrm>
          <a:prstGeom prst="roundRect">
            <a:avLst>
              <a:gd name="adj" fmla="val 50000"/>
            </a:avLst>
          </a:prstGeom>
          <a:solidFill>
            <a:srgbClr val="7F3147"/>
          </a:solidFill>
          <a:ln>
            <a:solidFill>
              <a:srgbClr val="7719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s-MX" sz="4400" b="1" dirty="0">
                <a:latin typeface="Patria" pitchFamily="50" charset="0"/>
                <a:ea typeface="Noto Sans" panose="020B0502040504020204" pitchFamily="34" charset="0"/>
                <a:cs typeface="Noto Sans" panose="020B0502040504020204" pitchFamily="34" charset="0"/>
              </a:rPr>
              <a:t>7</a:t>
            </a:r>
          </a:p>
        </p:txBody>
      </p:sp>
      <p:pic>
        <p:nvPicPr>
          <p:cNvPr id="81" name="Picture 4" descr="1505i101021Pm005c23 conjunto de hojas verdes">
            <a:extLst>
              <a:ext uri="{FF2B5EF4-FFF2-40B4-BE49-F238E27FC236}">
                <a16:creationId xmlns:a16="http://schemas.microsoft.com/office/drawing/2014/main" id="{62C8C048-B0C3-422A-90EF-702144ABB5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26150" y="4494144"/>
            <a:ext cx="283586" cy="38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Elipse 81">
            <a:extLst>
              <a:ext uri="{FF2B5EF4-FFF2-40B4-BE49-F238E27FC236}">
                <a16:creationId xmlns:a16="http://schemas.microsoft.com/office/drawing/2014/main" id="{F10ED3ED-1764-4753-B86A-0CF98B602083}"/>
              </a:ext>
            </a:extLst>
          </p:cNvPr>
          <p:cNvSpPr/>
          <p:nvPr/>
        </p:nvSpPr>
        <p:spPr>
          <a:xfrm>
            <a:off x="3881117" y="4540250"/>
            <a:ext cx="161293" cy="1686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MX" sz="1450" b="1" dirty="0">
              <a:solidFill>
                <a:srgbClr val="77193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83" name="Imagen 8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1D115D36-0E0C-4797-B747-F1685214AD0A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58677" y="4544424"/>
            <a:ext cx="193511" cy="107874"/>
          </a:xfrm>
          <a:prstGeom prst="rect">
            <a:avLst/>
          </a:prstGeom>
        </p:spPr>
      </p:pic>
      <p:pic>
        <p:nvPicPr>
          <p:cNvPr id="84" name="Picture 6" descr="Volaris logo in transparent PNG and vectorized SVG formats">
            <a:extLst>
              <a:ext uri="{FF2B5EF4-FFF2-40B4-BE49-F238E27FC236}">
                <a16:creationId xmlns:a16="http://schemas.microsoft.com/office/drawing/2014/main" id="{068D9FAE-580D-40C7-BE40-1AF93434D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2348" y="5848492"/>
            <a:ext cx="21585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Ícono de click | Canva">
            <a:extLst>
              <a:ext uri="{FF2B5EF4-FFF2-40B4-BE49-F238E27FC236}">
                <a16:creationId xmlns:a16="http://schemas.microsoft.com/office/drawing/2014/main" id="{70E44E9E-3C42-6126-2D31-168CCEED5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76061">
            <a:off x="8253860" y="2968087"/>
            <a:ext cx="669986" cy="68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Vector plano básico del corazón">
            <a:hlinkClick r:id="rId8" action="ppaction://hlinksldjump"/>
            <a:extLst>
              <a:ext uri="{FF2B5EF4-FFF2-40B4-BE49-F238E27FC236}">
                <a16:creationId xmlns:a16="http://schemas.microsoft.com/office/drawing/2014/main" id="{C0257B34-118D-9099-17E9-E08902240A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64308" y="3546810"/>
            <a:ext cx="360649" cy="464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07DEB4C-0196-9250-DAC4-D137DC3BBEE9}"/>
              </a:ext>
            </a:extLst>
          </p:cNvPr>
          <p:cNvSpPr txBox="1"/>
          <p:nvPr/>
        </p:nvSpPr>
        <p:spPr>
          <a:xfrm>
            <a:off x="7249311" y="2168254"/>
            <a:ext cx="23196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i="1" dirty="0">
                <a:latin typeface="Montserrat" panose="00000500000000000000" pitchFamily="2" charset="0"/>
              </a:rPr>
              <a:t>Haz </a:t>
            </a:r>
            <a:r>
              <a:rPr lang="es-MX" sz="1400" i="1" dirty="0" err="1">
                <a:latin typeface="Montserrat" panose="00000500000000000000" pitchFamily="2" charset="0"/>
              </a:rPr>
              <a:t>click</a:t>
            </a:r>
            <a:r>
              <a:rPr lang="es-MX" sz="1400" i="1" dirty="0">
                <a:latin typeface="Montserrat" panose="00000500000000000000" pitchFamily="2" charset="0"/>
              </a:rPr>
              <a:t> en el número de ruta para conocer su frecuencia semanal </a:t>
            </a:r>
          </a:p>
        </p:txBody>
      </p:sp>
      <p:sp>
        <p:nvSpPr>
          <p:cNvPr id="5" name="Elipse 4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4F548C4D-9C97-E2FC-E62A-D41BBE9992F3}"/>
              </a:ext>
            </a:extLst>
          </p:cNvPr>
          <p:cNvSpPr/>
          <p:nvPr/>
        </p:nvSpPr>
        <p:spPr>
          <a:xfrm>
            <a:off x="7983853" y="3577526"/>
            <a:ext cx="311779" cy="398217"/>
          </a:xfrm>
          <a:prstGeom prst="ellipse">
            <a:avLst/>
          </a:prstGeom>
          <a:solidFill>
            <a:srgbClr val="7719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</a:p>
        </p:txBody>
      </p:sp>
      <p:sp>
        <p:nvSpPr>
          <p:cNvPr id="7" name="Elipse 6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21EFB51E-37B3-24C0-B6E0-4E6FE86F4DCA}"/>
              </a:ext>
            </a:extLst>
          </p:cNvPr>
          <p:cNvSpPr/>
          <p:nvPr/>
        </p:nvSpPr>
        <p:spPr>
          <a:xfrm>
            <a:off x="8409147" y="3577526"/>
            <a:ext cx="270970" cy="2800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b="1" dirty="0">
                <a:solidFill>
                  <a:srgbClr val="77193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1390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1624075-7597-449E-95A1-6653211C6B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99" t="15982" b="32630"/>
          <a:stretch/>
        </p:blipFill>
        <p:spPr>
          <a:xfrm>
            <a:off x="12597" y="5135165"/>
            <a:ext cx="2634471" cy="1709608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C2DC6068-2640-4311-9FD2-54B25030AFB8}"/>
              </a:ext>
            </a:extLst>
          </p:cNvPr>
          <p:cNvSpPr/>
          <p:nvPr/>
        </p:nvSpPr>
        <p:spPr>
          <a:xfrm>
            <a:off x="2742484" y="5210439"/>
            <a:ext cx="9072439" cy="126425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  <a:t>Una frecuencia es cuantas veces va a un destino, se refiere a un aterrizaje y a un despegue.</a:t>
            </a:r>
            <a:b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</a:br>
            <a:b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</a:br>
            <a: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  <a:t>Esta programación está sujeta a cambios con base en las necesidades de las aerolíneas.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3EC9180-355D-44DA-8B88-82623E74E0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2124" y="282300"/>
            <a:ext cx="1828801" cy="1026441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8A66E93-4E61-4272-877A-18E407040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49321"/>
              </p:ext>
            </p:extLst>
          </p:nvPr>
        </p:nvGraphicFramePr>
        <p:xfrm>
          <a:off x="678662" y="2060971"/>
          <a:ext cx="10834675" cy="1713628"/>
        </p:xfrm>
        <a:graphic>
          <a:graphicData uri="http://schemas.openxmlformats.org/drawingml/2006/table">
            <a:tbl>
              <a:tblPr/>
              <a:tblGrid>
                <a:gridCol w="1097853">
                  <a:extLst>
                    <a:ext uri="{9D8B030D-6E8A-4147-A177-3AD203B41FA5}">
                      <a16:colId xmlns:a16="http://schemas.microsoft.com/office/drawing/2014/main" val="449024607"/>
                    </a:ext>
                  </a:extLst>
                </a:gridCol>
                <a:gridCol w="881311">
                  <a:extLst>
                    <a:ext uri="{9D8B030D-6E8A-4147-A177-3AD203B41FA5}">
                      <a16:colId xmlns:a16="http://schemas.microsoft.com/office/drawing/2014/main" val="2246086793"/>
                    </a:ext>
                  </a:extLst>
                </a:gridCol>
                <a:gridCol w="1491566">
                  <a:extLst>
                    <a:ext uri="{9D8B030D-6E8A-4147-A177-3AD203B41FA5}">
                      <a16:colId xmlns:a16="http://schemas.microsoft.com/office/drawing/2014/main" val="3602285128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1149660835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2414824773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1496799981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24582698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2078885805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1285325503"/>
                    </a:ext>
                  </a:extLst>
                </a:gridCol>
                <a:gridCol w="1567280">
                  <a:extLst>
                    <a:ext uri="{9D8B030D-6E8A-4147-A177-3AD203B41FA5}">
                      <a16:colId xmlns:a16="http://schemas.microsoft.com/office/drawing/2014/main" val="1239877104"/>
                    </a:ext>
                  </a:extLst>
                </a:gridCol>
                <a:gridCol w="1253825">
                  <a:extLst>
                    <a:ext uri="{9D8B030D-6E8A-4147-A177-3AD203B41FA5}">
                      <a16:colId xmlns:a16="http://schemas.microsoft.com/office/drawing/2014/main" val="4012465744"/>
                    </a:ext>
                  </a:extLst>
                </a:gridCol>
              </a:tblGrid>
              <a:tr h="230357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AEROLÍNEA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DESTINO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FRECUENCIAS DEL 03 AL 09 NOV.  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16468"/>
                  </a:ext>
                </a:extLst>
              </a:tr>
              <a:tr h="727444">
                <a:tc gridSpan="2"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NO. DE FRECUENCIAS SEMANALES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31088"/>
                  </a:ext>
                </a:extLst>
              </a:tr>
              <a:tr h="193985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Rutas Nacionales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964208"/>
                  </a:ext>
                </a:extLst>
              </a:tr>
              <a:tr h="557707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LA HABANA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800797"/>
                  </a:ext>
                </a:extLst>
              </a:tr>
            </a:tbl>
          </a:graphicData>
        </a:graphic>
      </p:graphicFrame>
      <p:pic>
        <p:nvPicPr>
          <p:cNvPr id="24" name="Imagen 23">
            <a:extLst>
              <a:ext uri="{FF2B5EF4-FFF2-40B4-BE49-F238E27FC236}">
                <a16:creationId xmlns:a16="http://schemas.microsoft.com/office/drawing/2014/main" id="{FB11F9C3-B856-4D1C-89FB-C974EF864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420" y="3219361"/>
            <a:ext cx="919648" cy="55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0" descr="Botón de inicio para la interfaz - Iconos gratis de interfaz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B1C9B4C-853B-4050-8B97-360511E43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1" y="-10121"/>
            <a:ext cx="681361" cy="68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0" descr="Botón de inicio para la interfaz - Iconos gratis de interfaz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39E142D6-EB2A-404C-A456-25C9C10F0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9" y="27516"/>
            <a:ext cx="681361" cy="681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 prst="coolSlant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4704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FCDFD-DC31-4C4A-19D7-F56871AD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9679573-FF27-458D-347E-A9909E0579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99" t="15982" b="32630"/>
          <a:stretch/>
        </p:blipFill>
        <p:spPr>
          <a:xfrm>
            <a:off x="12597" y="5135165"/>
            <a:ext cx="2634471" cy="1709608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C0FF6889-E477-1C6E-F8A6-78F026FDFC66}"/>
              </a:ext>
            </a:extLst>
          </p:cNvPr>
          <p:cNvSpPr/>
          <p:nvPr/>
        </p:nvSpPr>
        <p:spPr>
          <a:xfrm>
            <a:off x="2742484" y="5210439"/>
            <a:ext cx="9072439" cy="126425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  <a:t>Una frecuencia es cuantas veces va a un destino, se refiere a un aterrizaje y a un despegue.</a:t>
            </a:r>
            <a:b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</a:br>
            <a:b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</a:br>
            <a: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  <a:t>Esta programación está sujeta a cambios con base en las necesidades de las aerolíneas.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B45EDE1-0C71-F406-4CE3-8C7F682837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2124" y="282300"/>
            <a:ext cx="1828801" cy="1026441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08868A8-8963-1C9D-3481-0A5F20D18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104071"/>
              </p:ext>
            </p:extLst>
          </p:nvPr>
        </p:nvGraphicFramePr>
        <p:xfrm>
          <a:off x="678662" y="2060971"/>
          <a:ext cx="10834675" cy="1713628"/>
        </p:xfrm>
        <a:graphic>
          <a:graphicData uri="http://schemas.openxmlformats.org/drawingml/2006/table">
            <a:tbl>
              <a:tblPr/>
              <a:tblGrid>
                <a:gridCol w="1097853">
                  <a:extLst>
                    <a:ext uri="{9D8B030D-6E8A-4147-A177-3AD203B41FA5}">
                      <a16:colId xmlns:a16="http://schemas.microsoft.com/office/drawing/2014/main" val="449024607"/>
                    </a:ext>
                  </a:extLst>
                </a:gridCol>
                <a:gridCol w="881311">
                  <a:extLst>
                    <a:ext uri="{9D8B030D-6E8A-4147-A177-3AD203B41FA5}">
                      <a16:colId xmlns:a16="http://schemas.microsoft.com/office/drawing/2014/main" val="2246086793"/>
                    </a:ext>
                  </a:extLst>
                </a:gridCol>
                <a:gridCol w="1491566">
                  <a:extLst>
                    <a:ext uri="{9D8B030D-6E8A-4147-A177-3AD203B41FA5}">
                      <a16:colId xmlns:a16="http://schemas.microsoft.com/office/drawing/2014/main" val="3602285128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1149660835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2414824773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1496799981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24582698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2078885805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1285325503"/>
                    </a:ext>
                  </a:extLst>
                </a:gridCol>
                <a:gridCol w="1567280">
                  <a:extLst>
                    <a:ext uri="{9D8B030D-6E8A-4147-A177-3AD203B41FA5}">
                      <a16:colId xmlns:a16="http://schemas.microsoft.com/office/drawing/2014/main" val="1239877104"/>
                    </a:ext>
                  </a:extLst>
                </a:gridCol>
                <a:gridCol w="1253825">
                  <a:extLst>
                    <a:ext uri="{9D8B030D-6E8A-4147-A177-3AD203B41FA5}">
                      <a16:colId xmlns:a16="http://schemas.microsoft.com/office/drawing/2014/main" val="4012465744"/>
                    </a:ext>
                  </a:extLst>
                </a:gridCol>
              </a:tblGrid>
              <a:tr h="230357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AEROLÍNEA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DESTINO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FRECUENCIAS DEL 03 AL 09 NOV.  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16468"/>
                  </a:ext>
                </a:extLst>
              </a:tr>
              <a:tr h="727444">
                <a:tc gridSpan="2"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NO. DE FRECUENCIAS SEMANALES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31088"/>
                  </a:ext>
                </a:extLst>
              </a:tr>
              <a:tr h="193985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Rutas Nacionales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964208"/>
                  </a:ext>
                </a:extLst>
              </a:tr>
              <a:tr h="557707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PUNTA CANA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800797"/>
                  </a:ext>
                </a:extLst>
              </a:tr>
            </a:tbl>
          </a:graphicData>
        </a:graphic>
      </p:graphicFrame>
      <p:pic>
        <p:nvPicPr>
          <p:cNvPr id="7" name="Picture 20" descr="Botón de inicio para la interfaz - Iconos gratis de interfaz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B72F41E-7060-D5B2-B8A0-5C81EC5B9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1" y="-10121"/>
            <a:ext cx="681361" cy="68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0" descr="Botón de inicio para la interfaz - Iconos gratis de interfaz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5986C9D-2CAC-DE59-1F74-05EB4C759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9" y="27516"/>
            <a:ext cx="681361" cy="681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 prst="coolSlant"/>
            <a:contourClr>
              <a:srgbClr val="C0C0C0"/>
            </a:contourClr>
          </a:sp3d>
        </p:spPr>
      </p:pic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EE33B271-BD18-1163-DF93-27BCA3E608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5039" y="3358115"/>
            <a:ext cx="796920" cy="29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47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6362D-7301-2C07-D2B3-C11C2875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9C599D7-01D3-D8D4-9500-9A76A8345B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99" t="15982" b="32630"/>
          <a:stretch/>
        </p:blipFill>
        <p:spPr>
          <a:xfrm>
            <a:off x="12597" y="5135165"/>
            <a:ext cx="2634471" cy="1709608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6005EE7C-E7E7-6F51-103E-B36516C25D7B}"/>
              </a:ext>
            </a:extLst>
          </p:cNvPr>
          <p:cNvSpPr/>
          <p:nvPr/>
        </p:nvSpPr>
        <p:spPr>
          <a:xfrm>
            <a:off x="2742484" y="5210439"/>
            <a:ext cx="9072439" cy="126425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  <a:t>Una frecuencia es cuantas veces va a un destino, se refiere a un aterrizaje y a un despegue.</a:t>
            </a:r>
            <a:b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</a:br>
            <a:b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</a:br>
            <a: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  <a:t>Esta programación está sujeta a cambios con base en las necesidades de las aerolíneas.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7BA578C-CA37-DD2F-354F-3466567884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2124" y="282300"/>
            <a:ext cx="1828801" cy="1026441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B871EBE-2210-2CB1-2E23-E933B4E17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45745"/>
              </p:ext>
            </p:extLst>
          </p:nvPr>
        </p:nvGraphicFramePr>
        <p:xfrm>
          <a:off x="678662" y="2060971"/>
          <a:ext cx="10834675" cy="1713628"/>
        </p:xfrm>
        <a:graphic>
          <a:graphicData uri="http://schemas.openxmlformats.org/drawingml/2006/table">
            <a:tbl>
              <a:tblPr/>
              <a:tblGrid>
                <a:gridCol w="1097853">
                  <a:extLst>
                    <a:ext uri="{9D8B030D-6E8A-4147-A177-3AD203B41FA5}">
                      <a16:colId xmlns:a16="http://schemas.microsoft.com/office/drawing/2014/main" val="449024607"/>
                    </a:ext>
                  </a:extLst>
                </a:gridCol>
                <a:gridCol w="881311">
                  <a:extLst>
                    <a:ext uri="{9D8B030D-6E8A-4147-A177-3AD203B41FA5}">
                      <a16:colId xmlns:a16="http://schemas.microsoft.com/office/drawing/2014/main" val="2246086793"/>
                    </a:ext>
                  </a:extLst>
                </a:gridCol>
                <a:gridCol w="1491566">
                  <a:extLst>
                    <a:ext uri="{9D8B030D-6E8A-4147-A177-3AD203B41FA5}">
                      <a16:colId xmlns:a16="http://schemas.microsoft.com/office/drawing/2014/main" val="3602285128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1149660835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2414824773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1496799981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24582698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2078885805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1285325503"/>
                    </a:ext>
                  </a:extLst>
                </a:gridCol>
                <a:gridCol w="1567280">
                  <a:extLst>
                    <a:ext uri="{9D8B030D-6E8A-4147-A177-3AD203B41FA5}">
                      <a16:colId xmlns:a16="http://schemas.microsoft.com/office/drawing/2014/main" val="1239877104"/>
                    </a:ext>
                  </a:extLst>
                </a:gridCol>
                <a:gridCol w="1253825">
                  <a:extLst>
                    <a:ext uri="{9D8B030D-6E8A-4147-A177-3AD203B41FA5}">
                      <a16:colId xmlns:a16="http://schemas.microsoft.com/office/drawing/2014/main" val="4012465744"/>
                    </a:ext>
                  </a:extLst>
                </a:gridCol>
              </a:tblGrid>
              <a:tr h="230357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AEROLÍNEA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DESTINO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FRECUENCIAS DEL 03 AL 09 NOV.  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16468"/>
                  </a:ext>
                </a:extLst>
              </a:tr>
              <a:tr h="727444">
                <a:tc gridSpan="2"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NO. DE FRECUENCIAS SEMANALES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31088"/>
                  </a:ext>
                </a:extLst>
              </a:tr>
              <a:tr h="193985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Rutas Nacionales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964208"/>
                  </a:ext>
                </a:extLst>
              </a:tr>
              <a:tr h="557707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SANTO DOMINGO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800797"/>
                  </a:ext>
                </a:extLst>
              </a:tr>
            </a:tbl>
          </a:graphicData>
        </a:graphic>
      </p:graphicFrame>
      <p:pic>
        <p:nvPicPr>
          <p:cNvPr id="7" name="Picture 20" descr="Botón de inicio para la interfaz - Iconos gratis de interfaz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5ED0305-72C0-7D68-D58F-BB3ADFD8B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1" y="-10121"/>
            <a:ext cx="681361" cy="68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0" descr="Botón de inicio para la interfaz - Iconos gratis de interfaz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C450EBD-5CB8-624B-D9B1-FA0F3528D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9" y="27516"/>
            <a:ext cx="681361" cy="681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 prst="coolSlant"/>
            <a:contourClr>
              <a:srgbClr val="C0C0C0"/>
            </a:contourClr>
          </a:sp3d>
        </p:spPr>
      </p:pic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AC890B7B-72E7-ADE1-CACD-75B37EFB4C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4270" y="3358115"/>
            <a:ext cx="796920" cy="29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8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1624075-7597-449E-95A1-6653211C6B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99" t="15982" b="32630"/>
          <a:stretch/>
        </p:blipFill>
        <p:spPr>
          <a:xfrm>
            <a:off x="12597" y="5135165"/>
            <a:ext cx="2634471" cy="1709608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C2DC6068-2640-4311-9FD2-54B25030AFB8}"/>
              </a:ext>
            </a:extLst>
          </p:cNvPr>
          <p:cNvSpPr/>
          <p:nvPr/>
        </p:nvSpPr>
        <p:spPr>
          <a:xfrm>
            <a:off x="2742484" y="5210439"/>
            <a:ext cx="9072439" cy="126425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  <a:t>Una frecuencia es cuantas veces va a un destino, se refiere a un aterrizaje y a un despegue.</a:t>
            </a:r>
            <a:b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</a:br>
            <a:b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</a:br>
            <a: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  <a:t>Esta programación está sujeta a cambios con base en las necesidades de las aerolíneas.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3EC9180-355D-44DA-8B88-82623E74E0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2124" y="282300"/>
            <a:ext cx="1828801" cy="1026441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3569043-1202-4DD2-9222-1F64F54EC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492328"/>
              </p:ext>
            </p:extLst>
          </p:nvPr>
        </p:nvGraphicFramePr>
        <p:xfrm>
          <a:off x="738143" y="3179578"/>
          <a:ext cx="10515603" cy="1134812"/>
        </p:xfrm>
        <a:graphic>
          <a:graphicData uri="http://schemas.openxmlformats.org/drawingml/2006/table">
            <a:tbl>
              <a:tblPr/>
              <a:tblGrid>
                <a:gridCol w="677189">
                  <a:extLst>
                    <a:ext uri="{9D8B030D-6E8A-4147-A177-3AD203B41FA5}">
                      <a16:colId xmlns:a16="http://schemas.microsoft.com/office/drawing/2014/main" val="2651346961"/>
                    </a:ext>
                  </a:extLst>
                </a:gridCol>
                <a:gridCol w="915104">
                  <a:extLst>
                    <a:ext uri="{9D8B030D-6E8A-4147-A177-3AD203B41FA5}">
                      <a16:colId xmlns:a16="http://schemas.microsoft.com/office/drawing/2014/main" val="2992167156"/>
                    </a:ext>
                  </a:extLst>
                </a:gridCol>
                <a:gridCol w="1533898">
                  <a:extLst>
                    <a:ext uri="{9D8B030D-6E8A-4147-A177-3AD203B41FA5}">
                      <a16:colId xmlns:a16="http://schemas.microsoft.com/office/drawing/2014/main" val="3405352720"/>
                    </a:ext>
                  </a:extLst>
                </a:gridCol>
                <a:gridCol w="763325">
                  <a:extLst>
                    <a:ext uri="{9D8B030D-6E8A-4147-A177-3AD203B41FA5}">
                      <a16:colId xmlns:a16="http://schemas.microsoft.com/office/drawing/2014/main" val="275554720"/>
                    </a:ext>
                  </a:extLst>
                </a:gridCol>
                <a:gridCol w="755374">
                  <a:extLst>
                    <a:ext uri="{9D8B030D-6E8A-4147-A177-3AD203B41FA5}">
                      <a16:colId xmlns:a16="http://schemas.microsoft.com/office/drawing/2014/main" val="4118128833"/>
                    </a:ext>
                  </a:extLst>
                </a:gridCol>
                <a:gridCol w="779228">
                  <a:extLst>
                    <a:ext uri="{9D8B030D-6E8A-4147-A177-3AD203B41FA5}">
                      <a16:colId xmlns:a16="http://schemas.microsoft.com/office/drawing/2014/main" val="185946352"/>
                    </a:ext>
                  </a:extLst>
                </a:gridCol>
                <a:gridCol w="747422">
                  <a:extLst>
                    <a:ext uri="{9D8B030D-6E8A-4147-A177-3AD203B41FA5}">
                      <a16:colId xmlns:a16="http://schemas.microsoft.com/office/drawing/2014/main" val="2099386149"/>
                    </a:ext>
                  </a:extLst>
                </a:gridCol>
                <a:gridCol w="763326">
                  <a:extLst>
                    <a:ext uri="{9D8B030D-6E8A-4147-A177-3AD203B41FA5}">
                      <a16:colId xmlns:a16="http://schemas.microsoft.com/office/drawing/2014/main" val="3465627931"/>
                    </a:ext>
                  </a:extLst>
                </a:gridCol>
                <a:gridCol w="763325">
                  <a:extLst>
                    <a:ext uri="{9D8B030D-6E8A-4147-A177-3AD203B41FA5}">
                      <a16:colId xmlns:a16="http://schemas.microsoft.com/office/drawing/2014/main" val="1097807393"/>
                    </a:ext>
                  </a:extLst>
                </a:gridCol>
                <a:gridCol w="1144292">
                  <a:extLst>
                    <a:ext uri="{9D8B030D-6E8A-4147-A177-3AD203B41FA5}">
                      <a16:colId xmlns:a16="http://schemas.microsoft.com/office/drawing/2014/main" val="3408910042"/>
                    </a:ext>
                  </a:extLst>
                </a:gridCol>
                <a:gridCol w="1673120">
                  <a:extLst>
                    <a:ext uri="{9D8B030D-6E8A-4147-A177-3AD203B41FA5}">
                      <a16:colId xmlns:a16="http://schemas.microsoft.com/office/drawing/2014/main" val="4106399327"/>
                    </a:ext>
                  </a:extLst>
                </a:gridCol>
              </a:tblGrid>
              <a:tr h="56255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6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BOGOTÁ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B0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937396"/>
                  </a:ext>
                </a:extLst>
              </a:tr>
              <a:tr h="57225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6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14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14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14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14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14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14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14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569685"/>
                  </a:ext>
                </a:extLst>
              </a:tr>
            </a:tbl>
          </a:graphicData>
        </a:graphic>
      </p:graphicFrame>
      <p:pic>
        <p:nvPicPr>
          <p:cNvPr id="24" name="Imagen 23">
            <a:extLst>
              <a:ext uri="{FF2B5EF4-FFF2-40B4-BE49-F238E27FC236}">
                <a16:creationId xmlns:a16="http://schemas.microsoft.com/office/drawing/2014/main" id="{FB11F9C3-B856-4D1C-89FB-C974EF864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186" y="3177962"/>
            <a:ext cx="930381" cy="56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13B483B0-5977-49E9-A700-AE4EB6579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693107"/>
              </p:ext>
            </p:extLst>
          </p:nvPr>
        </p:nvGraphicFramePr>
        <p:xfrm>
          <a:off x="738143" y="1814222"/>
          <a:ext cx="10515598" cy="1363740"/>
        </p:xfrm>
        <a:graphic>
          <a:graphicData uri="http://schemas.openxmlformats.org/drawingml/2006/table">
            <a:tbl>
              <a:tblPr/>
              <a:tblGrid>
                <a:gridCol w="758701">
                  <a:extLst>
                    <a:ext uri="{9D8B030D-6E8A-4147-A177-3AD203B41FA5}">
                      <a16:colId xmlns:a16="http://schemas.microsoft.com/office/drawing/2014/main" val="590724483"/>
                    </a:ext>
                  </a:extLst>
                </a:gridCol>
                <a:gridCol w="883128">
                  <a:extLst>
                    <a:ext uri="{9D8B030D-6E8A-4147-A177-3AD203B41FA5}">
                      <a16:colId xmlns:a16="http://schemas.microsoft.com/office/drawing/2014/main" val="4293986501"/>
                    </a:ext>
                  </a:extLst>
                </a:gridCol>
                <a:gridCol w="1494642">
                  <a:extLst>
                    <a:ext uri="{9D8B030D-6E8A-4147-A177-3AD203B41FA5}">
                      <a16:colId xmlns:a16="http://schemas.microsoft.com/office/drawing/2014/main" val="3440449043"/>
                    </a:ext>
                  </a:extLst>
                </a:gridCol>
                <a:gridCol w="758701">
                  <a:extLst>
                    <a:ext uri="{9D8B030D-6E8A-4147-A177-3AD203B41FA5}">
                      <a16:colId xmlns:a16="http://schemas.microsoft.com/office/drawing/2014/main" val="195766559"/>
                    </a:ext>
                  </a:extLst>
                </a:gridCol>
                <a:gridCol w="758701">
                  <a:extLst>
                    <a:ext uri="{9D8B030D-6E8A-4147-A177-3AD203B41FA5}">
                      <a16:colId xmlns:a16="http://schemas.microsoft.com/office/drawing/2014/main" val="1596831824"/>
                    </a:ext>
                  </a:extLst>
                </a:gridCol>
                <a:gridCol w="758701">
                  <a:extLst>
                    <a:ext uri="{9D8B030D-6E8A-4147-A177-3AD203B41FA5}">
                      <a16:colId xmlns:a16="http://schemas.microsoft.com/office/drawing/2014/main" val="2150835313"/>
                    </a:ext>
                  </a:extLst>
                </a:gridCol>
                <a:gridCol w="758701">
                  <a:extLst>
                    <a:ext uri="{9D8B030D-6E8A-4147-A177-3AD203B41FA5}">
                      <a16:colId xmlns:a16="http://schemas.microsoft.com/office/drawing/2014/main" val="4232685746"/>
                    </a:ext>
                  </a:extLst>
                </a:gridCol>
                <a:gridCol w="758701">
                  <a:extLst>
                    <a:ext uri="{9D8B030D-6E8A-4147-A177-3AD203B41FA5}">
                      <a16:colId xmlns:a16="http://schemas.microsoft.com/office/drawing/2014/main" val="1857992749"/>
                    </a:ext>
                  </a:extLst>
                </a:gridCol>
                <a:gridCol w="758701">
                  <a:extLst>
                    <a:ext uri="{9D8B030D-6E8A-4147-A177-3AD203B41FA5}">
                      <a16:colId xmlns:a16="http://schemas.microsoft.com/office/drawing/2014/main" val="955226921"/>
                    </a:ext>
                  </a:extLst>
                </a:gridCol>
                <a:gridCol w="1154502">
                  <a:extLst>
                    <a:ext uri="{9D8B030D-6E8A-4147-A177-3AD203B41FA5}">
                      <a16:colId xmlns:a16="http://schemas.microsoft.com/office/drawing/2014/main" val="1295731349"/>
                    </a:ext>
                  </a:extLst>
                </a:gridCol>
                <a:gridCol w="1672419">
                  <a:extLst>
                    <a:ext uri="{9D8B030D-6E8A-4147-A177-3AD203B41FA5}">
                      <a16:colId xmlns:a16="http://schemas.microsoft.com/office/drawing/2014/main" val="2090540683"/>
                    </a:ext>
                  </a:extLst>
                </a:gridCol>
              </a:tblGrid>
              <a:tr h="198835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299793"/>
                  </a:ext>
                </a:extLst>
              </a:tr>
              <a:tr h="230357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Aerolinea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DESTINO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FRECUENCIAS DEL 03 AL 09 NOV.  2025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325907"/>
                  </a:ext>
                </a:extLst>
              </a:tr>
              <a:tr h="727443">
                <a:tc gridSpan="2"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L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M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M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V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S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NO. DE FRECUENCIAS SEMANALES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504576"/>
                  </a:ext>
                </a:extLst>
              </a:tr>
              <a:tr h="198835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Rutas Nacionales</a:t>
                      </a: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453849"/>
                  </a:ext>
                </a:extLst>
              </a:tr>
            </a:tbl>
          </a:graphicData>
        </a:graphic>
      </p:graphicFrame>
      <p:pic>
        <p:nvPicPr>
          <p:cNvPr id="19" name="Imagen 18">
            <a:extLst>
              <a:ext uri="{FF2B5EF4-FFF2-40B4-BE49-F238E27FC236}">
                <a16:creationId xmlns:a16="http://schemas.microsoft.com/office/drawing/2014/main" id="{D3495375-6CD7-49A1-898A-770274089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186" y="3746984"/>
            <a:ext cx="930381" cy="579574"/>
          </a:xfrm>
          <a:prstGeom prst="rect">
            <a:avLst/>
          </a:prstGeom>
        </p:spPr>
      </p:pic>
      <p:pic>
        <p:nvPicPr>
          <p:cNvPr id="9" name="Picture 20" descr="Botón de inicio para la interfaz - Iconos gratis de interfaz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405FF0B5-356C-4051-90E0-6225E6DE7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1" y="-10121"/>
            <a:ext cx="681361" cy="68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0" descr="Botón de inicio para la interfaz - Iconos gratis de interfaz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6FF7D096-3359-4072-AA4E-72F4941C4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9" y="27516"/>
            <a:ext cx="681361" cy="681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 prst="coolSlant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10309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FCCE2-96C8-DB0E-671C-348C883C4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8391D97-E5DC-BBE3-9F6C-1AD30DB900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99" t="15982" b="32630"/>
          <a:stretch/>
        </p:blipFill>
        <p:spPr>
          <a:xfrm>
            <a:off x="0" y="5148392"/>
            <a:ext cx="2634471" cy="1709608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FE3AC489-3AC8-76D6-4D70-6260552BDA94}"/>
              </a:ext>
            </a:extLst>
          </p:cNvPr>
          <p:cNvSpPr/>
          <p:nvPr/>
        </p:nvSpPr>
        <p:spPr>
          <a:xfrm>
            <a:off x="2742484" y="5210439"/>
            <a:ext cx="9072439" cy="126425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  <a:t>Una frecuencia es cuantas veces va a un destino, se refiere a un aterrizaje y a un despegue.</a:t>
            </a:r>
            <a:b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</a:br>
            <a:b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</a:br>
            <a:r>
              <a:rPr lang="es-MX" dirty="0">
                <a:solidFill>
                  <a:schemeClr val="tx1"/>
                </a:solidFill>
                <a:latin typeface="Montserrat" panose="00000500000000000000" pitchFamily="2" charset="0"/>
              </a:rPr>
              <a:t>Esta programación está sujeta a cambios con base en las necesidades de las aerolíneas.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F3D466F-7ED9-31D5-7B99-4170194A37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2124" y="282300"/>
            <a:ext cx="1828801" cy="1026441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8E2BE33-0F1E-D4B1-D894-137B9D21C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907220"/>
              </p:ext>
            </p:extLst>
          </p:nvPr>
        </p:nvGraphicFramePr>
        <p:xfrm>
          <a:off x="902949" y="2112730"/>
          <a:ext cx="10834675" cy="1713628"/>
        </p:xfrm>
        <a:graphic>
          <a:graphicData uri="http://schemas.openxmlformats.org/drawingml/2006/table">
            <a:tbl>
              <a:tblPr/>
              <a:tblGrid>
                <a:gridCol w="839587">
                  <a:extLst>
                    <a:ext uri="{9D8B030D-6E8A-4147-A177-3AD203B41FA5}">
                      <a16:colId xmlns:a16="http://schemas.microsoft.com/office/drawing/2014/main" val="449024607"/>
                    </a:ext>
                  </a:extLst>
                </a:gridCol>
                <a:gridCol w="1139577">
                  <a:extLst>
                    <a:ext uri="{9D8B030D-6E8A-4147-A177-3AD203B41FA5}">
                      <a16:colId xmlns:a16="http://schemas.microsoft.com/office/drawing/2014/main" val="2246086793"/>
                    </a:ext>
                  </a:extLst>
                </a:gridCol>
                <a:gridCol w="1491566">
                  <a:extLst>
                    <a:ext uri="{9D8B030D-6E8A-4147-A177-3AD203B41FA5}">
                      <a16:colId xmlns:a16="http://schemas.microsoft.com/office/drawing/2014/main" val="3602285128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1149660835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2414824773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1496799981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24582698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2078885805"/>
                    </a:ext>
                  </a:extLst>
                </a:gridCol>
                <a:gridCol w="757140">
                  <a:extLst>
                    <a:ext uri="{9D8B030D-6E8A-4147-A177-3AD203B41FA5}">
                      <a16:colId xmlns:a16="http://schemas.microsoft.com/office/drawing/2014/main" val="1285325503"/>
                    </a:ext>
                  </a:extLst>
                </a:gridCol>
                <a:gridCol w="1567280">
                  <a:extLst>
                    <a:ext uri="{9D8B030D-6E8A-4147-A177-3AD203B41FA5}">
                      <a16:colId xmlns:a16="http://schemas.microsoft.com/office/drawing/2014/main" val="1239877104"/>
                    </a:ext>
                  </a:extLst>
                </a:gridCol>
                <a:gridCol w="1253825">
                  <a:extLst>
                    <a:ext uri="{9D8B030D-6E8A-4147-A177-3AD203B41FA5}">
                      <a16:colId xmlns:a16="http://schemas.microsoft.com/office/drawing/2014/main" val="4012465744"/>
                    </a:ext>
                  </a:extLst>
                </a:gridCol>
              </a:tblGrid>
              <a:tr h="230357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AEROLÍNEA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DESTINO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FRECUENCIAS DEL 03 AL 09 NOV.  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16468"/>
                  </a:ext>
                </a:extLst>
              </a:tr>
              <a:tr h="727444">
                <a:tc gridSpan="2"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NO. DE FRECUENCIAS SEMANALES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31088"/>
                  </a:ext>
                </a:extLst>
              </a:tr>
              <a:tr h="193985">
                <a:tc>
                  <a:txBody>
                    <a:bodyPr/>
                    <a:lstStyle/>
                    <a:p>
                      <a:pPr algn="l" fontAlgn="ctr"/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s-MX" sz="13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Rutas Nacionales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964208"/>
                  </a:ext>
                </a:extLst>
              </a:tr>
              <a:tr h="557707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  <a:endParaRPr lang="es-MX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CARACAS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 Light" panose="020F030202020403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800797"/>
                  </a:ext>
                </a:extLst>
              </a:tr>
            </a:tbl>
          </a:graphicData>
        </a:graphic>
      </p:graphicFrame>
      <p:pic>
        <p:nvPicPr>
          <p:cNvPr id="7" name="Picture 20" descr="Botón de inicio para la interfaz - Iconos gratis de interfaz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71E7AB3-F095-56BF-CC39-9AF2C0318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1" y="-10121"/>
            <a:ext cx="681361" cy="68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0" descr="Botón de inicio para la interfaz - Iconos gratis de interfaz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6569267-849B-514C-70CA-911588E28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9" y="27516"/>
            <a:ext cx="681361" cy="681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 prst="coolSlant"/>
            <a:contourClr>
              <a:srgbClr val="C0C0C0"/>
            </a:contourClr>
          </a:sp3d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8CF426A-B06D-2620-E3D3-502B7CBA8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8652" y="3480759"/>
            <a:ext cx="1086466" cy="12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4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7831</TotalTime>
  <Words>419</Words>
  <Application>Microsoft Office PowerPoint</Application>
  <PresentationFormat>Panorámica</PresentationFormat>
  <Paragraphs>155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Montserrat</vt:lpstr>
      <vt:lpstr>Calibri Light</vt:lpstr>
      <vt:lpstr>Geomanist</vt:lpstr>
      <vt:lpstr>Noto Sans</vt:lpstr>
      <vt:lpstr>Patria</vt:lpstr>
      <vt:lpstr>Calibri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Dir. Gral. Com. Soc.</dc:creator>
  <cp:lastModifiedBy>Operaciones45</cp:lastModifiedBy>
  <cp:revision>388</cp:revision>
  <cp:lastPrinted>2025-09-25T13:10:49Z</cp:lastPrinted>
  <dcterms:created xsi:type="dcterms:W3CDTF">2024-12-28T21:44:20Z</dcterms:created>
  <dcterms:modified xsi:type="dcterms:W3CDTF">2025-11-10T16:22:20Z</dcterms:modified>
</cp:coreProperties>
</file>